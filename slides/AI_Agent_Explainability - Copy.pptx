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97" r:id="rId3"/>
    <p:sldId id="298" r:id="rId4"/>
    <p:sldId id="299" r:id="rId5"/>
    <p:sldId id="301" r:id="rId6"/>
    <p:sldId id="300" r:id="rId7"/>
    <p:sldId id="302" r:id="rId8"/>
    <p:sldId id="305" r:id="rId9"/>
    <p:sldId id="306" r:id="rId10"/>
    <p:sldId id="307" r:id="rId11"/>
    <p:sldId id="303" r:id="rId12"/>
    <p:sldId id="304" r:id="rId13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69" autoAdjust="0"/>
  </p:normalViewPr>
  <p:slideViewPr>
    <p:cSldViewPr snapToGrid="0">
      <p:cViewPr varScale="1">
        <p:scale>
          <a:sx n="94" d="100"/>
          <a:sy n="94" d="100"/>
        </p:scale>
        <p:origin x="1557" y="29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ago Janela" userId="ee1a79fe-c79c-4f34-9602-7f6f2f0482b3" providerId="ADAL" clId="{67D2C233-DF3C-4C6D-9040-D7553E3BCB8A}"/>
    <pc:docChg chg="delSld modSld">
      <pc:chgData name="Tiago Janela" userId="ee1a79fe-c79c-4f34-9602-7f6f2f0482b3" providerId="ADAL" clId="{67D2C233-DF3C-4C6D-9040-D7553E3BCB8A}" dt="2026-03-16T14:03:02.466" v="54" actId="20577"/>
      <pc:docMkLst>
        <pc:docMk/>
      </pc:docMkLst>
      <pc:sldChg chg="modSp mod">
        <pc:chgData name="Tiago Janela" userId="ee1a79fe-c79c-4f34-9602-7f6f2f0482b3" providerId="ADAL" clId="{67D2C233-DF3C-4C6D-9040-D7553E3BCB8A}" dt="2026-03-16T14:03:02.466" v="54" actId="20577"/>
        <pc:sldMkLst>
          <pc:docMk/>
          <pc:sldMk cId="829672710" sldId="297"/>
        </pc:sldMkLst>
        <pc:spChg chg="mod">
          <ac:chgData name="Tiago Janela" userId="ee1a79fe-c79c-4f34-9602-7f6f2f0482b3" providerId="ADAL" clId="{67D2C233-DF3C-4C6D-9040-D7553E3BCB8A}" dt="2026-03-16T14:03:02.466" v="54" actId="20577"/>
          <ac:spMkLst>
            <pc:docMk/>
            <pc:sldMk cId="829672710" sldId="297"/>
            <ac:spMk id="156" creationId="{00000000-0000-0000-0000-000000000000}"/>
          </ac:spMkLst>
        </pc:spChg>
      </pc:sldChg>
      <pc:sldChg chg="modSp mod">
        <pc:chgData name="Tiago Janela" userId="ee1a79fe-c79c-4f34-9602-7f6f2f0482b3" providerId="ADAL" clId="{67D2C233-DF3C-4C6D-9040-D7553E3BCB8A}" dt="2026-03-16T14:02:34.148" v="0" actId="20577"/>
        <pc:sldMkLst>
          <pc:docMk/>
          <pc:sldMk cId="721732568" sldId="298"/>
        </pc:sldMkLst>
        <pc:spChg chg="mod">
          <ac:chgData name="Tiago Janela" userId="ee1a79fe-c79c-4f34-9602-7f6f2f0482b3" providerId="ADAL" clId="{67D2C233-DF3C-4C6D-9040-D7553E3BCB8A}" dt="2026-03-16T14:02:34.148" v="0" actId="20577"/>
          <ac:spMkLst>
            <pc:docMk/>
            <pc:sldMk cId="721732568" sldId="298"/>
            <ac:spMk id="2" creationId="{870990D0-7AC5-46BA-6FC4-274F8E0A3ABE}"/>
          </ac:spMkLst>
        </pc:spChg>
      </pc:sldChg>
    </pc:docChg>
  </pc:docChgLst>
  <pc:docChgLst>
    <pc:chgData name="Tiago Janela" userId="ee1a79fe-c79c-4f34-9602-7f6f2f0482b3" providerId="ADAL" clId="{6BE67FA1-4A27-48B9-BA6A-E25A9786A9CC}"/>
    <pc:docChg chg="undo custSel addSld modSld sldOrd">
      <pc:chgData name="Tiago Janela" userId="ee1a79fe-c79c-4f34-9602-7f6f2f0482b3" providerId="ADAL" clId="{6BE67FA1-4A27-48B9-BA6A-E25A9786A9CC}" dt="2026-03-20T13:52:23.099" v="1063" actId="20577"/>
      <pc:docMkLst>
        <pc:docMk/>
      </pc:docMkLst>
      <pc:sldChg chg="addSp modSp mod">
        <pc:chgData name="Tiago Janela" userId="ee1a79fe-c79c-4f34-9602-7f6f2f0482b3" providerId="ADAL" clId="{6BE67FA1-4A27-48B9-BA6A-E25A9786A9CC}" dt="2026-03-19T10:54:12.398" v="162" actId="1076"/>
        <pc:sldMkLst>
          <pc:docMk/>
          <pc:sldMk cId="721732568" sldId="298"/>
        </pc:sldMkLst>
        <pc:spChg chg="mod">
          <ac:chgData name="Tiago Janela" userId="ee1a79fe-c79c-4f34-9602-7f6f2f0482b3" providerId="ADAL" clId="{6BE67FA1-4A27-48B9-BA6A-E25A9786A9CC}" dt="2026-03-19T10:51:19.221" v="88" actId="20577"/>
          <ac:spMkLst>
            <pc:docMk/>
            <pc:sldMk cId="721732568" sldId="298"/>
            <ac:spMk id="2" creationId="{870990D0-7AC5-46BA-6FC4-274F8E0A3ABE}"/>
          </ac:spMkLst>
        </pc:spChg>
        <pc:spChg chg="mod">
          <ac:chgData name="Tiago Janela" userId="ee1a79fe-c79c-4f34-9602-7f6f2f0482b3" providerId="ADAL" clId="{6BE67FA1-4A27-48B9-BA6A-E25A9786A9CC}" dt="2026-03-19T10:37:44.329" v="9" actId="20577"/>
          <ac:spMkLst>
            <pc:docMk/>
            <pc:sldMk cId="721732568" sldId="298"/>
            <ac:spMk id="163" creationId="{57944F4B-F502-E7CC-8790-8737702BC6AC}"/>
          </ac:spMkLst>
        </pc:spChg>
        <pc:picChg chg="add mod">
          <ac:chgData name="Tiago Janela" userId="ee1a79fe-c79c-4f34-9602-7f6f2f0482b3" providerId="ADAL" clId="{6BE67FA1-4A27-48B9-BA6A-E25A9786A9CC}" dt="2026-03-19T10:54:12.398" v="162" actId="1076"/>
          <ac:picMkLst>
            <pc:docMk/>
            <pc:sldMk cId="721732568" sldId="298"/>
            <ac:picMk id="4" creationId="{A9172708-06AB-AE7A-4BC0-05B1328EE700}"/>
          </ac:picMkLst>
        </pc:picChg>
      </pc:sldChg>
      <pc:sldChg chg="delSp modSp add mod">
        <pc:chgData name="Tiago Janela" userId="ee1a79fe-c79c-4f34-9602-7f6f2f0482b3" providerId="ADAL" clId="{6BE67FA1-4A27-48B9-BA6A-E25A9786A9CC}" dt="2026-03-19T10:59:23.180" v="500" actId="20577"/>
        <pc:sldMkLst>
          <pc:docMk/>
          <pc:sldMk cId="1707478755" sldId="299"/>
        </pc:sldMkLst>
        <pc:spChg chg="mod">
          <ac:chgData name="Tiago Janela" userId="ee1a79fe-c79c-4f34-9602-7f6f2f0482b3" providerId="ADAL" clId="{6BE67FA1-4A27-48B9-BA6A-E25A9786A9CC}" dt="2026-03-19T10:59:23.180" v="500" actId="20577"/>
          <ac:spMkLst>
            <pc:docMk/>
            <pc:sldMk cId="1707478755" sldId="299"/>
            <ac:spMk id="2" creationId="{870990D0-7AC5-46BA-6FC4-274F8E0A3ABE}"/>
          </ac:spMkLst>
        </pc:spChg>
      </pc:sldChg>
      <pc:sldChg chg="addSp delSp modSp add mod">
        <pc:chgData name="Tiago Janela" userId="ee1a79fe-c79c-4f34-9602-7f6f2f0482b3" providerId="ADAL" clId="{6BE67FA1-4A27-48B9-BA6A-E25A9786A9CC}" dt="2026-03-20T13:21:59.221" v="1059" actId="20577"/>
        <pc:sldMkLst>
          <pc:docMk/>
          <pc:sldMk cId="457486825" sldId="300"/>
        </pc:sldMkLst>
        <pc:spChg chg="add mod">
          <ac:chgData name="Tiago Janela" userId="ee1a79fe-c79c-4f34-9602-7f6f2f0482b3" providerId="ADAL" clId="{6BE67FA1-4A27-48B9-BA6A-E25A9786A9CC}" dt="2026-03-20T13:21:59.221" v="1059" actId="20577"/>
          <ac:spMkLst>
            <pc:docMk/>
            <pc:sldMk cId="457486825" sldId="300"/>
            <ac:spMk id="7" creationId="{66DE14D4-64D4-6D1F-DD92-BC16D674C58B}"/>
          </ac:spMkLst>
        </pc:spChg>
        <pc:spChg chg="mod">
          <ac:chgData name="Tiago Janela" userId="ee1a79fe-c79c-4f34-9602-7f6f2f0482b3" providerId="ADAL" clId="{6BE67FA1-4A27-48B9-BA6A-E25A9786A9CC}" dt="2026-03-20T13:08:59.412" v="584" actId="20577"/>
          <ac:spMkLst>
            <pc:docMk/>
            <pc:sldMk cId="457486825" sldId="300"/>
            <ac:spMk id="163" creationId="{57944F4B-F502-E7CC-8790-8737702BC6AC}"/>
          </ac:spMkLst>
        </pc:spChg>
        <pc:picChg chg="add mod">
          <ac:chgData name="Tiago Janela" userId="ee1a79fe-c79c-4f34-9602-7f6f2f0482b3" providerId="ADAL" clId="{6BE67FA1-4A27-48B9-BA6A-E25A9786A9CC}" dt="2026-03-20T13:19:08.305" v="821" actId="1076"/>
          <ac:picMkLst>
            <pc:docMk/>
            <pc:sldMk cId="457486825" sldId="300"/>
            <ac:picMk id="4" creationId="{0F3D5BC1-9264-881D-CF39-9525F816570A}"/>
          </ac:picMkLst>
        </pc:picChg>
      </pc:sldChg>
      <pc:sldChg chg="delSp modSp add mod ord">
        <pc:chgData name="Tiago Janela" userId="ee1a79fe-c79c-4f34-9602-7f6f2f0482b3" providerId="ADAL" clId="{6BE67FA1-4A27-48B9-BA6A-E25A9786A9CC}" dt="2026-03-20T13:52:23.099" v="1063" actId="20577"/>
        <pc:sldMkLst>
          <pc:docMk/>
          <pc:sldMk cId="2375808848" sldId="301"/>
        </pc:sldMkLst>
        <pc:spChg chg="mod">
          <ac:chgData name="Tiago Janela" userId="ee1a79fe-c79c-4f34-9602-7f6f2f0482b3" providerId="ADAL" clId="{6BE67FA1-4A27-48B9-BA6A-E25A9786A9CC}" dt="2026-03-20T13:52:23.099" v="1063" actId="20577"/>
          <ac:spMkLst>
            <pc:docMk/>
            <pc:sldMk cId="2375808848" sldId="301"/>
            <ac:spMk id="2" creationId="{870990D0-7AC5-46BA-6FC4-274F8E0A3ABE}"/>
          </ac:spMkLst>
        </pc:spChg>
        <pc:picChg chg="mod">
          <ac:chgData name="Tiago Janela" userId="ee1a79fe-c79c-4f34-9602-7f6f2f0482b3" providerId="ADAL" clId="{6BE67FA1-4A27-48B9-BA6A-E25A9786A9CC}" dt="2026-03-20T13:17:16.190" v="611" actId="1076"/>
          <ac:picMkLst>
            <pc:docMk/>
            <pc:sldMk cId="2375808848" sldId="301"/>
            <ac:picMk id="6" creationId="{D3BA145D-265C-C0B1-7C0E-2EE32552E491}"/>
          </ac:picMkLst>
        </pc:picChg>
      </pc:sldChg>
    </pc:docChg>
  </pc:docChgLst>
  <pc:docChgLst>
    <pc:chgData name="Tiago Janela" userId="ee1a79fe-c79c-4f34-9602-7f6f2f0482b3" providerId="ADAL" clId="{A1A622BE-A8AD-47B7-8802-BAC61BCE5126}"/>
    <pc:docChg chg="undo custSel modSld">
      <pc:chgData name="Tiago Janela" userId="ee1a79fe-c79c-4f34-9602-7f6f2f0482b3" providerId="ADAL" clId="{A1A622BE-A8AD-47B7-8802-BAC61BCE5126}" dt="2026-04-02T12:40:40.607" v="50" actId="478"/>
      <pc:docMkLst>
        <pc:docMk/>
      </pc:docMkLst>
      <pc:sldChg chg="addSp delSp modSp mod">
        <pc:chgData name="Tiago Janela" userId="ee1a79fe-c79c-4f34-9602-7f6f2f0482b3" providerId="ADAL" clId="{A1A622BE-A8AD-47B7-8802-BAC61BCE5126}" dt="2026-04-02T12:40:40.607" v="50" actId="478"/>
        <pc:sldMkLst>
          <pc:docMk/>
          <pc:sldMk cId="1707478755" sldId="299"/>
        </pc:sldMkLst>
        <pc:graphicFrameChg chg="add del modGraphic">
          <ac:chgData name="Tiago Janela" userId="ee1a79fe-c79c-4f34-9602-7f6f2f0482b3" providerId="ADAL" clId="{A1A622BE-A8AD-47B7-8802-BAC61BCE5126}" dt="2026-04-02T12:40:40.607" v="50" actId="478"/>
          <ac:graphicFrameMkLst>
            <pc:docMk/>
            <pc:sldMk cId="1707478755" sldId="299"/>
            <ac:graphicFrameMk id="4" creationId="{689F2044-8E26-DCF5-DE2D-9AD979C8C1EE}"/>
          </ac:graphicFrameMkLst>
        </pc:graphicFrameChg>
      </pc:sldChg>
    </pc:docChg>
  </pc:docChgLst>
  <pc:docChgLst>
    <pc:chgData name="Tiago Janela" userId="ee1a79fe-c79c-4f34-9602-7f6f2f0482b3" providerId="ADAL" clId="{97693404-9C1B-400A-95DF-A7B72570E7A0}"/>
    <pc:docChg chg="undo custSel addSld delSld modSld sldOrd">
      <pc:chgData name="Tiago Janela" userId="ee1a79fe-c79c-4f34-9602-7f6f2f0482b3" providerId="ADAL" clId="{97693404-9C1B-400A-95DF-A7B72570E7A0}" dt="2026-03-09T10:33:25.226" v="5259" actId="20577"/>
      <pc:docMkLst>
        <pc:docMk/>
      </pc:docMkLst>
      <pc:sldChg chg="modSp mod">
        <pc:chgData name="Tiago Janela" userId="ee1a79fe-c79c-4f34-9602-7f6f2f0482b3" providerId="ADAL" clId="{97693404-9C1B-400A-95DF-A7B72570E7A0}" dt="2026-03-09T10:32:29.235" v="5249" actId="20577"/>
        <pc:sldMkLst>
          <pc:docMk/>
          <pc:sldMk cId="721732568" sldId="298"/>
        </pc:sldMkLst>
        <pc:spChg chg="mod">
          <ac:chgData name="Tiago Janela" userId="ee1a79fe-c79c-4f34-9602-7f6f2f0482b3" providerId="ADAL" clId="{97693404-9C1B-400A-95DF-A7B72570E7A0}" dt="2026-03-09T10:32:29.235" v="5249" actId="20577"/>
          <ac:spMkLst>
            <pc:docMk/>
            <pc:sldMk cId="721732568" sldId="298"/>
            <ac:spMk id="2" creationId="{870990D0-7AC5-46BA-6FC4-274F8E0A3AB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ubTitle"/>
          </p:nvPr>
        </p:nvSpPr>
        <p:spPr>
          <a:xfrm>
            <a:off x="382680" y="1371600"/>
            <a:ext cx="838008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382680" y="1371600"/>
            <a:ext cx="838008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382680" y="1371600"/>
            <a:ext cx="408924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4676760" y="1371600"/>
            <a:ext cx="408924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subTitle"/>
          </p:nvPr>
        </p:nvSpPr>
        <p:spPr>
          <a:xfrm>
            <a:off x="380880" y="228600"/>
            <a:ext cx="8380080" cy="388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382680" y="1371600"/>
            <a:ext cx="40892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4676760" y="1371600"/>
            <a:ext cx="408924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382680" y="3799440"/>
            <a:ext cx="40892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382680" y="1371600"/>
            <a:ext cx="408924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4676760" y="1371600"/>
            <a:ext cx="40892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4676760" y="3799440"/>
            <a:ext cx="40892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382680" y="1371600"/>
            <a:ext cx="40892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4676760" y="1371600"/>
            <a:ext cx="40892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/>
          </p:nvPr>
        </p:nvSpPr>
        <p:spPr>
          <a:xfrm>
            <a:off x="382680" y="3799440"/>
            <a:ext cx="838008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382680" y="1371600"/>
            <a:ext cx="838008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382680" y="3799440"/>
            <a:ext cx="838008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382680" y="1371600"/>
            <a:ext cx="40892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/>
          </p:nvPr>
        </p:nvSpPr>
        <p:spPr>
          <a:xfrm>
            <a:off x="4676760" y="1371600"/>
            <a:ext cx="40892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/>
          </p:nvPr>
        </p:nvSpPr>
        <p:spPr>
          <a:xfrm>
            <a:off x="382680" y="3799440"/>
            <a:ext cx="40892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/>
          </p:nvPr>
        </p:nvSpPr>
        <p:spPr>
          <a:xfrm>
            <a:off x="4676760" y="3799440"/>
            <a:ext cx="40892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382680" y="1371600"/>
            <a:ext cx="26982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/>
          </p:nvPr>
        </p:nvSpPr>
        <p:spPr>
          <a:xfrm>
            <a:off x="3216240" y="1371600"/>
            <a:ext cx="26982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/>
          </p:nvPr>
        </p:nvSpPr>
        <p:spPr>
          <a:xfrm>
            <a:off x="6049800" y="1371600"/>
            <a:ext cx="26982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89" name="PlaceHolder 5"/>
          <p:cNvSpPr>
            <a:spLocks noGrp="1"/>
          </p:cNvSpPr>
          <p:nvPr>
            <p:ph/>
          </p:nvPr>
        </p:nvSpPr>
        <p:spPr>
          <a:xfrm>
            <a:off x="382680" y="3799440"/>
            <a:ext cx="26982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90" name="PlaceHolder 6"/>
          <p:cNvSpPr>
            <a:spLocks noGrp="1"/>
          </p:cNvSpPr>
          <p:nvPr>
            <p:ph/>
          </p:nvPr>
        </p:nvSpPr>
        <p:spPr>
          <a:xfrm>
            <a:off x="3216240" y="3799440"/>
            <a:ext cx="26982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91" name="PlaceHolder 7"/>
          <p:cNvSpPr>
            <a:spLocks noGrp="1"/>
          </p:cNvSpPr>
          <p:nvPr>
            <p:ph/>
          </p:nvPr>
        </p:nvSpPr>
        <p:spPr>
          <a:xfrm>
            <a:off x="6049800" y="3799440"/>
            <a:ext cx="26982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subTitle"/>
          </p:nvPr>
        </p:nvSpPr>
        <p:spPr>
          <a:xfrm>
            <a:off x="382680" y="1371600"/>
            <a:ext cx="838008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382680" y="1371600"/>
            <a:ext cx="838008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382680" y="1371600"/>
            <a:ext cx="408924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/>
          </p:nvPr>
        </p:nvSpPr>
        <p:spPr>
          <a:xfrm>
            <a:off x="4676760" y="1371600"/>
            <a:ext cx="408924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ubTitle"/>
          </p:nvPr>
        </p:nvSpPr>
        <p:spPr>
          <a:xfrm>
            <a:off x="380880" y="228600"/>
            <a:ext cx="8380080" cy="388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382680" y="1371600"/>
            <a:ext cx="40892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/>
          </p:nvPr>
        </p:nvSpPr>
        <p:spPr>
          <a:xfrm>
            <a:off x="4676760" y="1371600"/>
            <a:ext cx="408924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/>
          </p:nvPr>
        </p:nvSpPr>
        <p:spPr>
          <a:xfrm>
            <a:off x="382680" y="3799440"/>
            <a:ext cx="40892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382680" y="1371600"/>
            <a:ext cx="4089240" cy="4647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/>
          </p:nvPr>
        </p:nvSpPr>
        <p:spPr>
          <a:xfrm>
            <a:off x="4676760" y="1371600"/>
            <a:ext cx="40892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/>
          </p:nvPr>
        </p:nvSpPr>
        <p:spPr>
          <a:xfrm>
            <a:off x="4676760" y="3799440"/>
            <a:ext cx="40892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382680" y="1371600"/>
            <a:ext cx="40892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4676760" y="1371600"/>
            <a:ext cx="40892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/>
          </p:nvPr>
        </p:nvSpPr>
        <p:spPr>
          <a:xfrm>
            <a:off x="382680" y="3799440"/>
            <a:ext cx="838008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382680" y="1371600"/>
            <a:ext cx="838008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382680" y="3799440"/>
            <a:ext cx="838008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382680" y="1371600"/>
            <a:ext cx="40892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/>
          </p:nvPr>
        </p:nvSpPr>
        <p:spPr>
          <a:xfrm>
            <a:off x="4676760" y="1371600"/>
            <a:ext cx="40892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/>
          </p:nvPr>
        </p:nvSpPr>
        <p:spPr>
          <a:xfrm>
            <a:off x="382680" y="3799440"/>
            <a:ext cx="40892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48" name="PlaceHolder 5"/>
          <p:cNvSpPr>
            <a:spLocks noGrp="1"/>
          </p:cNvSpPr>
          <p:nvPr>
            <p:ph/>
          </p:nvPr>
        </p:nvSpPr>
        <p:spPr>
          <a:xfrm>
            <a:off x="4676760" y="3799440"/>
            <a:ext cx="408924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382680" y="1371600"/>
            <a:ext cx="26982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3216240" y="1371600"/>
            <a:ext cx="26982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/>
          </p:nvPr>
        </p:nvSpPr>
        <p:spPr>
          <a:xfrm>
            <a:off x="6049800" y="1371600"/>
            <a:ext cx="26982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53" name="PlaceHolder 5"/>
          <p:cNvSpPr>
            <a:spLocks noGrp="1"/>
          </p:cNvSpPr>
          <p:nvPr>
            <p:ph/>
          </p:nvPr>
        </p:nvSpPr>
        <p:spPr>
          <a:xfrm>
            <a:off x="382680" y="3799440"/>
            <a:ext cx="26982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54" name="PlaceHolder 6"/>
          <p:cNvSpPr>
            <a:spLocks noGrp="1"/>
          </p:cNvSpPr>
          <p:nvPr>
            <p:ph/>
          </p:nvPr>
        </p:nvSpPr>
        <p:spPr>
          <a:xfrm>
            <a:off x="3216240" y="3799440"/>
            <a:ext cx="26982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55" name="PlaceHolder 7"/>
          <p:cNvSpPr>
            <a:spLocks noGrp="1"/>
          </p:cNvSpPr>
          <p:nvPr>
            <p:ph/>
          </p:nvPr>
        </p:nvSpPr>
        <p:spPr>
          <a:xfrm>
            <a:off x="6049800" y="3799440"/>
            <a:ext cx="2698200" cy="221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entury Gothic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4" descr="bit-lsi-logo-final"/>
          <p:cNvPicPr/>
          <p:nvPr/>
        </p:nvPicPr>
        <p:blipFill>
          <a:blip r:embed="rId14"/>
          <a:stretch/>
        </p:blipFill>
        <p:spPr>
          <a:xfrm>
            <a:off x="303840" y="6204960"/>
            <a:ext cx="850320" cy="606600"/>
          </a:xfrm>
          <a:prstGeom prst="rect">
            <a:avLst/>
          </a:prstGeom>
          <a:ln w="0">
            <a:noFill/>
          </a:ln>
        </p:spPr>
      </p:pic>
      <p:pic>
        <p:nvPicPr>
          <p:cNvPr id="57" name="Picture 14"/>
          <p:cNvPicPr/>
          <p:nvPr/>
        </p:nvPicPr>
        <p:blipFill>
          <a:blip r:embed="rId15"/>
          <a:stretch/>
        </p:blipFill>
        <p:spPr>
          <a:xfrm>
            <a:off x="5330880" y="6248520"/>
            <a:ext cx="1327320" cy="452880"/>
          </a:xfrm>
          <a:prstGeom prst="rect">
            <a:avLst/>
          </a:prstGeom>
          <a:ln w="0">
            <a:noFill/>
          </a:ln>
        </p:spPr>
      </p:pic>
      <p:sp>
        <p:nvSpPr>
          <p:cNvPr id="2" name="Line 7"/>
          <p:cNvSpPr/>
          <p:nvPr/>
        </p:nvSpPr>
        <p:spPr>
          <a:xfrm>
            <a:off x="306000" y="6172200"/>
            <a:ext cx="8533080" cy="360"/>
          </a:xfrm>
          <a:prstGeom prst="line">
            <a:avLst/>
          </a:prstGeom>
          <a:ln w="19050">
            <a:solidFill>
              <a:srgbClr val="016AC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3" name="Line 8"/>
          <p:cNvSpPr/>
          <p:nvPr/>
        </p:nvSpPr>
        <p:spPr>
          <a:xfrm>
            <a:off x="306000" y="6172200"/>
            <a:ext cx="8533080" cy="360"/>
          </a:xfrm>
          <a:prstGeom prst="line">
            <a:avLst/>
          </a:prstGeom>
          <a:ln w="19050">
            <a:solidFill>
              <a:srgbClr val="0064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grpSp>
        <p:nvGrpSpPr>
          <p:cNvPr id="4" name="Gruppieren 69"/>
          <p:cNvGrpSpPr/>
          <p:nvPr/>
        </p:nvGrpSpPr>
        <p:grpSpPr>
          <a:xfrm>
            <a:off x="7525080" y="6248520"/>
            <a:ext cx="1126800" cy="453600"/>
            <a:chOff x="7525080" y="6248520"/>
            <a:chExt cx="1126800" cy="453600"/>
          </a:xfrm>
        </p:grpSpPr>
        <p:sp>
          <p:nvSpPr>
            <p:cNvPr id="5" name="AutoShape 3"/>
            <p:cNvSpPr/>
            <p:nvPr/>
          </p:nvSpPr>
          <p:spPr>
            <a:xfrm>
              <a:off x="7525080" y="6248520"/>
              <a:ext cx="1126800" cy="45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6" name="Freeform 5"/>
            <p:cNvSpPr/>
            <p:nvPr/>
          </p:nvSpPr>
          <p:spPr>
            <a:xfrm>
              <a:off x="8208720" y="6248520"/>
              <a:ext cx="273960" cy="247320"/>
            </a:xfrm>
            <a:custGeom>
              <a:avLst/>
              <a:gdLst/>
              <a:ahLst/>
              <a:cxnLst/>
              <a:rect l="l" t="t" r="r" b="b"/>
              <a:pathLst>
                <a:path w="1277" h="1104">
                  <a:moveTo>
                    <a:pt x="944" y="552"/>
                  </a:moveTo>
                  <a:cubicBezTo>
                    <a:pt x="1110" y="357"/>
                    <a:pt x="1203" y="197"/>
                    <a:pt x="1277" y="0"/>
                  </a:cubicBezTo>
                  <a:lnTo>
                    <a:pt x="0" y="0"/>
                  </a:lnTo>
                  <a:lnTo>
                    <a:pt x="0" y="1104"/>
                  </a:lnTo>
                  <a:cubicBezTo>
                    <a:pt x="253" y="1070"/>
                    <a:pt x="607" y="949"/>
                    <a:pt x="944" y="552"/>
                  </a:cubicBezTo>
                  <a:close/>
                </a:path>
              </a:pathLst>
            </a:custGeom>
            <a:solidFill>
              <a:srgbClr val="07529A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7" name="Rectangle 6"/>
            <p:cNvSpPr/>
            <p:nvPr/>
          </p:nvSpPr>
          <p:spPr>
            <a:xfrm>
              <a:off x="8208720" y="6570000"/>
              <a:ext cx="429840" cy="126000"/>
            </a:xfrm>
            <a:prstGeom prst="rect">
              <a:avLst/>
            </a:prstGeom>
            <a:solidFill>
              <a:srgbClr val="EAB90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8" name="Freeform 7"/>
            <p:cNvSpPr/>
            <p:nvPr/>
          </p:nvSpPr>
          <p:spPr>
            <a:xfrm>
              <a:off x="8208720" y="6248520"/>
              <a:ext cx="429840" cy="301320"/>
            </a:xfrm>
            <a:custGeom>
              <a:avLst/>
              <a:gdLst/>
              <a:ahLst/>
              <a:cxnLst/>
              <a:rect l="l" t="t" r="r" b="b"/>
              <a:pathLst>
                <a:path w="2000" h="1349">
                  <a:moveTo>
                    <a:pt x="2000" y="0"/>
                  </a:moveTo>
                  <a:lnTo>
                    <a:pt x="1361" y="0"/>
                  </a:lnTo>
                  <a:cubicBezTo>
                    <a:pt x="1285" y="208"/>
                    <a:pt x="1168" y="419"/>
                    <a:pt x="992" y="627"/>
                  </a:cubicBezTo>
                  <a:cubicBezTo>
                    <a:pt x="644" y="1036"/>
                    <a:pt x="259" y="1159"/>
                    <a:pt x="0" y="1193"/>
                  </a:cubicBezTo>
                  <a:lnTo>
                    <a:pt x="0" y="1349"/>
                  </a:lnTo>
                  <a:lnTo>
                    <a:pt x="2000" y="1349"/>
                  </a:lnTo>
                  <a:lnTo>
                    <a:pt x="2000" y="0"/>
                  </a:lnTo>
                  <a:close/>
                </a:path>
              </a:pathLst>
            </a:custGeom>
            <a:solidFill>
              <a:srgbClr val="90908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9" name="Freeform 8"/>
            <p:cNvSpPr/>
            <p:nvPr/>
          </p:nvSpPr>
          <p:spPr>
            <a:xfrm>
              <a:off x="8228520" y="6593040"/>
              <a:ext cx="56880" cy="82800"/>
            </a:xfrm>
            <a:custGeom>
              <a:avLst/>
              <a:gdLst/>
              <a:ahLst/>
              <a:cxnLst/>
              <a:rect l="l" t="t" r="r" b="b"/>
              <a:pathLst>
                <a:path w="264" h="371">
                  <a:moveTo>
                    <a:pt x="134" y="318"/>
                  </a:moveTo>
                  <a:cubicBezTo>
                    <a:pt x="183" y="318"/>
                    <a:pt x="198" y="308"/>
                    <a:pt x="198" y="265"/>
                  </a:cubicBezTo>
                  <a:cubicBezTo>
                    <a:pt x="198" y="216"/>
                    <a:pt x="182" y="204"/>
                    <a:pt x="132" y="203"/>
                  </a:cubicBezTo>
                  <a:lnTo>
                    <a:pt x="65" y="203"/>
                  </a:lnTo>
                  <a:lnTo>
                    <a:pt x="65" y="318"/>
                  </a:lnTo>
                  <a:lnTo>
                    <a:pt x="134" y="318"/>
                  </a:lnTo>
                  <a:close/>
                  <a:moveTo>
                    <a:pt x="65" y="53"/>
                  </a:moveTo>
                  <a:lnTo>
                    <a:pt x="65" y="155"/>
                  </a:lnTo>
                  <a:lnTo>
                    <a:pt x="131" y="155"/>
                  </a:lnTo>
                  <a:cubicBezTo>
                    <a:pt x="175" y="155"/>
                    <a:pt x="190" y="145"/>
                    <a:pt x="190" y="103"/>
                  </a:cubicBezTo>
                  <a:cubicBezTo>
                    <a:pt x="190" y="63"/>
                    <a:pt x="174" y="53"/>
                    <a:pt x="126" y="53"/>
                  </a:cubicBezTo>
                  <a:lnTo>
                    <a:pt x="65" y="53"/>
                  </a:lnTo>
                  <a:close/>
                  <a:moveTo>
                    <a:pt x="191" y="180"/>
                  </a:moveTo>
                  <a:cubicBezTo>
                    <a:pt x="245" y="185"/>
                    <a:pt x="264" y="219"/>
                    <a:pt x="264" y="277"/>
                  </a:cubicBezTo>
                  <a:cubicBezTo>
                    <a:pt x="264" y="351"/>
                    <a:pt x="230" y="371"/>
                    <a:pt x="145" y="371"/>
                  </a:cubicBezTo>
                  <a:cubicBezTo>
                    <a:pt x="79" y="371"/>
                    <a:pt x="44" y="371"/>
                    <a:pt x="0" y="367"/>
                  </a:cubicBezTo>
                  <a:lnTo>
                    <a:pt x="0" y="4"/>
                  </a:lnTo>
                  <a:cubicBezTo>
                    <a:pt x="39" y="1"/>
                    <a:pt x="71" y="0"/>
                    <a:pt x="129" y="0"/>
                  </a:cubicBezTo>
                  <a:cubicBezTo>
                    <a:pt x="220" y="0"/>
                    <a:pt x="253" y="20"/>
                    <a:pt x="253" y="95"/>
                  </a:cubicBezTo>
                  <a:cubicBezTo>
                    <a:pt x="253" y="147"/>
                    <a:pt x="235" y="174"/>
                    <a:pt x="191" y="178"/>
                  </a:cubicBezTo>
                  <a:lnTo>
                    <a:pt x="191" y="18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0" name="Freeform 9"/>
            <p:cNvSpPr/>
            <p:nvPr/>
          </p:nvSpPr>
          <p:spPr>
            <a:xfrm>
              <a:off x="8297640" y="6591960"/>
              <a:ext cx="63720" cy="83880"/>
            </a:xfrm>
            <a:custGeom>
              <a:avLst/>
              <a:gdLst/>
              <a:ahLst/>
              <a:cxnLst/>
              <a:rect l="l" t="t" r="r" b="b"/>
              <a:pathLst>
                <a:path w="299" h="376">
                  <a:moveTo>
                    <a:pt x="69" y="188"/>
                  </a:moveTo>
                  <a:cubicBezTo>
                    <a:pt x="69" y="289"/>
                    <a:pt x="88" y="320"/>
                    <a:pt x="149" y="320"/>
                  </a:cubicBezTo>
                  <a:cubicBezTo>
                    <a:pt x="211" y="320"/>
                    <a:pt x="230" y="289"/>
                    <a:pt x="230" y="188"/>
                  </a:cubicBezTo>
                  <a:cubicBezTo>
                    <a:pt x="230" y="87"/>
                    <a:pt x="211" y="56"/>
                    <a:pt x="149" y="56"/>
                  </a:cubicBezTo>
                  <a:cubicBezTo>
                    <a:pt x="88" y="56"/>
                    <a:pt x="69" y="87"/>
                    <a:pt x="69" y="188"/>
                  </a:cubicBezTo>
                  <a:close/>
                  <a:moveTo>
                    <a:pt x="299" y="188"/>
                  </a:moveTo>
                  <a:cubicBezTo>
                    <a:pt x="299" y="332"/>
                    <a:pt x="260" y="376"/>
                    <a:pt x="149" y="376"/>
                  </a:cubicBezTo>
                  <a:cubicBezTo>
                    <a:pt x="39" y="376"/>
                    <a:pt x="0" y="332"/>
                    <a:pt x="0" y="188"/>
                  </a:cubicBezTo>
                  <a:cubicBezTo>
                    <a:pt x="0" y="44"/>
                    <a:pt x="39" y="0"/>
                    <a:pt x="149" y="0"/>
                  </a:cubicBezTo>
                  <a:cubicBezTo>
                    <a:pt x="260" y="0"/>
                    <a:pt x="299" y="44"/>
                    <a:pt x="299" y="188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8376840" y="6594120"/>
              <a:ext cx="62640" cy="80640"/>
            </a:xfrm>
            <a:custGeom>
              <a:avLst/>
              <a:gdLst/>
              <a:ahLst/>
              <a:cxnLst/>
              <a:rect l="l" t="t" r="r" b="b"/>
              <a:pathLst>
                <a:path w="295" h="363">
                  <a:moveTo>
                    <a:pt x="295" y="339"/>
                  </a:moveTo>
                  <a:cubicBezTo>
                    <a:pt x="295" y="355"/>
                    <a:pt x="287" y="363"/>
                    <a:pt x="271" y="363"/>
                  </a:cubicBezTo>
                  <a:lnTo>
                    <a:pt x="219" y="363"/>
                  </a:lnTo>
                  <a:cubicBezTo>
                    <a:pt x="205" y="363"/>
                    <a:pt x="197" y="357"/>
                    <a:pt x="192" y="343"/>
                  </a:cubicBezTo>
                  <a:lnTo>
                    <a:pt x="90" y="121"/>
                  </a:lnTo>
                  <a:cubicBezTo>
                    <a:pt x="83" y="106"/>
                    <a:pt x="72" y="84"/>
                    <a:pt x="68" y="67"/>
                  </a:cubicBezTo>
                  <a:lnTo>
                    <a:pt x="62" y="67"/>
                  </a:lnTo>
                  <a:cubicBezTo>
                    <a:pt x="64" y="85"/>
                    <a:pt x="65" y="104"/>
                    <a:pt x="65" y="121"/>
                  </a:cubicBezTo>
                  <a:lnTo>
                    <a:pt x="65" y="363"/>
                  </a:lnTo>
                  <a:lnTo>
                    <a:pt x="0" y="363"/>
                  </a:lnTo>
                  <a:lnTo>
                    <a:pt x="0" y="25"/>
                  </a:lnTo>
                  <a:cubicBezTo>
                    <a:pt x="0" y="9"/>
                    <a:pt x="9" y="0"/>
                    <a:pt x="25" y="0"/>
                  </a:cubicBezTo>
                  <a:lnTo>
                    <a:pt x="76" y="0"/>
                  </a:lnTo>
                  <a:cubicBezTo>
                    <a:pt x="90" y="0"/>
                    <a:pt x="97" y="7"/>
                    <a:pt x="103" y="20"/>
                  </a:cubicBezTo>
                  <a:lnTo>
                    <a:pt x="202" y="237"/>
                  </a:lnTo>
                  <a:cubicBezTo>
                    <a:pt x="209" y="252"/>
                    <a:pt x="219" y="274"/>
                    <a:pt x="227" y="294"/>
                  </a:cubicBezTo>
                  <a:lnTo>
                    <a:pt x="234" y="294"/>
                  </a:lnTo>
                  <a:cubicBezTo>
                    <a:pt x="232" y="274"/>
                    <a:pt x="231" y="254"/>
                    <a:pt x="231" y="235"/>
                  </a:cubicBezTo>
                  <a:lnTo>
                    <a:pt x="231" y="0"/>
                  </a:lnTo>
                  <a:lnTo>
                    <a:pt x="295" y="0"/>
                  </a:lnTo>
                  <a:lnTo>
                    <a:pt x="295" y="339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8457120" y="6594120"/>
              <a:ext cx="62640" cy="80640"/>
            </a:xfrm>
            <a:custGeom>
              <a:avLst/>
              <a:gdLst/>
              <a:ahLst/>
              <a:cxnLst/>
              <a:rect l="l" t="t" r="r" b="b"/>
              <a:pathLst>
                <a:path w="295" h="363">
                  <a:moveTo>
                    <a:pt x="295" y="339"/>
                  </a:moveTo>
                  <a:cubicBezTo>
                    <a:pt x="295" y="355"/>
                    <a:pt x="286" y="363"/>
                    <a:pt x="271" y="363"/>
                  </a:cubicBezTo>
                  <a:lnTo>
                    <a:pt x="219" y="363"/>
                  </a:lnTo>
                  <a:cubicBezTo>
                    <a:pt x="204" y="363"/>
                    <a:pt x="197" y="357"/>
                    <a:pt x="191" y="343"/>
                  </a:cubicBezTo>
                  <a:lnTo>
                    <a:pt x="89" y="121"/>
                  </a:lnTo>
                  <a:cubicBezTo>
                    <a:pt x="83" y="106"/>
                    <a:pt x="72" y="84"/>
                    <a:pt x="68" y="67"/>
                  </a:cubicBezTo>
                  <a:lnTo>
                    <a:pt x="62" y="67"/>
                  </a:lnTo>
                  <a:cubicBezTo>
                    <a:pt x="64" y="85"/>
                    <a:pt x="65" y="104"/>
                    <a:pt x="65" y="121"/>
                  </a:cubicBezTo>
                  <a:lnTo>
                    <a:pt x="65" y="363"/>
                  </a:lnTo>
                  <a:lnTo>
                    <a:pt x="0" y="363"/>
                  </a:lnTo>
                  <a:lnTo>
                    <a:pt x="0" y="25"/>
                  </a:lnTo>
                  <a:cubicBezTo>
                    <a:pt x="0" y="9"/>
                    <a:pt x="9" y="0"/>
                    <a:pt x="25" y="0"/>
                  </a:cubicBezTo>
                  <a:lnTo>
                    <a:pt x="76" y="0"/>
                  </a:lnTo>
                  <a:cubicBezTo>
                    <a:pt x="90" y="0"/>
                    <a:pt x="97" y="7"/>
                    <a:pt x="103" y="20"/>
                  </a:cubicBezTo>
                  <a:lnTo>
                    <a:pt x="202" y="237"/>
                  </a:lnTo>
                  <a:cubicBezTo>
                    <a:pt x="209" y="252"/>
                    <a:pt x="219" y="274"/>
                    <a:pt x="227" y="294"/>
                  </a:cubicBezTo>
                  <a:lnTo>
                    <a:pt x="233" y="294"/>
                  </a:lnTo>
                  <a:cubicBezTo>
                    <a:pt x="232" y="274"/>
                    <a:pt x="231" y="254"/>
                    <a:pt x="231" y="235"/>
                  </a:cubicBezTo>
                  <a:lnTo>
                    <a:pt x="231" y="0"/>
                  </a:lnTo>
                  <a:lnTo>
                    <a:pt x="295" y="0"/>
                  </a:lnTo>
                  <a:lnTo>
                    <a:pt x="295" y="339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525080" y="6594120"/>
              <a:ext cx="56880" cy="81720"/>
            </a:xfrm>
            <a:custGeom>
              <a:avLst/>
              <a:gdLst/>
              <a:ahLst/>
              <a:cxnLst/>
              <a:rect l="l" t="t" r="r" b="b"/>
              <a:pathLst>
                <a:path w="267" h="370">
                  <a:moveTo>
                    <a:pt x="267" y="223"/>
                  </a:moveTo>
                  <a:cubicBezTo>
                    <a:pt x="267" y="330"/>
                    <a:pt x="232" y="370"/>
                    <a:pt x="136" y="370"/>
                  </a:cubicBezTo>
                  <a:cubicBezTo>
                    <a:pt x="36" y="370"/>
                    <a:pt x="0" y="330"/>
                    <a:pt x="0" y="223"/>
                  </a:cubicBezTo>
                  <a:lnTo>
                    <a:pt x="0" y="0"/>
                  </a:lnTo>
                  <a:lnTo>
                    <a:pt x="53" y="0"/>
                  </a:lnTo>
                  <a:lnTo>
                    <a:pt x="53" y="223"/>
                  </a:lnTo>
                  <a:cubicBezTo>
                    <a:pt x="53" y="298"/>
                    <a:pt x="73" y="323"/>
                    <a:pt x="134" y="323"/>
                  </a:cubicBezTo>
                  <a:cubicBezTo>
                    <a:pt x="193" y="323"/>
                    <a:pt x="215" y="298"/>
                    <a:pt x="215" y="223"/>
                  </a:cubicBezTo>
                  <a:lnTo>
                    <a:pt x="215" y="0"/>
                  </a:lnTo>
                  <a:lnTo>
                    <a:pt x="267" y="0"/>
                  </a:lnTo>
                  <a:lnTo>
                    <a:pt x="267" y="223"/>
                  </a:lnTo>
                  <a:close/>
                </a:path>
              </a:pathLst>
            </a:custGeom>
            <a:solidFill>
              <a:srgbClr val="90908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7600680" y="6594120"/>
              <a:ext cx="60840" cy="80640"/>
            </a:xfrm>
            <a:custGeom>
              <a:avLst/>
              <a:gdLst/>
              <a:ahLst/>
              <a:cxnLst/>
              <a:rect l="l" t="t" r="r" b="b"/>
              <a:pathLst>
                <a:path w="284" h="363">
                  <a:moveTo>
                    <a:pt x="284" y="343"/>
                  </a:moveTo>
                  <a:cubicBezTo>
                    <a:pt x="284" y="356"/>
                    <a:pt x="277" y="363"/>
                    <a:pt x="265" y="363"/>
                  </a:cubicBezTo>
                  <a:lnTo>
                    <a:pt x="215" y="363"/>
                  </a:lnTo>
                  <a:cubicBezTo>
                    <a:pt x="203" y="363"/>
                    <a:pt x="197" y="358"/>
                    <a:pt x="192" y="347"/>
                  </a:cubicBezTo>
                  <a:lnTo>
                    <a:pt x="79" y="100"/>
                  </a:lnTo>
                  <a:cubicBezTo>
                    <a:pt x="73" y="86"/>
                    <a:pt x="62" y="64"/>
                    <a:pt x="57" y="49"/>
                  </a:cubicBezTo>
                  <a:lnTo>
                    <a:pt x="50" y="49"/>
                  </a:lnTo>
                  <a:cubicBezTo>
                    <a:pt x="52" y="66"/>
                    <a:pt x="53" y="83"/>
                    <a:pt x="53" y="100"/>
                  </a:cubicBezTo>
                  <a:lnTo>
                    <a:pt x="53" y="363"/>
                  </a:lnTo>
                  <a:lnTo>
                    <a:pt x="0" y="363"/>
                  </a:lnTo>
                  <a:lnTo>
                    <a:pt x="0" y="21"/>
                  </a:lnTo>
                  <a:cubicBezTo>
                    <a:pt x="0" y="7"/>
                    <a:pt x="7" y="0"/>
                    <a:pt x="20" y="0"/>
                  </a:cubicBezTo>
                  <a:lnTo>
                    <a:pt x="68" y="0"/>
                  </a:lnTo>
                  <a:cubicBezTo>
                    <a:pt x="80" y="0"/>
                    <a:pt x="86" y="6"/>
                    <a:pt x="92" y="17"/>
                  </a:cubicBezTo>
                  <a:lnTo>
                    <a:pt x="202" y="257"/>
                  </a:lnTo>
                  <a:cubicBezTo>
                    <a:pt x="208" y="272"/>
                    <a:pt x="219" y="293"/>
                    <a:pt x="227" y="312"/>
                  </a:cubicBezTo>
                  <a:lnTo>
                    <a:pt x="235" y="312"/>
                  </a:lnTo>
                  <a:cubicBezTo>
                    <a:pt x="233" y="293"/>
                    <a:pt x="232" y="274"/>
                    <a:pt x="232" y="255"/>
                  </a:cubicBezTo>
                  <a:lnTo>
                    <a:pt x="232" y="0"/>
                  </a:lnTo>
                  <a:lnTo>
                    <a:pt x="284" y="0"/>
                  </a:lnTo>
                  <a:lnTo>
                    <a:pt x="284" y="343"/>
                  </a:lnTo>
                  <a:close/>
                </a:path>
              </a:pathLst>
            </a:custGeom>
            <a:solidFill>
              <a:srgbClr val="90908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680960" y="6594120"/>
              <a:ext cx="11160" cy="80640"/>
            </a:xfrm>
            <a:prstGeom prst="rect">
              <a:avLst/>
            </a:prstGeom>
            <a:solidFill>
              <a:srgbClr val="90908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7703640" y="6594120"/>
              <a:ext cx="65520" cy="80640"/>
            </a:xfrm>
            <a:custGeom>
              <a:avLst/>
              <a:gdLst/>
              <a:ahLst/>
              <a:cxnLst/>
              <a:rect l="l" t="t" r="r" b="b"/>
              <a:pathLst>
                <a:path w="306" h="363">
                  <a:moveTo>
                    <a:pt x="199" y="348"/>
                  </a:moveTo>
                  <a:cubicBezTo>
                    <a:pt x="197" y="357"/>
                    <a:pt x="189" y="363"/>
                    <a:pt x="179" y="363"/>
                  </a:cubicBezTo>
                  <a:lnTo>
                    <a:pt x="128" y="363"/>
                  </a:lnTo>
                  <a:cubicBezTo>
                    <a:pt x="118" y="363"/>
                    <a:pt x="110" y="357"/>
                    <a:pt x="108" y="348"/>
                  </a:cubicBezTo>
                  <a:lnTo>
                    <a:pt x="0" y="0"/>
                  </a:lnTo>
                  <a:lnTo>
                    <a:pt x="55" y="0"/>
                  </a:lnTo>
                  <a:lnTo>
                    <a:pt x="137" y="283"/>
                  </a:lnTo>
                  <a:cubicBezTo>
                    <a:pt x="140" y="296"/>
                    <a:pt x="143" y="310"/>
                    <a:pt x="147" y="323"/>
                  </a:cubicBezTo>
                  <a:lnTo>
                    <a:pt x="161" y="323"/>
                  </a:lnTo>
                  <a:cubicBezTo>
                    <a:pt x="163" y="310"/>
                    <a:pt x="167" y="296"/>
                    <a:pt x="171" y="283"/>
                  </a:cubicBezTo>
                  <a:lnTo>
                    <a:pt x="252" y="0"/>
                  </a:lnTo>
                  <a:lnTo>
                    <a:pt x="306" y="0"/>
                  </a:lnTo>
                  <a:lnTo>
                    <a:pt x="199" y="348"/>
                  </a:lnTo>
                  <a:close/>
                </a:path>
              </a:pathLst>
            </a:custGeom>
            <a:solidFill>
              <a:srgbClr val="90908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7780320" y="6594120"/>
              <a:ext cx="48240" cy="80640"/>
            </a:xfrm>
            <a:custGeom>
              <a:avLst/>
              <a:gdLst/>
              <a:ahLst/>
              <a:cxnLst/>
              <a:rect l="l" t="t" r="r" b="b"/>
              <a:pathLst>
                <a:path w="228" h="365">
                  <a:moveTo>
                    <a:pt x="228" y="361"/>
                  </a:moveTo>
                  <a:cubicBezTo>
                    <a:pt x="180" y="365"/>
                    <a:pt x="125" y="365"/>
                    <a:pt x="73" y="365"/>
                  </a:cubicBezTo>
                  <a:cubicBezTo>
                    <a:pt x="27" y="365"/>
                    <a:pt x="0" y="340"/>
                    <a:pt x="0" y="300"/>
                  </a:cubicBezTo>
                  <a:lnTo>
                    <a:pt x="0" y="65"/>
                  </a:lnTo>
                  <a:cubicBezTo>
                    <a:pt x="0" y="25"/>
                    <a:pt x="28" y="0"/>
                    <a:pt x="73" y="0"/>
                  </a:cubicBezTo>
                  <a:cubicBezTo>
                    <a:pt x="125" y="0"/>
                    <a:pt x="180" y="0"/>
                    <a:pt x="228" y="4"/>
                  </a:cubicBezTo>
                  <a:lnTo>
                    <a:pt x="226" y="45"/>
                  </a:lnTo>
                  <a:lnTo>
                    <a:pt x="82" y="45"/>
                  </a:lnTo>
                  <a:cubicBezTo>
                    <a:pt x="61" y="45"/>
                    <a:pt x="53" y="54"/>
                    <a:pt x="53" y="79"/>
                  </a:cubicBezTo>
                  <a:lnTo>
                    <a:pt x="53" y="152"/>
                  </a:lnTo>
                  <a:lnTo>
                    <a:pt x="206" y="152"/>
                  </a:lnTo>
                  <a:lnTo>
                    <a:pt x="206" y="194"/>
                  </a:lnTo>
                  <a:lnTo>
                    <a:pt x="53" y="194"/>
                  </a:lnTo>
                  <a:lnTo>
                    <a:pt x="53" y="287"/>
                  </a:lnTo>
                  <a:cubicBezTo>
                    <a:pt x="53" y="312"/>
                    <a:pt x="61" y="321"/>
                    <a:pt x="82" y="321"/>
                  </a:cubicBezTo>
                  <a:lnTo>
                    <a:pt x="226" y="321"/>
                  </a:lnTo>
                  <a:lnTo>
                    <a:pt x="228" y="361"/>
                  </a:lnTo>
                  <a:close/>
                </a:path>
              </a:pathLst>
            </a:custGeom>
            <a:solidFill>
              <a:srgbClr val="90908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7844400" y="6593040"/>
              <a:ext cx="55080" cy="81720"/>
            </a:xfrm>
            <a:custGeom>
              <a:avLst/>
              <a:gdLst/>
              <a:ahLst/>
              <a:cxnLst/>
              <a:rect l="l" t="t" r="r" b="b"/>
              <a:pathLst>
                <a:path w="260" h="367">
                  <a:moveTo>
                    <a:pt x="126" y="173"/>
                  </a:moveTo>
                  <a:cubicBezTo>
                    <a:pt x="177" y="172"/>
                    <a:pt x="194" y="158"/>
                    <a:pt x="194" y="108"/>
                  </a:cubicBezTo>
                  <a:cubicBezTo>
                    <a:pt x="194" y="58"/>
                    <a:pt x="177" y="45"/>
                    <a:pt x="126" y="45"/>
                  </a:cubicBezTo>
                  <a:cubicBezTo>
                    <a:pt x="98" y="45"/>
                    <a:pt x="72" y="45"/>
                    <a:pt x="52" y="45"/>
                  </a:cubicBezTo>
                  <a:lnTo>
                    <a:pt x="52" y="173"/>
                  </a:lnTo>
                  <a:lnTo>
                    <a:pt x="126" y="173"/>
                  </a:lnTo>
                  <a:close/>
                  <a:moveTo>
                    <a:pt x="204" y="367"/>
                  </a:moveTo>
                  <a:lnTo>
                    <a:pt x="173" y="254"/>
                  </a:lnTo>
                  <a:cubicBezTo>
                    <a:pt x="164" y="228"/>
                    <a:pt x="150" y="218"/>
                    <a:pt x="127" y="218"/>
                  </a:cubicBezTo>
                  <a:lnTo>
                    <a:pt x="52" y="217"/>
                  </a:lnTo>
                  <a:lnTo>
                    <a:pt x="52" y="367"/>
                  </a:lnTo>
                  <a:lnTo>
                    <a:pt x="0" y="367"/>
                  </a:lnTo>
                  <a:lnTo>
                    <a:pt x="0" y="4"/>
                  </a:lnTo>
                  <a:cubicBezTo>
                    <a:pt x="40" y="0"/>
                    <a:pt x="68" y="0"/>
                    <a:pt x="127" y="0"/>
                  </a:cubicBezTo>
                  <a:cubicBezTo>
                    <a:pt x="212" y="0"/>
                    <a:pt x="247" y="23"/>
                    <a:pt x="247" y="105"/>
                  </a:cubicBezTo>
                  <a:cubicBezTo>
                    <a:pt x="247" y="162"/>
                    <a:pt x="229" y="191"/>
                    <a:pt x="180" y="197"/>
                  </a:cubicBezTo>
                  <a:lnTo>
                    <a:pt x="180" y="200"/>
                  </a:lnTo>
                  <a:cubicBezTo>
                    <a:pt x="198" y="205"/>
                    <a:pt x="218" y="221"/>
                    <a:pt x="226" y="252"/>
                  </a:cubicBezTo>
                  <a:lnTo>
                    <a:pt x="260" y="367"/>
                  </a:lnTo>
                  <a:lnTo>
                    <a:pt x="204" y="367"/>
                  </a:lnTo>
                  <a:close/>
                </a:path>
              </a:pathLst>
            </a:custGeom>
            <a:solidFill>
              <a:srgbClr val="90908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7911360" y="6591960"/>
              <a:ext cx="51120" cy="83880"/>
            </a:xfrm>
            <a:custGeom>
              <a:avLst/>
              <a:gdLst/>
              <a:ahLst/>
              <a:cxnLst/>
              <a:rect l="l" t="t" r="r" b="b"/>
              <a:pathLst>
                <a:path w="243" h="375">
                  <a:moveTo>
                    <a:pt x="229" y="11"/>
                  </a:moveTo>
                  <a:lnTo>
                    <a:pt x="226" y="49"/>
                  </a:lnTo>
                  <a:cubicBezTo>
                    <a:pt x="195" y="48"/>
                    <a:pt x="156" y="47"/>
                    <a:pt x="122" y="47"/>
                  </a:cubicBezTo>
                  <a:cubicBezTo>
                    <a:pt x="72" y="47"/>
                    <a:pt x="53" y="49"/>
                    <a:pt x="53" y="97"/>
                  </a:cubicBezTo>
                  <a:cubicBezTo>
                    <a:pt x="53" y="135"/>
                    <a:pt x="67" y="145"/>
                    <a:pt x="97" y="152"/>
                  </a:cubicBezTo>
                  <a:lnTo>
                    <a:pt x="169" y="172"/>
                  </a:lnTo>
                  <a:cubicBezTo>
                    <a:pt x="225" y="188"/>
                    <a:pt x="243" y="221"/>
                    <a:pt x="243" y="276"/>
                  </a:cubicBezTo>
                  <a:cubicBezTo>
                    <a:pt x="243" y="359"/>
                    <a:pt x="206" y="375"/>
                    <a:pt x="119" y="375"/>
                  </a:cubicBezTo>
                  <a:cubicBezTo>
                    <a:pt x="96" y="375"/>
                    <a:pt x="56" y="374"/>
                    <a:pt x="5" y="365"/>
                  </a:cubicBezTo>
                  <a:lnTo>
                    <a:pt x="9" y="326"/>
                  </a:lnTo>
                  <a:cubicBezTo>
                    <a:pt x="75" y="328"/>
                    <a:pt x="93" y="329"/>
                    <a:pt x="120" y="329"/>
                  </a:cubicBezTo>
                  <a:cubicBezTo>
                    <a:pt x="173" y="328"/>
                    <a:pt x="189" y="320"/>
                    <a:pt x="189" y="275"/>
                  </a:cubicBezTo>
                  <a:cubicBezTo>
                    <a:pt x="189" y="236"/>
                    <a:pt x="175" y="227"/>
                    <a:pt x="146" y="219"/>
                  </a:cubicBezTo>
                  <a:lnTo>
                    <a:pt x="72" y="199"/>
                  </a:lnTo>
                  <a:cubicBezTo>
                    <a:pt x="19" y="184"/>
                    <a:pt x="0" y="151"/>
                    <a:pt x="0" y="96"/>
                  </a:cubicBezTo>
                  <a:cubicBezTo>
                    <a:pt x="0" y="12"/>
                    <a:pt x="38" y="0"/>
                    <a:pt x="120" y="0"/>
                  </a:cubicBezTo>
                  <a:cubicBezTo>
                    <a:pt x="154" y="0"/>
                    <a:pt x="192" y="2"/>
                    <a:pt x="229" y="11"/>
                  </a:cubicBezTo>
                  <a:close/>
                </a:path>
              </a:pathLst>
            </a:custGeom>
            <a:solidFill>
              <a:srgbClr val="90908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978320" y="6594120"/>
              <a:ext cx="11160" cy="80640"/>
            </a:xfrm>
            <a:prstGeom prst="rect">
              <a:avLst/>
            </a:prstGeom>
            <a:solidFill>
              <a:srgbClr val="90908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8001000" y="6594120"/>
              <a:ext cx="60840" cy="80640"/>
            </a:xfrm>
            <a:custGeom>
              <a:avLst/>
              <a:gdLst/>
              <a:ahLst/>
              <a:cxnLst/>
              <a:rect l="l" t="t" r="r" b="b"/>
              <a:pathLst>
                <a:path w="283" h="363">
                  <a:moveTo>
                    <a:pt x="168" y="47"/>
                  </a:moveTo>
                  <a:lnTo>
                    <a:pt x="168" y="363"/>
                  </a:lnTo>
                  <a:lnTo>
                    <a:pt x="114" y="363"/>
                  </a:lnTo>
                  <a:lnTo>
                    <a:pt x="114" y="47"/>
                  </a:lnTo>
                  <a:lnTo>
                    <a:pt x="0" y="47"/>
                  </a:lnTo>
                  <a:lnTo>
                    <a:pt x="0" y="0"/>
                  </a:lnTo>
                  <a:lnTo>
                    <a:pt x="283" y="0"/>
                  </a:lnTo>
                  <a:lnTo>
                    <a:pt x="283" y="47"/>
                  </a:lnTo>
                  <a:lnTo>
                    <a:pt x="168" y="47"/>
                  </a:lnTo>
                  <a:close/>
                </a:path>
              </a:pathLst>
            </a:custGeom>
            <a:solidFill>
              <a:srgbClr val="90908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8059320" y="6572160"/>
              <a:ext cx="68400" cy="102960"/>
            </a:xfrm>
            <a:custGeom>
              <a:avLst/>
              <a:gdLst/>
              <a:ahLst/>
              <a:cxnLst/>
              <a:rect l="l" t="t" r="r" b="b"/>
              <a:pathLst>
                <a:path w="321" h="459">
                  <a:moveTo>
                    <a:pt x="199" y="57"/>
                  </a:moveTo>
                  <a:cubicBezTo>
                    <a:pt x="189" y="57"/>
                    <a:pt x="185" y="53"/>
                    <a:pt x="185" y="43"/>
                  </a:cubicBezTo>
                  <a:lnTo>
                    <a:pt x="185" y="14"/>
                  </a:lnTo>
                  <a:cubicBezTo>
                    <a:pt x="185" y="6"/>
                    <a:pt x="189" y="0"/>
                    <a:pt x="199" y="0"/>
                  </a:cubicBezTo>
                  <a:lnTo>
                    <a:pt x="215" y="0"/>
                  </a:lnTo>
                  <a:cubicBezTo>
                    <a:pt x="224" y="0"/>
                    <a:pt x="230" y="6"/>
                    <a:pt x="230" y="14"/>
                  </a:cubicBezTo>
                  <a:lnTo>
                    <a:pt x="230" y="43"/>
                  </a:lnTo>
                  <a:cubicBezTo>
                    <a:pt x="230" y="53"/>
                    <a:pt x="224" y="57"/>
                    <a:pt x="215" y="57"/>
                  </a:cubicBezTo>
                  <a:lnTo>
                    <a:pt x="199" y="57"/>
                  </a:lnTo>
                  <a:close/>
                  <a:moveTo>
                    <a:pt x="176" y="166"/>
                  </a:moveTo>
                  <a:cubicBezTo>
                    <a:pt x="173" y="157"/>
                    <a:pt x="170" y="146"/>
                    <a:pt x="167" y="137"/>
                  </a:cubicBezTo>
                  <a:lnTo>
                    <a:pt x="153" y="137"/>
                  </a:lnTo>
                  <a:cubicBezTo>
                    <a:pt x="150" y="146"/>
                    <a:pt x="147" y="157"/>
                    <a:pt x="144" y="166"/>
                  </a:cubicBezTo>
                  <a:lnTo>
                    <a:pt x="102" y="304"/>
                  </a:lnTo>
                  <a:lnTo>
                    <a:pt x="218" y="304"/>
                  </a:lnTo>
                  <a:lnTo>
                    <a:pt x="176" y="166"/>
                  </a:lnTo>
                  <a:close/>
                  <a:moveTo>
                    <a:pt x="105" y="57"/>
                  </a:moveTo>
                  <a:cubicBezTo>
                    <a:pt x="96" y="57"/>
                    <a:pt x="92" y="53"/>
                    <a:pt x="92" y="43"/>
                  </a:cubicBezTo>
                  <a:lnTo>
                    <a:pt x="92" y="14"/>
                  </a:lnTo>
                  <a:cubicBezTo>
                    <a:pt x="92" y="6"/>
                    <a:pt x="96" y="0"/>
                    <a:pt x="105" y="0"/>
                  </a:cubicBezTo>
                  <a:lnTo>
                    <a:pt x="122" y="0"/>
                  </a:lnTo>
                  <a:cubicBezTo>
                    <a:pt x="132" y="0"/>
                    <a:pt x="136" y="6"/>
                    <a:pt x="136" y="14"/>
                  </a:cubicBezTo>
                  <a:lnTo>
                    <a:pt x="136" y="43"/>
                  </a:lnTo>
                  <a:cubicBezTo>
                    <a:pt x="136" y="53"/>
                    <a:pt x="132" y="57"/>
                    <a:pt x="122" y="57"/>
                  </a:cubicBezTo>
                  <a:lnTo>
                    <a:pt x="105" y="57"/>
                  </a:lnTo>
                  <a:close/>
                  <a:moveTo>
                    <a:pt x="88" y="350"/>
                  </a:moveTo>
                  <a:lnTo>
                    <a:pt x="54" y="459"/>
                  </a:lnTo>
                  <a:lnTo>
                    <a:pt x="0" y="459"/>
                  </a:lnTo>
                  <a:lnTo>
                    <a:pt x="114" y="110"/>
                  </a:lnTo>
                  <a:cubicBezTo>
                    <a:pt x="116" y="102"/>
                    <a:pt x="124" y="96"/>
                    <a:pt x="133" y="96"/>
                  </a:cubicBezTo>
                  <a:lnTo>
                    <a:pt x="187" y="96"/>
                  </a:lnTo>
                  <a:cubicBezTo>
                    <a:pt x="196" y="96"/>
                    <a:pt x="204" y="102"/>
                    <a:pt x="206" y="110"/>
                  </a:cubicBezTo>
                  <a:lnTo>
                    <a:pt x="321" y="459"/>
                  </a:lnTo>
                  <a:lnTo>
                    <a:pt x="266" y="459"/>
                  </a:lnTo>
                  <a:lnTo>
                    <a:pt x="233" y="350"/>
                  </a:lnTo>
                  <a:lnTo>
                    <a:pt x="88" y="350"/>
                  </a:lnTo>
                  <a:close/>
                </a:path>
              </a:pathLst>
            </a:custGeom>
            <a:solidFill>
              <a:srgbClr val="90908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8125560" y="6594120"/>
              <a:ext cx="59760" cy="80640"/>
            </a:xfrm>
            <a:custGeom>
              <a:avLst/>
              <a:gdLst/>
              <a:ahLst/>
              <a:cxnLst/>
              <a:rect l="l" t="t" r="r" b="b"/>
              <a:pathLst>
                <a:path w="282" h="363">
                  <a:moveTo>
                    <a:pt x="167" y="47"/>
                  </a:moveTo>
                  <a:lnTo>
                    <a:pt x="167" y="363"/>
                  </a:lnTo>
                  <a:lnTo>
                    <a:pt x="114" y="363"/>
                  </a:lnTo>
                  <a:lnTo>
                    <a:pt x="114" y="47"/>
                  </a:lnTo>
                  <a:lnTo>
                    <a:pt x="0" y="47"/>
                  </a:lnTo>
                  <a:lnTo>
                    <a:pt x="0" y="0"/>
                  </a:lnTo>
                  <a:lnTo>
                    <a:pt x="282" y="0"/>
                  </a:lnTo>
                  <a:lnTo>
                    <a:pt x="282" y="47"/>
                  </a:lnTo>
                  <a:lnTo>
                    <a:pt x="167" y="47"/>
                  </a:lnTo>
                  <a:close/>
                </a:path>
              </a:pathLst>
            </a:custGeom>
            <a:solidFill>
              <a:srgbClr val="90908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</p:grpSp>
      <p:pic>
        <p:nvPicPr>
          <p:cNvPr id="24" name="Picture 5" descr="A blue and pink triangle on a black background&#10;&#10;Description automatically generated"/>
          <p:cNvPicPr/>
          <p:nvPr/>
        </p:nvPicPr>
        <p:blipFill>
          <a:blip r:embed="rId16"/>
          <a:stretch/>
        </p:blipFill>
        <p:spPr>
          <a:xfrm>
            <a:off x="2514600" y="6095880"/>
            <a:ext cx="1505520" cy="830160"/>
          </a:xfrm>
          <a:prstGeom prst="rect">
            <a:avLst/>
          </a:prstGeom>
          <a:ln w="0">
            <a:noFill/>
          </a:ln>
        </p:spPr>
      </p:pic>
      <p:pic>
        <p:nvPicPr>
          <p:cNvPr id="25" name="Picture 1"/>
          <p:cNvPicPr/>
          <p:nvPr/>
        </p:nvPicPr>
        <p:blipFill>
          <a:blip r:embed="rId17"/>
          <a:stretch/>
        </p:blipFill>
        <p:spPr>
          <a:xfrm>
            <a:off x="6580080" y="329400"/>
            <a:ext cx="1954080" cy="667080"/>
          </a:xfrm>
          <a:prstGeom prst="rect">
            <a:avLst/>
          </a:prstGeom>
          <a:ln w="0">
            <a:noFill/>
          </a:ln>
        </p:spPr>
      </p:pic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77960" y="2666880"/>
            <a:ext cx="7772400" cy="9932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200" b="0" strike="noStrike" spc="-1">
                <a:solidFill>
                  <a:srgbClr val="0064C8"/>
                </a:solidFill>
                <a:latin typeface="Century Gothic"/>
              </a:rPr>
              <a:t>My talk – first line</a:t>
            </a:r>
            <a:br/>
            <a:r>
              <a:rPr lang="en-US" sz="3200" b="0" strike="noStrike" spc="-1">
                <a:solidFill>
                  <a:srgbClr val="0064C8"/>
                </a:solidFill>
                <a:latin typeface="Century Gothic"/>
              </a:rPr>
              <a:t>second line</a:t>
            </a:r>
            <a:endParaRPr lang="en-US" sz="3200" b="0" strike="noStrike" spc="-1">
              <a:solidFill>
                <a:srgbClr val="000000"/>
              </a:solidFill>
              <a:latin typeface="Century Gothic"/>
            </a:endParaRPr>
          </a:p>
        </p:txBody>
      </p:sp>
      <p:pic>
        <p:nvPicPr>
          <p:cNvPr id="27" name="Picture 4" descr="bit-lsi-logo-final"/>
          <p:cNvPicPr/>
          <p:nvPr/>
        </p:nvPicPr>
        <p:blipFill>
          <a:blip r:embed="rId18"/>
          <a:stretch/>
        </p:blipFill>
        <p:spPr>
          <a:xfrm>
            <a:off x="609480" y="317520"/>
            <a:ext cx="1433520" cy="1022760"/>
          </a:xfrm>
          <a:prstGeom prst="rect">
            <a:avLst/>
          </a:prstGeom>
          <a:ln w="0">
            <a:noFill/>
          </a:ln>
        </p:spPr>
      </p:pic>
      <p:sp>
        <p:nvSpPr>
          <p:cNvPr id="28" name="Line 7"/>
          <p:cNvSpPr/>
          <p:nvPr/>
        </p:nvSpPr>
        <p:spPr>
          <a:xfrm>
            <a:off x="687240" y="2060280"/>
            <a:ext cx="7770960" cy="360"/>
          </a:xfrm>
          <a:prstGeom prst="line">
            <a:avLst/>
          </a:prstGeom>
          <a:ln w="19050">
            <a:solidFill>
              <a:srgbClr val="016AC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29" name="Line 8"/>
          <p:cNvSpPr/>
          <p:nvPr/>
        </p:nvSpPr>
        <p:spPr>
          <a:xfrm>
            <a:off x="687240" y="2060280"/>
            <a:ext cx="360" cy="835200"/>
          </a:xfrm>
          <a:prstGeom prst="line">
            <a:avLst/>
          </a:prstGeom>
          <a:ln w="19050">
            <a:solidFill>
              <a:srgbClr val="016AC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30" name="Line 9"/>
          <p:cNvSpPr/>
          <p:nvPr/>
        </p:nvSpPr>
        <p:spPr>
          <a:xfrm>
            <a:off x="1829880" y="4190760"/>
            <a:ext cx="6628320" cy="360"/>
          </a:xfrm>
          <a:prstGeom prst="line">
            <a:avLst/>
          </a:prstGeom>
          <a:ln w="19050">
            <a:solidFill>
              <a:srgbClr val="016AC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31" name="Line 10"/>
          <p:cNvSpPr/>
          <p:nvPr/>
        </p:nvSpPr>
        <p:spPr>
          <a:xfrm>
            <a:off x="687240" y="2060280"/>
            <a:ext cx="7770960" cy="360"/>
          </a:xfrm>
          <a:prstGeom prst="line">
            <a:avLst/>
          </a:prstGeom>
          <a:ln w="19050">
            <a:solidFill>
              <a:srgbClr val="0064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32" name="Line 11"/>
          <p:cNvSpPr/>
          <p:nvPr/>
        </p:nvSpPr>
        <p:spPr>
          <a:xfrm>
            <a:off x="687240" y="2060280"/>
            <a:ext cx="360" cy="835200"/>
          </a:xfrm>
          <a:prstGeom prst="line">
            <a:avLst/>
          </a:prstGeom>
          <a:ln w="19050">
            <a:solidFill>
              <a:srgbClr val="0064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33" name="Line 12"/>
          <p:cNvSpPr/>
          <p:nvPr/>
        </p:nvSpPr>
        <p:spPr>
          <a:xfrm>
            <a:off x="1829880" y="4190760"/>
            <a:ext cx="6628320" cy="360"/>
          </a:xfrm>
          <a:prstGeom prst="line">
            <a:avLst/>
          </a:prstGeom>
          <a:ln w="19050">
            <a:solidFill>
              <a:srgbClr val="0064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pic>
        <p:nvPicPr>
          <p:cNvPr id="54" name="Picture 5" descr="A blue and pink triangle on a black background&#10;&#10;Description automatically generated"/>
          <p:cNvPicPr/>
          <p:nvPr/>
        </p:nvPicPr>
        <p:blipFill>
          <a:blip r:embed="rId19"/>
          <a:stretch/>
        </p:blipFill>
        <p:spPr>
          <a:xfrm>
            <a:off x="2913840" y="76320"/>
            <a:ext cx="2455200" cy="1353960"/>
          </a:xfrm>
          <a:prstGeom prst="rect">
            <a:avLst/>
          </a:prstGeom>
          <a:ln w="0">
            <a:noFill/>
          </a:ln>
        </p:spPr>
      </p:pic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Century Gothic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entury Gothic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Century Gothic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entury Gothic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entury Gothic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entury Gothic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entury Gothic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Picture 4" descr="bit-lsi-logo-final"/>
          <p:cNvPicPr/>
          <p:nvPr/>
        </p:nvPicPr>
        <p:blipFill>
          <a:blip r:embed="rId14"/>
          <a:stretch/>
        </p:blipFill>
        <p:spPr>
          <a:xfrm>
            <a:off x="303840" y="6204960"/>
            <a:ext cx="850320" cy="606600"/>
          </a:xfrm>
          <a:prstGeom prst="rect">
            <a:avLst/>
          </a:prstGeom>
          <a:ln w="0">
            <a:noFill/>
          </a:ln>
        </p:spPr>
      </p:pic>
      <p:pic>
        <p:nvPicPr>
          <p:cNvPr id="93" name="Picture 14"/>
          <p:cNvPicPr/>
          <p:nvPr/>
        </p:nvPicPr>
        <p:blipFill>
          <a:blip r:embed="rId15"/>
          <a:stretch/>
        </p:blipFill>
        <p:spPr>
          <a:xfrm>
            <a:off x="5330880" y="6248520"/>
            <a:ext cx="1327320" cy="452880"/>
          </a:xfrm>
          <a:prstGeom prst="rect">
            <a:avLst/>
          </a:prstGeom>
          <a:ln w="0">
            <a:noFill/>
          </a:ln>
        </p:spPr>
      </p:pic>
      <p:sp>
        <p:nvSpPr>
          <p:cNvPr id="94" name="Line 7"/>
          <p:cNvSpPr/>
          <p:nvPr/>
        </p:nvSpPr>
        <p:spPr>
          <a:xfrm>
            <a:off x="306000" y="6172200"/>
            <a:ext cx="8533080" cy="360"/>
          </a:xfrm>
          <a:prstGeom prst="line">
            <a:avLst/>
          </a:prstGeom>
          <a:ln w="19050">
            <a:solidFill>
              <a:srgbClr val="016AC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sp>
        <p:nvSpPr>
          <p:cNvPr id="95" name="Line 8"/>
          <p:cNvSpPr/>
          <p:nvPr/>
        </p:nvSpPr>
        <p:spPr>
          <a:xfrm>
            <a:off x="306000" y="6172200"/>
            <a:ext cx="8533080" cy="360"/>
          </a:xfrm>
          <a:prstGeom prst="line">
            <a:avLst/>
          </a:prstGeom>
          <a:ln w="19050">
            <a:solidFill>
              <a:srgbClr val="0064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pt-PT"/>
          </a:p>
        </p:txBody>
      </p:sp>
      <p:grpSp>
        <p:nvGrpSpPr>
          <p:cNvPr id="96" name="Gruppieren 69"/>
          <p:cNvGrpSpPr/>
          <p:nvPr/>
        </p:nvGrpSpPr>
        <p:grpSpPr>
          <a:xfrm>
            <a:off x="7525080" y="6248520"/>
            <a:ext cx="1126800" cy="453600"/>
            <a:chOff x="7525080" y="6248520"/>
            <a:chExt cx="1126800" cy="453600"/>
          </a:xfrm>
        </p:grpSpPr>
        <p:sp>
          <p:nvSpPr>
            <p:cNvPr id="97" name="AutoShape 3"/>
            <p:cNvSpPr/>
            <p:nvPr/>
          </p:nvSpPr>
          <p:spPr>
            <a:xfrm>
              <a:off x="7525080" y="6248520"/>
              <a:ext cx="1126800" cy="45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98" name="Freeform 5"/>
            <p:cNvSpPr/>
            <p:nvPr/>
          </p:nvSpPr>
          <p:spPr>
            <a:xfrm>
              <a:off x="8208720" y="6248520"/>
              <a:ext cx="273960" cy="247320"/>
            </a:xfrm>
            <a:custGeom>
              <a:avLst/>
              <a:gdLst/>
              <a:ahLst/>
              <a:cxnLst/>
              <a:rect l="l" t="t" r="r" b="b"/>
              <a:pathLst>
                <a:path w="1277" h="1104">
                  <a:moveTo>
                    <a:pt x="944" y="552"/>
                  </a:moveTo>
                  <a:cubicBezTo>
                    <a:pt x="1110" y="357"/>
                    <a:pt x="1203" y="197"/>
                    <a:pt x="1277" y="0"/>
                  </a:cubicBezTo>
                  <a:lnTo>
                    <a:pt x="0" y="0"/>
                  </a:lnTo>
                  <a:lnTo>
                    <a:pt x="0" y="1104"/>
                  </a:lnTo>
                  <a:cubicBezTo>
                    <a:pt x="253" y="1070"/>
                    <a:pt x="607" y="949"/>
                    <a:pt x="944" y="552"/>
                  </a:cubicBezTo>
                  <a:close/>
                </a:path>
              </a:pathLst>
            </a:custGeom>
            <a:solidFill>
              <a:srgbClr val="07529A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99" name="Rectangle 6"/>
            <p:cNvSpPr/>
            <p:nvPr/>
          </p:nvSpPr>
          <p:spPr>
            <a:xfrm>
              <a:off x="8208720" y="6570000"/>
              <a:ext cx="429840" cy="126000"/>
            </a:xfrm>
            <a:prstGeom prst="rect">
              <a:avLst/>
            </a:prstGeom>
            <a:solidFill>
              <a:srgbClr val="EAB90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00" name="Freeform 7"/>
            <p:cNvSpPr/>
            <p:nvPr/>
          </p:nvSpPr>
          <p:spPr>
            <a:xfrm>
              <a:off x="8208720" y="6248520"/>
              <a:ext cx="429840" cy="301320"/>
            </a:xfrm>
            <a:custGeom>
              <a:avLst/>
              <a:gdLst/>
              <a:ahLst/>
              <a:cxnLst/>
              <a:rect l="l" t="t" r="r" b="b"/>
              <a:pathLst>
                <a:path w="2000" h="1349">
                  <a:moveTo>
                    <a:pt x="2000" y="0"/>
                  </a:moveTo>
                  <a:lnTo>
                    <a:pt x="1361" y="0"/>
                  </a:lnTo>
                  <a:cubicBezTo>
                    <a:pt x="1285" y="208"/>
                    <a:pt x="1168" y="419"/>
                    <a:pt x="992" y="627"/>
                  </a:cubicBezTo>
                  <a:cubicBezTo>
                    <a:pt x="644" y="1036"/>
                    <a:pt x="259" y="1159"/>
                    <a:pt x="0" y="1193"/>
                  </a:cubicBezTo>
                  <a:lnTo>
                    <a:pt x="0" y="1349"/>
                  </a:lnTo>
                  <a:lnTo>
                    <a:pt x="2000" y="1349"/>
                  </a:lnTo>
                  <a:lnTo>
                    <a:pt x="2000" y="0"/>
                  </a:lnTo>
                  <a:close/>
                </a:path>
              </a:pathLst>
            </a:custGeom>
            <a:solidFill>
              <a:srgbClr val="90908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01" name="Freeform 8"/>
            <p:cNvSpPr/>
            <p:nvPr/>
          </p:nvSpPr>
          <p:spPr>
            <a:xfrm>
              <a:off x="8228520" y="6593040"/>
              <a:ext cx="56880" cy="82800"/>
            </a:xfrm>
            <a:custGeom>
              <a:avLst/>
              <a:gdLst/>
              <a:ahLst/>
              <a:cxnLst/>
              <a:rect l="l" t="t" r="r" b="b"/>
              <a:pathLst>
                <a:path w="264" h="371">
                  <a:moveTo>
                    <a:pt x="134" y="318"/>
                  </a:moveTo>
                  <a:cubicBezTo>
                    <a:pt x="183" y="318"/>
                    <a:pt x="198" y="308"/>
                    <a:pt x="198" y="265"/>
                  </a:cubicBezTo>
                  <a:cubicBezTo>
                    <a:pt x="198" y="216"/>
                    <a:pt x="182" y="204"/>
                    <a:pt x="132" y="203"/>
                  </a:cubicBezTo>
                  <a:lnTo>
                    <a:pt x="65" y="203"/>
                  </a:lnTo>
                  <a:lnTo>
                    <a:pt x="65" y="318"/>
                  </a:lnTo>
                  <a:lnTo>
                    <a:pt x="134" y="318"/>
                  </a:lnTo>
                  <a:close/>
                  <a:moveTo>
                    <a:pt x="65" y="53"/>
                  </a:moveTo>
                  <a:lnTo>
                    <a:pt x="65" y="155"/>
                  </a:lnTo>
                  <a:lnTo>
                    <a:pt x="131" y="155"/>
                  </a:lnTo>
                  <a:cubicBezTo>
                    <a:pt x="175" y="155"/>
                    <a:pt x="190" y="145"/>
                    <a:pt x="190" y="103"/>
                  </a:cubicBezTo>
                  <a:cubicBezTo>
                    <a:pt x="190" y="63"/>
                    <a:pt x="174" y="53"/>
                    <a:pt x="126" y="53"/>
                  </a:cubicBezTo>
                  <a:lnTo>
                    <a:pt x="65" y="53"/>
                  </a:lnTo>
                  <a:close/>
                  <a:moveTo>
                    <a:pt x="191" y="180"/>
                  </a:moveTo>
                  <a:cubicBezTo>
                    <a:pt x="245" y="185"/>
                    <a:pt x="264" y="219"/>
                    <a:pt x="264" y="277"/>
                  </a:cubicBezTo>
                  <a:cubicBezTo>
                    <a:pt x="264" y="351"/>
                    <a:pt x="230" y="371"/>
                    <a:pt x="145" y="371"/>
                  </a:cubicBezTo>
                  <a:cubicBezTo>
                    <a:pt x="79" y="371"/>
                    <a:pt x="44" y="371"/>
                    <a:pt x="0" y="367"/>
                  </a:cubicBezTo>
                  <a:lnTo>
                    <a:pt x="0" y="4"/>
                  </a:lnTo>
                  <a:cubicBezTo>
                    <a:pt x="39" y="1"/>
                    <a:pt x="71" y="0"/>
                    <a:pt x="129" y="0"/>
                  </a:cubicBezTo>
                  <a:cubicBezTo>
                    <a:pt x="220" y="0"/>
                    <a:pt x="253" y="20"/>
                    <a:pt x="253" y="95"/>
                  </a:cubicBezTo>
                  <a:cubicBezTo>
                    <a:pt x="253" y="147"/>
                    <a:pt x="235" y="174"/>
                    <a:pt x="191" y="178"/>
                  </a:cubicBezTo>
                  <a:lnTo>
                    <a:pt x="191" y="18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02" name="Freeform 9"/>
            <p:cNvSpPr/>
            <p:nvPr/>
          </p:nvSpPr>
          <p:spPr>
            <a:xfrm>
              <a:off x="8297640" y="6591960"/>
              <a:ext cx="63720" cy="83880"/>
            </a:xfrm>
            <a:custGeom>
              <a:avLst/>
              <a:gdLst/>
              <a:ahLst/>
              <a:cxnLst/>
              <a:rect l="l" t="t" r="r" b="b"/>
              <a:pathLst>
                <a:path w="299" h="376">
                  <a:moveTo>
                    <a:pt x="69" y="188"/>
                  </a:moveTo>
                  <a:cubicBezTo>
                    <a:pt x="69" y="289"/>
                    <a:pt x="88" y="320"/>
                    <a:pt x="149" y="320"/>
                  </a:cubicBezTo>
                  <a:cubicBezTo>
                    <a:pt x="211" y="320"/>
                    <a:pt x="230" y="289"/>
                    <a:pt x="230" y="188"/>
                  </a:cubicBezTo>
                  <a:cubicBezTo>
                    <a:pt x="230" y="87"/>
                    <a:pt x="211" y="56"/>
                    <a:pt x="149" y="56"/>
                  </a:cubicBezTo>
                  <a:cubicBezTo>
                    <a:pt x="88" y="56"/>
                    <a:pt x="69" y="87"/>
                    <a:pt x="69" y="188"/>
                  </a:cubicBezTo>
                  <a:close/>
                  <a:moveTo>
                    <a:pt x="299" y="188"/>
                  </a:moveTo>
                  <a:cubicBezTo>
                    <a:pt x="299" y="332"/>
                    <a:pt x="260" y="376"/>
                    <a:pt x="149" y="376"/>
                  </a:cubicBezTo>
                  <a:cubicBezTo>
                    <a:pt x="39" y="376"/>
                    <a:pt x="0" y="332"/>
                    <a:pt x="0" y="188"/>
                  </a:cubicBezTo>
                  <a:cubicBezTo>
                    <a:pt x="0" y="44"/>
                    <a:pt x="39" y="0"/>
                    <a:pt x="149" y="0"/>
                  </a:cubicBezTo>
                  <a:cubicBezTo>
                    <a:pt x="260" y="0"/>
                    <a:pt x="299" y="44"/>
                    <a:pt x="299" y="188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03" name="Freeform 10"/>
            <p:cNvSpPr/>
            <p:nvPr/>
          </p:nvSpPr>
          <p:spPr>
            <a:xfrm>
              <a:off x="8376840" y="6594120"/>
              <a:ext cx="62640" cy="80640"/>
            </a:xfrm>
            <a:custGeom>
              <a:avLst/>
              <a:gdLst/>
              <a:ahLst/>
              <a:cxnLst/>
              <a:rect l="l" t="t" r="r" b="b"/>
              <a:pathLst>
                <a:path w="295" h="363">
                  <a:moveTo>
                    <a:pt x="295" y="339"/>
                  </a:moveTo>
                  <a:cubicBezTo>
                    <a:pt x="295" y="355"/>
                    <a:pt x="287" y="363"/>
                    <a:pt x="271" y="363"/>
                  </a:cubicBezTo>
                  <a:lnTo>
                    <a:pt x="219" y="363"/>
                  </a:lnTo>
                  <a:cubicBezTo>
                    <a:pt x="205" y="363"/>
                    <a:pt x="197" y="357"/>
                    <a:pt x="192" y="343"/>
                  </a:cubicBezTo>
                  <a:lnTo>
                    <a:pt x="90" y="121"/>
                  </a:lnTo>
                  <a:cubicBezTo>
                    <a:pt x="83" y="106"/>
                    <a:pt x="72" y="84"/>
                    <a:pt x="68" y="67"/>
                  </a:cubicBezTo>
                  <a:lnTo>
                    <a:pt x="62" y="67"/>
                  </a:lnTo>
                  <a:cubicBezTo>
                    <a:pt x="64" y="85"/>
                    <a:pt x="65" y="104"/>
                    <a:pt x="65" y="121"/>
                  </a:cubicBezTo>
                  <a:lnTo>
                    <a:pt x="65" y="363"/>
                  </a:lnTo>
                  <a:lnTo>
                    <a:pt x="0" y="363"/>
                  </a:lnTo>
                  <a:lnTo>
                    <a:pt x="0" y="25"/>
                  </a:lnTo>
                  <a:cubicBezTo>
                    <a:pt x="0" y="9"/>
                    <a:pt x="9" y="0"/>
                    <a:pt x="25" y="0"/>
                  </a:cubicBezTo>
                  <a:lnTo>
                    <a:pt x="76" y="0"/>
                  </a:lnTo>
                  <a:cubicBezTo>
                    <a:pt x="90" y="0"/>
                    <a:pt x="97" y="7"/>
                    <a:pt x="103" y="20"/>
                  </a:cubicBezTo>
                  <a:lnTo>
                    <a:pt x="202" y="237"/>
                  </a:lnTo>
                  <a:cubicBezTo>
                    <a:pt x="209" y="252"/>
                    <a:pt x="219" y="274"/>
                    <a:pt x="227" y="294"/>
                  </a:cubicBezTo>
                  <a:lnTo>
                    <a:pt x="234" y="294"/>
                  </a:lnTo>
                  <a:cubicBezTo>
                    <a:pt x="232" y="274"/>
                    <a:pt x="231" y="254"/>
                    <a:pt x="231" y="235"/>
                  </a:cubicBezTo>
                  <a:lnTo>
                    <a:pt x="231" y="0"/>
                  </a:lnTo>
                  <a:lnTo>
                    <a:pt x="295" y="0"/>
                  </a:lnTo>
                  <a:lnTo>
                    <a:pt x="295" y="339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04" name="Freeform 11"/>
            <p:cNvSpPr/>
            <p:nvPr/>
          </p:nvSpPr>
          <p:spPr>
            <a:xfrm>
              <a:off x="8457120" y="6594120"/>
              <a:ext cx="62640" cy="80640"/>
            </a:xfrm>
            <a:custGeom>
              <a:avLst/>
              <a:gdLst/>
              <a:ahLst/>
              <a:cxnLst/>
              <a:rect l="l" t="t" r="r" b="b"/>
              <a:pathLst>
                <a:path w="295" h="363">
                  <a:moveTo>
                    <a:pt x="295" y="339"/>
                  </a:moveTo>
                  <a:cubicBezTo>
                    <a:pt x="295" y="355"/>
                    <a:pt x="286" y="363"/>
                    <a:pt x="271" y="363"/>
                  </a:cubicBezTo>
                  <a:lnTo>
                    <a:pt x="219" y="363"/>
                  </a:lnTo>
                  <a:cubicBezTo>
                    <a:pt x="204" y="363"/>
                    <a:pt x="197" y="357"/>
                    <a:pt x="191" y="343"/>
                  </a:cubicBezTo>
                  <a:lnTo>
                    <a:pt x="89" y="121"/>
                  </a:lnTo>
                  <a:cubicBezTo>
                    <a:pt x="83" y="106"/>
                    <a:pt x="72" y="84"/>
                    <a:pt x="68" y="67"/>
                  </a:cubicBezTo>
                  <a:lnTo>
                    <a:pt x="62" y="67"/>
                  </a:lnTo>
                  <a:cubicBezTo>
                    <a:pt x="64" y="85"/>
                    <a:pt x="65" y="104"/>
                    <a:pt x="65" y="121"/>
                  </a:cubicBezTo>
                  <a:lnTo>
                    <a:pt x="65" y="363"/>
                  </a:lnTo>
                  <a:lnTo>
                    <a:pt x="0" y="363"/>
                  </a:lnTo>
                  <a:lnTo>
                    <a:pt x="0" y="25"/>
                  </a:lnTo>
                  <a:cubicBezTo>
                    <a:pt x="0" y="9"/>
                    <a:pt x="9" y="0"/>
                    <a:pt x="25" y="0"/>
                  </a:cubicBezTo>
                  <a:lnTo>
                    <a:pt x="76" y="0"/>
                  </a:lnTo>
                  <a:cubicBezTo>
                    <a:pt x="90" y="0"/>
                    <a:pt x="97" y="7"/>
                    <a:pt x="103" y="20"/>
                  </a:cubicBezTo>
                  <a:lnTo>
                    <a:pt x="202" y="237"/>
                  </a:lnTo>
                  <a:cubicBezTo>
                    <a:pt x="209" y="252"/>
                    <a:pt x="219" y="274"/>
                    <a:pt x="227" y="294"/>
                  </a:cubicBezTo>
                  <a:lnTo>
                    <a:pt x="233" y="294"/>
                  </a:lnTo>
                  <a:cubicBezTo>
                    <a:pt x="232" y="274"/>
                    <a:pt x="231" y="254"/>
                    <a:pt x="231" y="235"/>
                  </a:cubicBezTo>
                  <a:lnTo>
                    <a:pt x="231" y="0"/>
                  </a:lnTo>
                  <a:lnTo>
                    <a:pt x="295" y="0"/>
                  </a:lnTo>
                  <a:lnTo>
                    <a:pt x="295" y="339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05" name="Freeform 12"/>
            <p:cNvSpPr/>
            <p:nvPr/>
          </p:nvSpPr>
          <p:spPr>
            <a:xfrm>
              <a:off x="7525080" y="6594120"/>
              <a:ext cx="56880" cy="81720"/>
            </a:xfrm>
            <a:custGeom>
              <a:avLst/>
              <a:gdLst/>
              <a:ahLst/>
              <a:cxnLst/>
              <a:rect l="l" t="t" r="r" b="b"/>
              <a:pathLst>
                <a:path w="267" h="370">
                  <a:moveTo>
                    <a:pt x="267" y="223"/>
                  </a:moveTo>
                  <a:cubicBezTo>
                    <a:pt x="267" y="330"/>
                    <a:pt x="232" y="370"/>
                    <a:pt x="136" y="370"/>
                  </a:cubicBezTo>
                  <a:cubicBezTo>
                    <a:pt x="36" y="370"/>
                    <a:pt x="0" y="330"/>
                    <a:pt x="0" y="223"/>
                  </a:cubicBezTo>
                  <a:lnTo>
                    <a:pt x="0" y="0"/>
                  </a:lnTo>
                  <a:lnTo>
                    <a:pt x="53" y="0"/>
                  </a:lnTo>
                  <a:lnTo>
                    <a:pt x="53" y="223"/>
                  </a:lnTo>
                  <a:cubicBezTo>
                    <a:pt x="53" y="298"/>
                    <a:pt x="73" y="323"/>
                    <a:pt x="134" y="323"/>
                  </a:cubicBezTo>
                  <a:cubicBezTo>
                    <a:pt x="193" y="323"/>
                    <a:pt x="215" y="298"/>
                    <a:pt x="215" y="223"/>
                  </a:cubicBezTo>
                  <a:lnTo>
                    <a:pt x="215" y="0"/>
                  </a:lnTo>
                  <a:lnTo>
                    <a:pt x="267" y="0"/>
                  </a:lnTo>
                  <a:lnTo>
                    <a:pt x="267" y="223"/>
                  </a:lnTo>
                  <a:close/>
                </a:path>
              </a:pathLst>
            </a:custGeom>
            <a:solidFill>
              <a:srgbClr val="90908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06" name="Freeform 13"/>
            <p:cNvSpPr/>
            <p:nvPr/>
          </p:nvSpPr>
          <p:spPr>
            <a:xfrm>
              <a:off x="7600680" y="6594120"/>
              <a:ext cx="60840" cy="80640"/>
            </a:xfrm>
            <a:custGeom>
              <a:avLst/>
              <a:gdLst/>
              <a:ahLst/>
              <a:cxnLst/>
              <a:rect l="l" t="t" r="r" b="b"/>
              <a:pathLst>
                <a:path w="284" h="363">
                  <a:moveTo>
                    <a:pt x="284" y="343"/>
                  </a:moveTo>
                  <a:cubicBezTo>
                    <a:pt x="284" y="356"/>
                    <a:pt x="277" y="363"/>
                    <a:pt x="265" y="363"/>
                  </a:cubicBezTo>
                  <a:lnTo>
                    <a:pt x="215" y="363"/>
                  </a:lnTo>
                  <a:cubicBezTo>
                    <a:pt x="203" y="363"/>
                    <a:pt x="197" y="358"/>
                    <a:pt x="192" y="347"/>
                  </a:cubicBezTo>
                  <a:lnTo>
                    <a:pt x="79" y="100"/>
                  </a:lnTo>
                  <a:cubicBezTo>
                    <a:pt x="73" y="86"/>
                    <a:pt x="62" y="64"/>
                    <a:pt x="57" y="49"/>
                  </a:cubicBezTo>
                  <a:lnTo>
                    <a:pt x="50" y="49"/>
                  </a:lnTo>
                  <a:cubicBezTo>
                    <a:pt x="52" y="66"/>
                    <a:pt x="53" y="83"/>
                    <a:pt x="53" y="100"/>
                  </a:cubicBezTo>
                  <a:lnTo>
                    <a:pt x="53" y="363"/>
                  </a:lnTo>
                  <a:lnTo>
                    <a:pt x="0" y="363"/>
                  </a:lnTo>
                  <a:lnTo>
                    <a:pt x="0" y="21"/>
                  </a:lnTo>
                  <a:cubicBezTo>
                    <a:pt x="0" y="7"/>
                    <a:pt x="7" y="0"/>
                    <a:pt x="20" y="0"/>
                  </a:cubicBezTo>
                  <a:lnTo>
                    <a:pt x="68" y="0"/>
                  </a:lnTo>
                  <a:cubicBezTo>
                    <a:pt x="80" y="0"/>
                    <a:pt x="86" y="6"/>
                    <a:pt x="92" y="17"/>
                  </a:cubicBezTo>
                  <a:lnTo>
                    <a:pt x="202" y="257"/>
                  </a:lnTo>
                  <a:cubicBezTo>
                    <a:pt x="208" y="272"/>
                    <a:pt x="219" y="293"/>
                    <a:pt x="227" y="312"/>
                  </a:cubicBezTo>
                  <a:lnTo>
                    <a:pt x="235" y="312"/>
                  </a:lnTo>
                  <a:cubicBezTo>
                    <a:pt x="233" y="293"/>
                    <a:pt x="232" y="274"/>
                    <a:pt x="232" y="255"/>
                  </a:cubicBezTo>
                  <a:lnTo>
                    <a:pt x="232" y="0"/>
                  </a:lnTo>
                  <a:lnTo>
                    <a:pt x="284" y="0"/>
                  </a:lnTo>
                  <a:lnTo>
                    <a:pt x="284" y="343"/>
                  </a:lnTo>
                  <a:close/>
                </a:path>
              </a:pathLst>
            </a:custGeom>
            <a:solidFill>
              <a:srgbClr val="90908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07" name="Rectangle 14"/>
            <p:cNvSpPr/>
            <p:nvPr/>
          </p:nvSpPr>
          <p:spPr>
            <a:xfrm>
              <a:off x="7680960" y="6594120"/>
              <a:ext cx="11160" cy="80640"/>
            </a:xfrm>
            <a:prstGeom prst="rect">
              <a:avLst/>
            </a:prstGeom>
            <a:solidFill>
              <a:srgbClr val="90908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08" name="Freeform 15"/>
            <p:cNvSpPr/>
            <p:nvPr/>
          </p:nvSpPr>
          <p:spPr>
            <a:xfrm>
              <a:off x="7703640" y="6594120"/>
              <a:ext cx="65520" cy="80640"/>
            </a:xfrm>
            <a:custGeom>
              <a:avLst/>
              <a:gdLst/>
              <a:ahLst/>
              <a:cxnLst/>
              <a:rect l="l" t="t" r="r" b="b"/>
              <a:pathLst>
                <a:path w="306" h="363">
                  <a:moveTo>
                    <a:pt x="199" y="348"/>
                  </a:moveTo>
                  <a:cubicBezTo>
                    <a:pt x="197" y="357"/>
                    <a:pt x="189" y="363"/>
                    <a:pt x="179" y="363"/>
                  </a:cubicBezTo>
                  <a:lnTo>
                    <a:pt x="128" y="363"/>
                  </a:lnTo>
                  <a:cubicBezTo>
                    <a:pt x="118" y="363"/>
                    <a:pt x="110" y="357"/>
                    <a:pt x="108" y="348"/>
                  </a:cubicBezTo>
                  <a:lnTo>
                    <a:pt x="0" y="0"/>
                  </a:lnTo>
                  <a:lnTo>
                    <a:pt x="55" y="0"/>
                  </a:lnTo>
                  <a:lnTo>
                    <a:pt x="137" y="283"/>
                  </a:lnTo>
                  <a:cubicBezTo>
                    <a:pt x="140" y="296"/>
                    <a:pt x="143" y="310"/>
                    <a:pt x="147" y="323"/>
                  </a:cubicBezTo>
                  <a:lnTo>
                    <a:pt x="161" y="323"/>
                  </a:lnTo>
                  <a:cubicBezTo>
                    <a:pt x="163" y="310"/>
                    <a:pt x="167" y="296"/>
                    <a:pt x="171" y="283"/>
                  </a:cubicBezTo>
                  <a:lnTo>
                    <a:pt x="252" y="0"/>
                  </a:lnTo>
                  <a:lnTo>
                    <a:pt x="306" y="0"/>
                  </a:lnTo>
                  <a:lnTo>
                    <a:pt x="199" y="348"/>
                  </a:lnTo>
                  <a:close/>
                </a:path>
              </a:pathLst>
            </a:custGeom>
            <a:solidFill>
              <a:srgbClr val="90908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09" name="Freeform 16"/>
            <p:cNvSpPr/>
            <p:nvPr/>
          </p:nvSpPr>
          <p:spPr>
            <a:xfrm>
              <a:off x="7780320" y="6594120"/>
              <a:ext cx="48240" cy="80640"/>
            </a:xfrm>
            <a:custGeom>
              <a:avLst/>
              <a:gdLst/>
              <a:ahLst/>
              <a:cxnLst/>
              <a:rect l="l" t="t" r="r" b="b"/>
              <a:pathLst>
                <a:path w="228" h="365">
                  <a:moveTo>
                    <a:pt x="228" y="361"/>
                  </a:moveTo>
                  <a:cubicBezTo>
                    <a:pt x="180" y="365"/>
                    <a:pt x="125" y="365"/>
                    <a:pt x="73" y="365"/>
                  </a:cubicBezTo>
                  <a:cubicBezTo>
                    <a:pt x="27" y="365"/>
                    <a:pt x="0" y="340"/>
                    <a:pt x="0" y="300"/>
                  </a:cubicBezTo>
                  <a:lnTo>
                    <a:pt x="0" y="65"/>
                  </a:lnTo>
                  <a:cubicBezTo>
                    <a:pt x="0" y="25"/>
                    <a:pt x="28" y="0"/>
                    <a:pt x="73" y="0"/>
                  </a:cubicBezTo>
                  <a:cubicBezTo>
                    <a:pt x="125" y="0"/>
                    <a:pt x="180" y="0"/>
                    <a:pt x="228" y="4"/>
                  </a:cubicBezTo>
                  <a:lnTo>
                    <a:pt x="226" y="45"/>
                  </a:lnTo>
                  <a:lnTo>
                    <a:pt x="82" y="45"/>
                  </a:lnTo>
                  <a:cubicBezTo>
                    <a:pt x="61" y="45"/>
                    <a:pt x="53" y="54"/>
                    <a:pt x="53" y="79"/>
                  </a:cubicBezTo>
                  <a:lnTo>
                    <a:pt x="53" y="152"/>
                  </a:lnTo>
                  <a:lnTo>
                    <a:pt x="206" y="152"/>
                  </a:lnTo>
                  <a:lnTo>
                    <a:pt x="206" y="194"/>
                  </a:lnTo>
                  <a:lnTo>
                    <a:pt x="53" y="194"/>
                  </a:lnTo>
                  <a:lnTo>
                    <a:pt x="53" y="287"/>
                  </a:lnTo>
                  <a:cubicBezTo>
                    <a:pt x="53" y="312"/>
                    <a:pt x="61" y="321"/>
                    <a:pt x="82" y="321"/>
                  </a:cubicBezTo>
                  <a:lnTo>
                    <a:pt x="226" y="321"/>
                  </a:lnTo>
                  <a:lnTo>
                    <a:pt x="228" y="361"/>
                  </a:lnTo>
                  <a:close/>
                </a:path>
              </a:pathLst>
            </a:custGeom>
            <a:solidFill>
              <a:srgbClr val="90908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10" name="Freeform 17"/>
            <p:cNvSpPr/>
            <p:nvPr/>
          </p:nvSpPr>
          <p:spPr>
            <a:xfrm>
              <a:off x="7844400" y="6593040"/>
              <a:ext cx="55080" cy="81720"/>
            </a:xfrm>
            <a:custGeom>
              <a:avLst/>
              <a:gdLst/>
              <a:ahLst/>
              <a:cxnLst/>
              <a:rect l="l" t="t" r="r" b="b"/>
              <a:pathLst>
                <a:path w="260" h="367">
                  <a:moveTo>
                    <a:pt x="126" y="173"/>
                  </a:moveTo>
                  <a:cubicBezTo>
                    <a:pt x="177" y="172"/>
                    <a:pt x="194" y="158"/>
                    <a:pt x="194" y="108"/>
                  </a:cubicBezTo>
                  <a:cubicBezTo>
                    <a:pt x="194" y="58"/>
                    <a:pt x="177" y="45"/>
                    <a:pt x="126" y="45"/>
                  </a:cubicBezTo>
                  <a:cubicBezTo>
                    <a:pt x="98" y="45"/>
                    <a:pt x="72" y="45"/>
                    <a:pt x="52" y="45"/>
                  </a:cubicBezTo>
                  <a:lnTo>
                    <a:pt x="52" y="173"/>
                  </a:lnTo>
                  <a:lnTo>
                    <a:pt x="126" y="173"/>
                  </a:lnTo>
                  <a:close/>
                  <a:moveTo>
                    <a:pt x="204" y="367"/>
                  </a:moveTo>
                  <a:lnTo>
                    <a:pt x="173" y="254"/>
                  </a:lnTo>
                  <a:cubicBezTo>
                    <a:pt x="164" y="228"/>
                    <a:pt x="150" y="218"/>
                    <a:pt x="127" y="218"/>
                  </a:cubicBezTo>
                  <a:lnTo>
                    <a:pt x="52" y="217"/>
                  </a:lnTo>
                  <a:lnTo>
                    <a:pt x="52" y="367"/>
                  </a:lnTo>
                  <a:lnTo>
                    <a:pt x="0" y="367"/>
                  </a:lnTo>
                  <a:lnTo>
                    <a:pt x="0" y="4"/>
                  </a:lnTo>
                  <a:cubicBezTo>
                    <a:pt x="40" y="0"/>
                    <a:pt x="68" y="0"/>
                    <a:pt x="127" y="0"/>
                  </a:cubicBezTo>
                  <a:cubicBezTo>
                    <a:pt x="212" y="0"/>
                    <a:pt x="247" y="23"/>
                    <a:pt x="247" y="105"/>
                  </a:cubicBezTo>
                  <a:cubicBezTo>
                    <a:pt x="247" y="162"/>
                    <a:pt x="229" y="191"/>
                    <a:pt x="180" y="197"/>
                  </a:cubicBezTo>
                  <a:lnTo>
                    <a:pt x="180" y="200"/>
                  </a:lnTo>
                  <a:cubicBezTo>
                    <a:pt x="198" y="205"/>
                    <a:pt x="218" y="221"/>
                    <a:pt x="226" y="252"/>
                  </a:cubicBezTo>
                  <a:lnTo>
                    <a:pt x="260" y="367"/>
                  </a:lnTo>
                  <a:lnTo>
                    <a:pt x="204" y="367"/>
                  </a:lnTo>
                  <a:close/>
                </a:path>
              </a:pathLst>
            </a:custGeom>
            <a:solidFill>
              <a:srgbClr val="90908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11" name="Freeform 18"/>
            <p:cNvSpPr/>
            <p:nvPr/>
          </p:nvSpPr>
          <p:spPr>
            <a:xfrm>
              <a:off x="7911360" y="6591960"/>
              <a:ext cx="51120" cy="83880"/>
            </a:xfrm>
            <a:custGeom>
              <a:avLst/>
              <a:gdLst/>
              <a:ahLst/>
              <a:cxnLst/>
              <a:rect l="l" t="t" r="r" b="b"/>
              <a:pathLst>
                <a:path w="243" h="375">
                  <a:moveTo>
                    <a:pt x="229" y="11"/>
                  </a:moveTo>
                  <a:lnTo>
                    <a:pt x="226" y="49"/>
                  </a:lnTo>
                  <a:cubicBezTo>
                    <a:pt x="195" y="48"/>
                    <a:pt x="156" y="47"/>
                    <a:pt x="122" y="47"/>
                  </a:cubicBezTo>
                  <a:cubicBezTo>
                    <a:pt x="72" y="47"/>
                    <a:pt x="53" y="49"/>
                    <a:pt x="53" y="97"/>
                  </a:cubicBezTo>
                  <a:cubicBezTo>
                    <a:pt x="53" y="135"/>
                    <a:pt x="67" y="145"/>
                    <a:pt x="97" y="152"/>
                  </a:cubicBezTo>
                  <a:lnTo>
                    <a:pt x="169" y="172"/>
                  </a:lnTo>
                  <a:cubicBezTo>
                    <a:pt x="225" y="188"/>
                    <a:pt x="243" y="221"/>
                    <a:pt x="243" y="276"/>
                  </a:cubicBezTo>
                  <a:cubicBezTo>
                    <a:pt x="243" y="359"/>
                    <a:pt x="206" y="375"/>
                    <a:pt x="119" y="375"/>
                  </a:cubicBezTo>
                  <a:cubicBezTo>
                    <a:pt x="96" y="375"/>
                    <a:pt x="56" y="374"/>
                    <a:pt x="5" y="365"/>
                  </a:cubicBezTo>
                  <a:lnTo>
                    <a:pt x="9" y="326"/>
                  </a:lnTo>
                  <a:cubicBezTo>
                    <a:pt x="75" y="328"/>
                    <a:pt x="93" y="329"/>
                    <a:pt x="120" y="329"/>
                  </a:cubicBezTo>
                  <a:cubicBezTo>
                    <a:pt x="173" y="328"/>
                    <a:pt x="189" y="320"/>
                    <a:pt x="189" y="275"/>
                  </a:cubicBezTo>
                  <a:cubicBezTo>
                    <a:pt x="189" y="236"/>
                    <a:pt x="175" y="227"/>
                    <a:pt x="146" y="219"/>
                  </a:cubicBezTo>
                  <a:lnTo>
                    <a:pt x="72" y="199"/>
                  </a:lnTo>
                  <a:cubicBezTo>
                    <a:pt x="19" y="184"/>
                    <a:pt x="0" y="151"/>
                    <a:pt x="0" y="96"/>
                  </a:cubicBezTo>
                  <a:cubicBezTo>
                    <a:pt x="0" y="12"/>
                    <a:pt x="38" y="0"/>
                    <a:pt x="120" y="0"/>
                  </a:cubicBezTo>
                  <a:cubicBezTo>
                    <a:pt x="154" y="0"/>
                    <a:pt x="192" y="2"/>
                    <a:pt x="229" y="11"/>
                  </a:cubicBezTo>
                  <a:close/>
                </a:path>
              </a:pathLst>
            </a:custGeom>
            <a:solidFill>
              <a:srgbClr val="90908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12" name="Rectangle 19"/>
            <p:cNvSpPr/>
            <p:nvPr/>
          </p:nvSpPr>
          <p:spPr>
            <a:xfrm>
              <a:off x="7978320" y="6594120"/>
              <a:ext cx="11160" cy="80640"/>
            </a:xfrm>
            <a:prstGeom prst="rect">
              <a:avLst/>
            </a:prstGeom>
            <a:solidFill>
              <a:srgbClr val="90908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13" name="Freeform 20"/>
            <p:cNvSpPr/>
            <p:nvPr/>
          </p:nvSpPr>
          <p:spPr>
            <a:xfrm>
              <a:off x="8001000" y="6594120"/>
              <a:ext cx="60840" cy="80640"/>
            </a:xfrm>
            <a:custGeom>
              <a:avLst/>
              <a:gdLst/>
              <a:ahLst/>
              <a:cxnLst/>
              <a:rect l="l" t="t" r="r" b="b"/>
              <a:pathLst>
                <a:path w="283" h="363">
                  <a:moveTo>
                    <a:pt x="168" y="47"/>
                  </a:moveTo>
                  <a:lnTo>
                    <a:pt x="168" y="363"/>
                  </a:lnTo>
                  <a:lnTo>
                    <a:pt x="114" y="363"/>
                  </a:lnTo>
                  <a:lnTo>
                    <a:pt x="114" y="47"/>
                  </a:lnTo>
                  <a:lnTo>
                    <a:pt x="0" y="47"/>
                  </a:lnTo>
                  <a:lnTo>
                    <a:pt x="0" y="0"/>
                  </a:lnTo>
                  <a:lnTo>
                    <a:pt x="283" y="0"/>
                  </a:lnTo>
                  <a:lnTo>
                    <a:pt x="283" y="47"/>
                  </a:lnTo>
                  <a:lnTo>
                    <a:pt x="168" y="47"/>
                  </a:lnTo>
                  <a:close/>
                </a:path>
              </a:pathLst>
            </a:custGeom>
            <a:solidFill>
              <a:srgbClr val="90908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14" name="Freeform 21"/>
            <p:cNvSpPr/>
            <p:nvPr/>
          </p:nvSpPr>
          <p:spPr>
            <a:xfrm>
              <a:off x="8059320" y="6572160"/>
              <a:ext cx="68400" cy="102960"/>
            </a:xfrm>
            <a:custGeom>
              <a:avLst/>
              <a:gdLst/>
              <a:ahLst/>
              <a:cxnLst/>
              <a:rect l="l" t="t" r="r" b="b"/>
              <a:pathLst>
                <a:path w="321" h="459">
                  <a:moveTo>
                    <a:pt x="199" y="57"/>
                  </a:moveTo>
                  <a:cubicBezTo>
                    <a:pt x="189" y="57"/>
                    <a:pt x="185" y="53"/>
                    <a:pt x="185" y="43"/>
                  </a:cubicBezTo>
                  <a:lnTo>
                    <a:pt x="185" y="14"/>
                  </a:lnTo>
                  <a:cubicBezTo>
                    <a:pt x="185" y="6"/>
                    <a:pt x="189" y="0"/>
                    <a:pt x="199" y="0"/>
                  </a:cubicBezTo>
                  <a:lnTo>
                    <a:pt x="215" y="0"/>
                  </a:lnTo>
                  <a:cubicBezTo>
                    <a:pt x="224" y="0"/>
                    <a:pt x="230" y="6"/>
                    <a:pt x="230" y="14"/>
                  </a:cubicBezTo>
                  <a:lnTo>
                    <a:pt x="230" y="43"/>
                  </a:lnTo>
                  <a:cubicBezTo>
                    <a:pt x="230" y="53"/>
                    <a:pt x="224" y="57"/>
                    <a:pt x="215" y="57"/>
                  </a:cubicBezTo>
                  <a:lnTo>
                    <a:pt x="199" y="57"/>
                  </a:lnTo>
                  <a:close/>
                  <a:moveTo>
                    <a:pt x="176" y="166"/>
                  </a:moveTo>
                  <a:cubicBezTo>
                    <a:pt x="173" y="157"/>
                    <a:pt x="170" y="146"/>
                    <a:pt x="167" y="137"/>
                  </a:cubicBezTo>
                  <a:lnTo>
                    <a:pt x="153" y="137"/>
                  </a:lnTo>
                  <a:cubicBezTo>
                    <a:pt x="150" y="146"/>
                    <a:pt x="147" y="157"/>
                    <a:pt x="144" y="166"/>
                  </a:cubicBezTo>
                  <a:lnTo>
                    <a:pt x="102" y="304"/>
                  </a:lnTo>
                  <a:lnTo>
                    <a:pt x="218" y="304"/>
                  </a:lnTo>
                  <a:lnTo>
                    <a:pt x="176" y="166"/>
                  </a:lnTo>
                  <a:close/>
                  <a:moveTo>
                    <a:pt x="105" y="57"/>
                  </a:moveTo>
                  <a:cubicBezTo>
                    <a:pt x="96" y="57"/>
                    <a:pt x="92" y="53"/>
                    <a:pt x="92" y="43"/>
                  </a:cubicBezTo>
                  <a:lnTo>
                    <a:pt x="92" y="14"/>
                  </a:lnTo>
                  <a:cubicBezTo>
                    <a:pt x="92" y="6"/>
                    <a:pt x="96" y="0"/>
                    <a:pt x="105" y="0"/>
                  </a:cubicBezTo>
                  <a:lnTo>
                    <a:pt x="122" y="0"/>
                  </a:lnTo>
                  <a:cubicBezTo>
                    <a:pt x="132" y="0"/>
                    <a:pt x="136" y="6"/>
                    <a:pt x="136" y="14"/>
                  </a:cubicBezTo>
                  <a:lnTo>
                    <a:pt x="136" y="43"/>
                  </a:lnTo>
                  <a:cubicBezTo>
                    <a:pt x="136" y="53"/>
                    <a:pt x="132" y="57"/>
                    <a:pt x="122" y="57"/>
                  </a:cubicBezTo>
                  <a:lnTo>
                    <a:pt x="105" y="57"/>
                  </a:lnTo>
                  <a:close/>
                  <a:moveTo>
                    <a:pt x="88" y="350"/>
                  </a:moveTo>
                  <a:lnTo>
                    <a:pt x="54" y="459"/>
                  </a:lnTo>
                  <a:lnTo>
                    <a:pt x="0" y="459"/>
                  </a:lnTo>
                  <a:lnTo>
                    <a:pt x="114" y="110"/>
                  </a:lnTo>
                  <a:cubicBezTo>
                    <a:pt x="116" y="102"/>
                    <a:pt x="124" y="96"/>
                    <a:pt x="133" y="96"/>
                  </a:cubicBezTo>
                  <a:lnTo>
                    <a:pt x="187" y="96"/>
                  </a:lnTo>
                  <a:cubicBezTo>
                    <a:pt x="196" y="96"/>
                    <a:pt x="204" y="102"/>
                    <a:pt x="206" y="110"/>
                  </a:cubicBezTo>
                  <a:lnTo>
                    <a:pt x="321" y="459"/>
                  </a:lnTo>
                  <a:lnTo>
                    <a:pt x="266" y="459"/>
                  </a:lnTo>
                  <a:lnTo>
                    <a:pt x="233" y="350"/>
                  </a:lnTo>
                  <a:lnTo>
                    <a:pt x="88" y="350"/>
                  </a:lnTo>
                  <a:close/>
                </a:path>
              </a:pathLst>
            </a:custGeom>
            <a:solidFill>
              <a:srgbClr val="90908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  <p:sp>
          <p:nvSpPr>
            <p:cNvPr id="115" name="Freeform 22"/>
            <p:cNvSpPr/>
            <p:nvPr/>
          </p:nvSpPr>
          <p:spPr>
            <a:xfrm>
              <a:off x="8125560" y="6594120"/>
              <a:ext cx="59760" cy="80640"/>
            </a:xfrm>
            <a:custGeom>
              <a:avLst/>
              <a:gdLst/>
              <a:ahLst/>
              <a:cxnLst/>
              <a:rect l="l" t="t" r="r" b="b"/>
              <a:pathLst>
                <a:path w="282" h="363">
                  <a:moveTo>
                    <a:pt x="167" y="47"/>
                  </a:moveTo>
                  <a:lnTo>
                    <a:pt x="167" y="363"/>
                  </a:lnTo>
                  <a:lnTo>
                    <a:pt x="114" y="363"/>
                  </a:lnTo>
                  <a:lnTo>
                    <a:pt x="114" y="47"/>
                  </a:lnTo>
                  <a:lnTo>
                    <a:pt x="0" y="47"/>
                  </a:lnTo>
                  <a:lnTo>
                    <a:pt x="0" y="0"/>
                  </a:lnTo>
                  <a:lnTo>
                    <a:pt x="282" y="0"/>
                  </a:lnTo>
                  <a:lnTo>
                    <a:pt x="282" y="47"/>
                  </a:lnTo>
                  <a:lnTo>
                    <a:pt x="167" y="47"/>
                  </a:lnTo>
                  <a:close/>
                </a:path>
              </a:pathLst>
            </a:custGeom>
            <a:solidFill>
              <a:srgbClr val="90908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pt-PT"/>
            </a:p>
          </p:txBody>
        </p:sp>
      </p:grpSp>
      <p:pic>
        <p:nvPicPr>
          <p:cNvPr id="116" name="Picture 5" descr="A blue and pink triangle on a black background&#10;&#10;Description automatically generated"/>
          <p:cNvPicPr/>
          <p:nvPr/>
        </p:nvPicPr>
        <p:blipFill>
          <a:blip r:embed="rId16"/>
          <a:stretch/>
        </p:blipFill>
        <p:spPr>
          <a:xfrm>
            <a:off x="2514600" y="6095880"/>
            <a:ext cx="1505520" cy="830160"/>
          </a:xfrm>
          <a:prstGeom prst="rect">
            <a:avLst/>
          </a:prstGeom>
          <a:ln w="0">
            <a:noFill/>
          </a:ln>
        </p:spPr>
      </p:pic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lstStyle/>
          <a:p>
            <a:r>
              <a:rPr lang="en-US" sz="3200" b="0" strike="noStrike" spc="-1">
                <a:solidFill>
                  <a:srgbClr val="000000"/>
                </a:solidFill>
                <a:latin typeface="Century Gothic"/>
              </a:rPr>
              <a:t>Click to edit the title text format</a:t>
            </a: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382680" y="1371600"/>
            <a:ext cx="8380080" cy="46479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0064C8"/>
              </a:buClr>
              <a:buFont typeface="Wingdings 2" charset="2"/>
              <a:buChar char=""/>
            </a:pPr>
            <a:r>
              <a:rPr lang="en-US" sz="2000" b="0" strike="noStrike" spc="-1">
                <a:solidFill>
                  <a:srgbClr val="000000"/>
                </a:solidFill>
                <a:latin typeface="Century Gothic"/>
              </a:rPr>
              <a:t>Click to edit Master text styles</a:t>
            </a:r>
          </a:p>
          <a:p>
            <a:pPr marL="743040" lvl="1" indent="-28584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0064C8"/>
              </a:buClr>
              <a:buSzPct val="125000"/>
              <a:buFont typeface="StarSymbol"/>
              <a:buChar char="-"/>
            </a:pPr>
            <a:r>
              <a:rPr lang="en-US" sz="1800" b="0" strike="noStrike" spc="-1">
                <a:solidFill>
                  <a:srgbClr val="000000"/>
                </a:solidFill>
                <a:latin typeface="Century Gothic"/>
              </a:rPr>
              <a:t>Second level</a:t>
            </a:r>
          </a:p>
          <a:p>
            <a:pPr marL="1143000" lvl="2" indent="-2286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0064C8"/>
              </a:buClr>
              <a:buFont typeface="Wingdings 2" charset="2"/>
              <a:buChar char=""/>
            </a:pPr>
            <a:r>
              <a:rPr lang="en-US" sz="1600" b="0" strike="noStrike" spc="-1">
                <a:solidFill>
                  <a:srgbClr val="000000"/>
                </a:solidFill>
                <a:latin typeface="Century Gothic"/>
              </a:rPr>
              <a:t>Third level</a:t>
            </a:r>
          </a:p>
          <a:p>
            <a:pPr marL="1600200" lvl="3" indent="-2286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0064C8"/>
              </a:buClr>
              <a:buSzPct val="125000"/>
              <a:buFont typeface="Calibri"/>
              <a:buChar char="-"/>
            </a:pPr>
            <a:r>
              <a:rPr lang="en-US" sz="1200" b="0" strike="noStrike" spc="-1">
                <a:solidFill>
                  <a:srgbClr val="000000"/>
                </a:solidFill>
                <a:latin typeface="Century Gothic"/>
              </a:rPr>
              <a:t>Fourth level</a:t>
            </a:r>
          </a:p>
          <a:p>
            <a:pPr marL="182880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Century Gothic"/>
              </a:rPr>
              <a:t>Fifth level</a:t>
            </a:r>
          </a:p>
        </p:txBody>
      </p:sp>
      <p:sp>
        <p:nvSpPr>
          <p:cNvPr id="119" name="PlaceHolder 3"/>
          <p:cNvSpPr>
            <a:spLocks noGrp="1"/>
          </p:cNvSpPr>
          <p:nvPr>
            <p:ph type="sldNum"/>
          </p:nvPr>
        </p:nvSpPr>
        <p:spPr>
          <a:xfrm>
            <a:off x="8376840" y="5692680"/>
            <a:ext cx="384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F6156E8F-3799-4EE2-B4AD-B038F32766C1}" type="slidenum">
              <a:rPr lang="en-US" sz="1200" b="0" strike="noStrike" spc="-1">
                <a:solidFill>
                  <a:srgbClr val="8B8B8B"/>
                </a:solidFill>
                <a:latin typeface="Century Gothic"/>
              </a:r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777960" y="2666880"/>
            <a:ext cx="7772400" cy="9932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GB" sz="3200" b="0" strike="noStrike" spc="-1" dirty="0">
                <a:solidFill>
                  <a:srgbClr val="0064C8"/>
                </a:solidFill>
                <a:latin typeface="Century Gothic"/>
                <a:ea typeface="Calibri"/>
              </a:rPr>
              <a:t>AI Agent for Chemical Explainability</a:t>
            </a:r>
            <a:endParaRPr lang="en-US" sz="3200" strike="noStrike" spc="-1" dirty="0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subTitle"/>
          </p:nvPr>
        </p:nvSpPr>
        <p:spPr>
          <a:xfrm>
            <a:off x="686520" y="4361040"/>
            <a:ext cx="7997400" cy="17755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/>
          <a:p>
            <a:pPr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</a:pPr>
            <a:endParaRPr lang="en-US" sz="2000" b="0" strike="noStrike" spc="-1" dirty="0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Century Gothic"/>
              </a:rPr>
              <a:t>Department of Life Science Informatics, B-IT</a:t>
            </a:r>
            <a:endParaRPr lang="en-GB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Century Gothic"/>
              </a:rPr>
              <a:t>Lamarr Institute for Machine Learning and Artificial Intelligence                   </a:t>
            </a:r>
            <a:endParaRPr lang="en-GB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Century Gothic"/>
              </a:rPr>
              <a:t>LIMES Institute Program Unit Medicinal Chemistry</a:t>
            </a:r>
            <a:endParaRPr lang="en-GB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Century Gothic"/>
              </a:rPr>
              <a:t>Rheinische Friedrich-Wilhelms-Universität Bonn</a:t>
            </a:r>
            <a:endParaRPr lang="en-GB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  <a:buNone/>
              <a:tabLst>
                <a:tab pos="0" algn="l"/>
              </a:tabLst>
            </a:pPr>
            <a:endParaRPr lang="en-GB" sz="20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29672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15F23-0912-A838-23CE-B8F00573A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>
            <a:extLst>
              <a:ext uri="{FF2B5EF4-FFF2-40B4-BE49-F238E27FC236}">
                <a16:creationId xmlns:a16="http://schemas.microsoft.com/office/drawing/2014/main" id="{57944F4B-F502-E7CC-8790-8737702BC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200" b="0" strike="noStrike" spc="-1" dirty="0">
                <a:solidFill>
                  <a:srgbClr val="0064C8"/>
                </a:solidFill>
                <a:latin typeface="Century Gothic"/>
              </a:rPr>
              <a:t>Study idea</a:t>
            </a:r>
            <a:endParaRPr lang="en-US" sz="3200" b="0" strike="noStrike" spc="-1" dirty="0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65" name="PlaceHolder 3">
            <a:extLst>
              <a:ext uri="{FF2B5EF4-FFF2-40B4-BE49-F238E27FC236}">
                <a16:creationId xmlns:a16="http://schemas.microsoft.com/office/drawing/2014/main" id="{2EFBEA53-7B78-D9A1-93EF-9608A3193D27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8376840" y="5692680"/>
            <a:ext cx="384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8BD7C522-1E12-40C3-B25E-5F0462E20B22}" type="slidenum">
              <a:rPr lang="en-US" sz="1200" b="0" strike="noStrike" spc="-1">
                <a:solidFill>
                  <a:srgbClr val="8B8B8B"/>
                </a:solidFill>
                <a:latin typeface="Century Gothic"/>
              </a:rPr>
              <a:t>2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870990D0-7AC5-46BA-6FC4-274F8E0A3ABE}"/>
              </a:ext>
            </a:extLst>
          </p:cNvPr>
          <p:cNvSpPr txBox="1">
            <a:spLocks/>
          </p:cNvSpPr>
          <p:nvPr/>
        </p:nvSpPr>
        <p:spPr>
          <a:xfrm>
            <a:off x="380880" y="1371599"/>
            <a:ext cx="8380080" cy="713065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0064C8"/>
              </a:buClr>
              <a:buFont typeface="Wingdings 2" charset="2"/>
              <a:buChar char=""/>
            </a:pPr>
            <a:r>
              <a:rPr lang="en-US" sz="2000" spc="-1" dirty="0">
                <a:solidFill>
                  <a:srgbClr val="000000"/>
                </a:solidFill>
                <a:latin typeface="Century Gothic"/>
              </a:rPr>
              <a:t>MCP-based Agent for ML compound explainability </a:t>
            </a:r>
            <a:endParaRPr lang="en-US" sz="2000" b="1" spc="-1" dirty="0">
              <a:solidFill>
                <a:srgbClr val="000000"/>
              </a:solidFill>
              <a:latin typeface="Century Gothic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172708-06AB-AE7A-4BC0-05B1328EE7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6509" y="2127309"/>
            <a:ext cx="7810981" cy="335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732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15F23-0912-A838-23CE-B8F00573A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>
            <a:extLst>
              <a:ext uri="{FF2B5EF4-FFF2-40B4-BE49-F238E27FC236}">
                <a16:creationId xmlns:a16="http://schemas.microsoft.com/office/drawing/2014/main" id="{57944F4B-F502-E7CC-8790-8737702BC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200" b="0" strike="noStrike" spc="-1" dirty="0">
                <a:solidFill>
                  <a:srgbClr val="0064C8"/>
                </a:solidFill>
                <a:latin typeface="Century Gothic"/>
              </a:rPr>
              <a:t>Study idea</a:t>
            </a:r>
            <a:endParaRPr lang="en-US" sz="3200" b="0" strike="noStrike" spc="-1" dirty="0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65" name="PlaceHolder 3">
            <a:extLst>
              <a:ext uri="{FF2B5EF4-FFF2-40B4-BE49-F238E27FC236}">
                <a16:creationId xmlns:a16="http://schemas.microsoft.com/office/drawing/2014/main" id="{2EFBEA53-7B78-D9A1-93EF-9608A3193D27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8376840" y="5692680"/>
            <a:ext cx="384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8BD7C522-1E12-40C3-B25E-5F0462E20B22}" type="slidenum">
              <a:rPr lang="en-US" sz="1200" b="0" strike="noStrike" spc="-1">
                <a:solidFill>
                  <a:srgbClr val="8B8B8B"/>
                </a:solidFill>
                <a:latin typeface="Century Gothic"/>
              </a:rPr>
              <a:t>3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870990D0-7AC5-46BA-6FC4-274F8E0A3ABE}"/>
              </a:ext>
            </a:extLst>
          </p:cNvPr>
          <p:cNvSpPr txBox="1">
            <a:spLocks/>
          </p:cNvSpPr>
          <p:nvPr/>
        </p:nvSpPr>
        <p:spPr>
          <a:xfrm>
            <a:off x="380880" y="1371599"/>
            <a:ext cx="8380080" cy="4643307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3080" indent="-343080"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 2" charset="2"/>
              <a:buChar char=""/>
            </a:pPr>
            <a:r>
              <a:rPr lang="en-US" sz="2000" spc="-1" dirty="0">
                <a:solidFill>
                  <a:srgbClr val="000000"/>
                </a:solidFill>
                <a:latin typeface="Century Gothic"/>
              </a:rPr>
              <a:t>Framework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Symbol" panose="05050102010706020507" pitchFamily="18" charset="2"/>
              <a:buChar char="-"/>
            </a:pPr>
            <a:r>
              <a:rPr lang="en-US" sz="1600" spc="-1" dirty="0">
                <a:solidFill>
                  <a:srgbClr val="000000"/>
                </a:solidFill>
                <a:latin typeface="Century Gothic"/>
              </a:rPr>
              <a:t>LM Studio + Open Source LLM (GPT-OSS, </a:t>
            </a:r>
            <a:r>
              <a:rPr lang="en-US" sz="1600" b="1" spc="-1" dirty="0" err="1">
                <a:solidFill>
                  <a:srgbClr val="000000"/>
                </a:solidFill>
                <a:latin typeface="Century Gothic"/>
              </a:rPr>
              <a:t>Qwen</a:t>
            </a:r>
            <a:r>
              <a:rPr lang="en-US" sz="1600" b="1" spc="-1" dirty="0">
                <a:solidFill>
                  <a:srgbClr val="000000"/>
                </a:solidFill>
                <a:latin typeface="Century Gothic"/>
              </a:rPr>
              <a:t> 3.5</a:t>
            </a:r>
            <a:r>
              <a:rPr lang="en-US" sz="1600" spc="-1" dirty="0">
                <a:solidFill>
                  <a:srgbClr val="000000"/>
                </a:solidFill>
                <a:latin typeface="Century Gothic"/>
              </a:rPr>
              <a:t>, Gemma 4, etc.)</a:t>
            </a:r>
            <a:br>
              <a:rPr lang="en-US" sz="1600" spc="-1" dirty="0">
                <a:solidFill>
                  <a:srgbClr val="000000"/>
                </a:solidFill>
                <a:latin typeface="Century Gothic"/>
              </a:rPr>
            </a:br>
            <a:endParaRPr lang="en-US" sz="1600" spc="-1" dirty="0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r>
              <a:rPr lang="en-US" sz="2000" spc="-1" dirty="0">
                <a:solidFill>
                  <a:srgbClr val="000000"/>
                </a:solidFill>
                <a:latin typeface="Century Gothic"/>
              </a:rPr>
              <a:t>ML models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Symbol" panose="05050102010706020507" pitchFamily="18" charset="2"/>
              <a:buChar char="-"/>
            </a:pPr>
            <a:r>
              <a:rPr lang="en-US" sz="1600" spc="-1" dirty="0">
                <a:solidFill>
                  <a:srgbClr val="000000"/>
                </a:solidFill>
                <a:latin typeface="Century Gothic"/>
              </a:rPr>
              <a:t>Traditional ML – RF, SVM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Symbol" panose="05050102010706020507" pitchFamily="18" charset="2"/>
              <a:buChar char="-"/>
            </a:pPr>
            <a:r>
              <a:rPr lang="en-US" sz="1600" spc="-1" dirty="0">
                <a:solidFill>
                  <a:srgbClr val="000000"/>
                </a:solidFill>
                <a:latin typeface="Century Gothic"/>
              </a:rPr>
              <a:t>NNs – DNN, GNN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Symbol" panose="05050102010706020507" pitchFamily="18" charset="2"/>
              <a:buChar char="-"/>
            </a:pPr>
            <a:endParaRPr lang="en-US" sz="1600" spc="-1" dirty="0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r>
              <a:rPr lang="en-US" sz="2000" spc="-1" dirty="0" err="1">
                <a:solidFill>
                  <a:srgbClr val="000000"/>
                </a:solidFill>
                <a:latin typeface="Century Gothic"/>
              </a:rPr>
              <a:t>Explainability</a:t>
            </a:r>
            <a:r>
              <a:rPr lang="en-US" sz="2000" spc="-1" dirty="0">
                <a:solidFill>
                  <a:srgbClr val="000000"/>
                </a:solidFill>
                <a:latin typeface="Century Gothic"/>
              </a:rPr>
              <a:t> methods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Symbol" panose="05050102010706020507" pitchFamily="18" charset="2"/>
              <a:buChar char="-"/>
            </a:pPr>
            <a:r>
              <a:rPr lang="en-US" sz="1600" spc="-1" dirty="0">
                <a:solidFill>
                  <a:srgbClr val="000000"/>
                </a:solidFill>
                <a:latin typeface="Century Gothic"/>
              </a:rPr>
              <a:t>SHAP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Symbol" panose="05050102010706020507" pitchFamily="18" charset="2"/>
              <a:buChar char="-"/>
            </a:pPr>
            <a:r>
              <a:rPr lang="en-US" sz="1600" spc="-1" dirty="0" err="1">
                <a:solidFill>
                  <a:srgbClr val="000000"/>
                </a:solidFill>
                <a:latin typeface="Century Gothic"/>
              </a:rPr>
              <a:t>MolAnchor</a:t>
            </a:r>
            <a:endParaRPr lang="en-US" sz="1600" spc="-1" dirty="0">
              <a:solidFill>
                <a:srgbClr val="000000"/>
              </a:solidFill>
              <a:latin typeface="Century Gothic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Symbol" panose="05050102010706020507" pitchFamily="18" charset="2"/>
              <a:buChar char="-"/>
            </a:pPr>
            <a:r>
              <a:rPr lang="en-US" sz="1600" spc="-1" dirty="0">
                <a:solidFill>
                  <a:srgbClr val="000000"/>
                </a:solidFill>
                <a:latin typeface="Century Gothic"/>
              </a:rPr>
              <a:t>Counterfactuals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Symbol" panose="05050102010706020507" pitchFamily="18" charset="2"/>
              <a:buChar char="-"/>
            </a:pPr>
            <a:r>
              <a:rPr lang="en-US" sz="1600" spc="-1" dirty="0" err="1">
                <a:solidFill>
                  <a:srgbClr val="000000"/>
                </a:solidFill>
                <a:latin typeface="Century Gothic"/>
              </a:rPr>
              <a:t>MolCE</a:t>
            </a:r>
            <a:endParaRPr lang="en-US" sz="1600" spc="-1" dirty="0">
              <a:solidFill>
                <a:srgbClr val="000000"/>
              </a:solidFill>
              <a:latin typeface="Century Gothic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Symbol" panose="05050102010706020507" pitchFamily="18" charset="2"/>
              <a:buChar char="-"/>
            </a:pPr>
            <a:r>
              <a:rPr lang="en-US" sz="1600" spc="-1" dirty="0" err="1">
                <a:solidFill>
                  <a:srgbClr val="000000"/>
                </a:solidFill>
                <a:latin typeface="Century Gothic"/>
              </a:rPr>
              <a:t>EdgeSHAPer</a:t>
            </a:r>
            <a:endParaRPr lang="en-US" sz="1600" spc="-1" dirty="0">
              <a:solidFill>
                <a:srgbClr val="000000"/>
              </a:solidFill>
              <a:latin typeface="Century Gothic"/>
            </a:endParaRPr>
          </a:p>
          <a:p>
            <a:pPr marL="457200" lvl="1" indent="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0064C8"/>
              </a:buClr>
              <a:buNone/>
            </a:pPr>
            <a:endParaRPr lang="en-US" sz="1600" spc="-1" dirty="0">
              <a:solidFill>
                <a:srgbClr val="00000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0064C8"/>
              </a:buClr>
              <a:buFont typeface="Wingdings 2" charset="2"/>
              <a:buChar char=""/>
            </a:pPr>
            <a:endParaRPr lang="en-US" sz="2000" b="1" spc="-1" dirty="0">
              <a:solidFill>
                <a:srgbClr val="000000"/>
              </a:solidFill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707478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15F23-0912-A838-23CE-B8F00573A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>
            <a:extLst>
              <a:ext uri="{FF2B5EF4-FFF2-40B4-BE49-F238E27FC236}">
                <a16:creationId xmlns:a16="http://schemas.microsoft.com/office/drawing/2014/main" id="{57944F4B-F502-E7CC-8790-8737702BC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200" b="0" strike="noStrike" spc="-1" dirty="0">
                <a:solidFill>
                  <a:srgbClr val="0064C8"/>
                </a:solidFill>
                <a:latin typeface="Century Gothic"/>
              </a:rPr>
              <a:t>Exemplary answer output</a:t>
            </a:r>
            <a:endParaRPr lang="en-US" sz="3200" b="0" strike="noStrike" spc="-1" dirty="0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65" name="PlaceHolder 3">
            <a:extLst>
              <a:ext uri="{FF2B5EF4-FFF2-40B4-BE49-F238E27FC236}">
                <a16:creationId xmlns:a16="http://schemas.microsoft.com/office/drawing/2014/main" id="{2EFBEA53-7B78-D9A1-93EF-9608A3193D27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8376840" y="5692680"/>
            <a:ext cx="384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8BD7C522-1E12-40C3-B25E-5F0462E20B22}" type="slidenum">
              <a:rPr lang="en-US" sz="1200" b="0" strike="noStrike" spc="-1">
                <a:solidFill>
                  <a:srgbClr val="8B8B8B"/>
                </a:solidFill>
                <a:latin typeface="Century Gothic"/>
              </a:rPr>
              <a:t>4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870990D0-7AC5-46BA-6FC4-274F8E0A3ABE}"/>
              </a:ext>
            </a:extLst>
          </p:cNvPr>
          <p:cNvSpPr txBox="1">
            <a:spLocks/>
          </p:cNvSpPr>
          <p:nvPr/>
        </p:nvSpPr>
        <p:spPr>
          <a:xfrm>
            <a:off x="380880" y="1371598"/>
            <a:ext cx="3306353" cy="4559301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r>
              <a:rPr lang="en-US" sz="2000" spc="-1" dirty="0">
                <a:solidFill>
                  <a:srgbClr val="000000"/>
                </a:solidFill>
                <a:latin typeface="Century Gothic"/>
              </a:rPr>
              <a:t>Build an ML model for a given dataset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endParaRPr lang="en-US" sz="2000" spc="-1" dirty="0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r>
              <a:rPr lang="en-US" sz="2000" spc="-1" dirty="0">
                <a:solidFill>
                  <a:srgbClr val="000000"/>
                </a:solidFill>
                <a:latin typeface="Century Gothic"/>
              </a:rPr>
              <a:t>Get a complete report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Symbol" panose="05050102010706020507" pitchFamily="18" charset="2"/>
              <a:buChar char="-"/>
            </a:pPr>
            <a:r>
              <a:rPr lang="en-US" sz="1800" spc="-1" dirty="0">
                <a:solidFill>
                  <a:srgbClr val="000000"/>
                </a:solidFill>
                <a:latin typeface="Century Gothic"/>
              </a:rPr>
              <a:t>Dataset summary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Symbol" panose="05050102010706020507" pitchFamily="18" charset="2"/>
              <a:buChar char="-"/>
            </a:pPr>
            <a:r>
              <a:rPr lang="en-US" sz="1800" spc="-1" dirty="0">
                <a:solidFill>
                  <a:srgbClr val="000000"/>
                </a:solidFill>
                <a:latin typeface="Century Gothic"/>
              </a:rPr>
              <a:t>Data split statistics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Symbol" panose="05050102010706020507" pitchFamily="18" charset="2"/>
              <a:buChar char="-"/>
            </a:pPr>
            <a:r>
              <a:rPr lang="en-US" sz="1800" spc="-1" dirty="0">
                <a:solidFill>
                  <a:srgbClr val="000000"/>
                </a:solidFill>
                <a:latin typeface="Century Gothic"/>
              </a:rPr>
              <a:t>Model training information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Symbol" panose="05050102010706020507" pitchFamily="18" charset="2"/>
              <a:buChar char="-"/>
            </a:pPr>
            <a:r>
              <a:rPr lang="en-US" sz="1800" spc="-1" dirty="0">
                <a:solidFill>
                  <a:srgbClr val="000000"/>
                </a:solidFill>
                <a:latin typeface="Century Gothic"/>
              </a:rPr>
              <a:t>Test set performance </a:t>
            </a: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0064C8"/>
              </a:buClr>
              <a:buFont typeface="Wingdings 2" charset="2"/>
              <a:buChar char=""/>
            </a:pPr>
            <a:endParaRPr lang="en-US" sz="2000" b="1" spc="-1" dirty="0">
              <a:solidFill>
                <a:srgbClr val="000000"/>
              </a:solidFill>
              <a:latin typeface="Century Gothic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BA145D-265C-C0B1-7C0E-2EE32552E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7354" y="1196437"/>
            <a:ext cx="4943606" cy="4598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808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15F23-0912-A838-23CE-B8F00573A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>
            <a:extLst>
              <a:ext uri="{FF2B5EF4-FFF2-40B4-BE49-F238E27FC236}">
                <a16:creationId xmlns:a16="http://schemas.microsoft.com/office/drawing/2014/main" id="{57944F4B-F502-E7CC-8790-8737702BC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200" b="0" strike="noStrike" spc="-1" dirty="0">
                <a:solidFill>
                  <a:srgbClr val="0064C8"/>
                </a:solidFill>
                <a:latin typeface="Century Gothic"/>
              </a:rPr>
              <a:t>Exemplary answer output SHAP</a:t>
            </a:r>
            <a:endParaRPr lang="en-US" sz="3200" b="0" strike="noStrike" spc="-1" dirty="0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65" name="PlaceHolder 3">
            <a:extLst>
              <a:ext uri="{FF2B5EF4-FFF2-40B4-BE49-F238E27FC236}">
                <a16:creationId xmlns:a16="http://schemas.microsoft.com/office/drawing/2014/main" id="{2EFBEA53-7B78-D9A1-93EF-9608A3193D27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8376840" y="5692680"/>
            <a:ext cx="384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8BD7C522-1E12-40C3-B25E-5F0462E20B22}" type="slidenum">
              <a:rPr lang="en-US" sz="1200" b="0" strike="noStrike" spc="-1">
                <a:solidFill>
                  <a:srgbClr val="8B8B8B"/>
                </a:solidFill>
                <a:latin typeface="Century Gothic"/>
              </a:rPr>
              <a:t>5</a:t>
            </a:fld>
            <a:endParaRPr lang="en-GB" sz="1200" b="0" strike="noStrike" spc="-1" dirty="0">
              <a:latin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3D5BC1-9264-881D-CF39-9525F8165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9608" y="970759"/>
            <a:ext cx="4618726" cy="4817482"/>
          </a:xfrm>
          <a:prstGeom prst="rect">
            <a:avLst/>
          </a:prstGeom>
        </p:spPr>
      </p:pic>
      <p:sp>
        <p:nvSpPr>
          <p:cNvPr id="7" name="PlaceHolder 2">
            <a:extLst>
              <a:ext uri="{FF2B5EF4-FFF2-40B4-BE49-F238E27FC236}">
                <a16:creationId xmlns:a16="http://schemas.microsoft.com/office/drawing/2014/main" id="{66DE14D4-64D4-6D1F-DD92-BC16D674C58B}"/>
              </a:ext>
            </a:extLst>
          </p:cNvPr>
          <p:cNvSpPr txBox="1">
            <a:spLocks/>
          </p:cNvSpPr>
          <p:nvPr/>
        </p:nvSpPr>
        <p:spPr>
          <a:xfrm>
            <a:off x="380880" y="1371598"/>
            <a:ext cx="3556120" cy="4559301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r>
              <a:rPr lang="en-US" sz="2000" spc="-1" dirty="0">
                <a:solidFill>
                  <a:srgbClr val="000000"/>
                </a:solidFill>
                <a:latin typeface="Century Gothic"/>
              </a:rPr>
              <a:t>Ask the model to explain an ML prediction for a given compound with SHAP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endParaRPr lang="en-US" sz="2000" spc="-1" dirty="0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r>
              <a:rPr lang="en-US" sz="2000" spc="-1" dirty="0">
                <a:solidFill>
                  <a:srgbClr val="000000"/>
                </a:solidFill>
                <a:latin typeface="Century Gothic"/>
              </a:rPr>
              <a:t>Get explanation statistics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endParaRPr lang="en-US" sz="2000" spc="-1" dirty="0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r>
              <a:rPr lang="en-US" sz="2000" spc="-1" dirty="0">
                <a:solidFill>
                  <a:srgbClr val="000000"/>
                </a:solidFill>
                <a:latin typeface="Century Gothic"/>
              </a:rPr>
              <a:t>Display explanation mapping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endParaRPr lang="en-US" sz="2000" spc="-1" dirty="0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r>
              <a:rPr lang="en-US" sz="2000" spc="-1" dirty="0">
                <a:solidFill>
                  <a:srgbClr val="000000"/>
                </a:solidFill>
                <a:latin typeface="Century Gothic"/>
              </a:rPr>
              <a:t>Rationalize explanations (LLM)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endParaRPr lang="en-US" sz="2000" spc="-1" dirty="0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endParaRPr lang="en-US" sz="1800" spc="-1" dirty="0">
              <a:solidFill>
                <a:srgbClr val="00000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0064C8"/>
              </a:buClr>
              <a:buFont typeface="Wingdings 2" charset="2"/>
              <a:buChar char=""/>
            </a:pPr>
            <a:endParaRPr lang="en-US" sz="2000" b="1" spc="-1" dirty="0">
              <a:solidFill>
                <a:srgbClr val="000000"/>
              </a:solidFill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457486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15F23-0912-A838-23CE-B8F00573A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>
            <a:extLst>
              <a:ext uri="{FF2B5EF4-FFF2-40B4-BE49-F238E27FC236}">
                <a16:creationId xmlns:a16="http://schemas.microsoft.com/office/drawing/2014/main" id="{57944F4B-F502-E7CC-8790-8737702BC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200" b="0" strike="noStrike" spc="-1" dirty="0">
                <a:solidFill>
                  <a:srgbClr val="0064C8"/>
                </a:solidFill>
                <a:latin typeface="Century Gothic"/>
              </a:rPr>
              <a:t>Exemplary answer output </a:t>
            </a:r>
            <a:r>
              <a:rPr lang="en-US" sz="3200" b="0" strike="noStrike" spc="-1" dirty="0" err="1">
                <a:solidFill>
                  <a:srgbClr val="0064C8"/>
                </a:solidFill>
                <a:latin typeface="Century Gothic"/>
              </a:rPr>
              <a:t>MolAnchor</a:t>
            </a:r>
            <a:endParaRPr lang="en-US" sz="3200" b="0" strike="noStrike" spc="-1" dirty="0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65" name="PlaceHolder 3">
            <a:extLst>
              <a:ext uri="{FF2B5EF4-FFF2-40B4-BE49-F238E27FC236}">
                <a16:creationId xmlns:a16="http://schemas.microsoft.com/office/drawing/2014/main" id="{2EFBEA53-7B78-D9A1-93EF-9608A3193D27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8376840" y="5692680"/>
            <a:ext cx="384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8BD7C522-1E12-40C3-B25E-5F0462E20B22}" type="slidenum">
              <a:rPr lang="en-US" sz="1200" b="0" strike="noStrike" spc="-1">
                <a:solidFill>
                  <a:srgbClr val="8B8B8B"/>
                </a:solidFill>
                <a:latin typeface="Century Gothic"/>
              </a:rPr>
              <a:t>6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7" name="PlaceHolder 2">
            <a:extLst>
              <a:ext uri="{FF2B5EF4-FFF2-40B4-BE49-F238E27FC236}">
                <a16:creationId xmlns:a16="http://schemas.microsoft.com/office/drawing/2014/main" id="{66DE14D4-64D4-6D1F-DD92-BC16D674C58B}"/>
              </a:ext>
            </a:extLst>
          </p:cNvPr>
          <p:cNvSpPr txBox="1">
            <a:spLocks/>
          </p:cNvSpPr>
          <p:nvPr/>
        </p:nvSpPr>
        <p:spPr>
          <a:xfrm>
            <a:off x="380880" y="1371598"/>
            <a:ext cx="3556120" cy="4559301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r>
              <a:rPr lang="en-US" sz="2000" spc="-1" dirty="0">
                <a:solidFill>
                  <a:srgbClr val="000000"/>
                </a:solidFill>
                <a:latin typeface="Century Gothic"/>
              </a:rPr>
              <a:t>Ask the model to explain an ML prediction n for a given compound with </a:t>
            </a:r>
            <a:r>
              <a:rPr lang="en-US" sz="2000" spc="-1" dirty="0" err="1">
                <a:solidFill>
                  <a:srgbClr val="000000"/>
                </a:solidFill>
                <a:latin typeface="Century Gothic"/>
              </a:rPr>
              <a:t>MolAnchor</a:t>
            </a:r>
            <a:endParaRPr lang="en-US" sz="2000" spc="-1" dirty="0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endParaRPr lang="en-US" sz="2000" spc="-1" dirty="0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r>
              <a:rPr lang="en-US" sz="2000" spc="-1" dirty="0">
                <a:solidFill>
                  <a:srgbClr val="000000"/>
                </a:solidFill>
                <a:latin typeface="Century Gothic"/>
              </a:rPr>
              <a:t>Get explanation statistics (Anchor and substructure occurrence)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endParaRPr lang="en-US" sz="2000" spc="-1" dirty="0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r>
              <a:rPr lang="en-US" sz="2000" spc="-1" dirty="0">
                <a:solidFill>
                  <a:srgbClr val="000000"/>
                </a:solidFill>
                <a:latin typeface="Century Gothic"/>
              </a:rPr>
              <a:t>Global explanations also available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endParaRPr lang="en-US" sz="2000" spc="-1" dirty="0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r>
              <a:rPr lang="en-US" sz="2000" spc="-1" dirty="0">
                <a:solidFill>
                  <a:srgbClr val="000000"/>
                </a:solidFill>
                <a:latin typeface="Century Gothic"/>
              </a:rPr>
              <a:t>Rationalize explanations (LLM)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endParaRPr lang="en-US" sz="2000" spc="-1" dirty="0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endParaRPr lang="en-US" sz="1800" spc="-1" dirty="0">
              <a:solidFill>
                <a:srgbClr val="00000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0064C8"/>
              </a:buClr>
              <a:buFont typeface="Wingdings 2" charset="2"/>
              <a:buChar char=""/>
            </a:pPr>
            <a:endParaRPr lang="en-US" sz="2000" b="1" spc="-1" dirty="0">
              <a:solidFill>
                <a:srgbClr val="000000"/>
              </a:solidFill>
              <a:latin typeface="Century Gothic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BC6A26-9CF7-7B03-D767-F8B5CB557E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811" t="-1266" r="-2705" b="-5248"/>
          <a:stretch/>
        </p:blipFill>
        <p:spPr>
          <a:xfrm>
            <a:off x="4313911" y="1075604"/>
            <a:ext cx="4307305" cy="40259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F84ACB-0B25-83EE-C843-9841A30F7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4050" y="4862478"/>
            <a:ext cx="4051300" cy="1083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688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15F23-0912-A838-23CE-B8F00573A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>
            <a:extLst>
              <a:ext uri="{FF2B5EF4-FFF2-40B4-BE49-F238E27FC236}">
                <a16:creationId xmlns:a16="http://schemas.microsoft.com/office/drawing/2014/main" id="{57944F4B-F502-E7CC-8790-8737702BC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200" b="0" strike="noStrike" spc="-1" dirty="0">
                <a:solidFill>
                  <a:srgbClr val="0064C8"/>
                </a:solidFill>
                <a:latin typeface="Century Gothic"/>
              </a:rPr>
              <a:t>Exemplary answer output </a:t>
            </a:r>
            <a:r>
              <a:rPr lang="en-US" sz="3200" b="0" strike="noStrike" spc="-1" dirty="0" err="1">
                <a:solidFill>
                  <a:srgbClr val="0064C8"/>
                </a:solidFill>
                <a:latin typeface="Century Gothic"/>
              </a:rPr>
              <a:t>MolCE</a:t>
            </a:r>
            <a:endParaRPr lang="en-US" sz="3200" b="0" strike="noStrike" spc="-1" dirty="0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65" name="PlaceHolder 3">
            <a:extLst>
              <a:ext uri="{FF2B5EF4-FFF2-40B4-BE49-F238E27FC236}">
                <a16:creationId xmlns:a16="http://schemas.microsoft.com/office/drawing/2014/main" id="{2EFBEA53-7B78-D9A1-93EF-9608A3193D27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8376840" y="5692680"/>
            <a:ext cx="384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8BD7C522-1E12-40C3-B25E-5F0462E20B22}" type="slidenum">
              <a:rPr lang="en-US" sz="1200" b="0" strike="noStrike" spc="-1">
                <a:solidFill>
                  <a:srgbClr val="8B8B8B"/>
                </a:solidFill>
                <a:latin typeface="Century Gothic"/>
              </a:rPr>
              <a:t>7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7" name="PlaceHolder 2">
            <a:extLst>
              <a:ext uri="{FF2B5EF4-FFF2-40B4-BE49-F238E27FC236}">
                <a16:creationId xmlns:a16="http://schemas.microsoft.com/office/drawing/2014/main" id="{66DE14D4-64D4-6D1F-DD92-BC16D674C58B}"/>
              </a:ext>
            </a:extLst>
          </p:cNvPr>
          <p:cNvSpPr txBox="1">
            <a:spLocks/>
          </p:cNvSpPr>
          <p:nvPr/>
        </p:nvSpPr>
        <p:spPr>
          <a:xfrm>
            <a:off x="374530" y="1371598"/>
            <a:ext cx="3556120" cy="4559301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r>
              <a:rPr lang="en-US" sz="2000" spc="-1" dirty="0">
                <a:solidFill>
                  <a:srgbClr val="000000"/>
                </a:solidFill>
                <a:latin typeface="Century Gothic"/>
              </a:rPr>
              <a:t>For instances: See both substituent and scaffold foils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endParaRPr lang="en-US" sz="2000" spc="-1" dirty="0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r>
              <a:rPr lang="en-US" sz="2000" spc="-1" dirty="0">
                <a:solidFill>
                  <a:srgbClr val="000000"/>
                </a:solidFill>
                <a:latin typeface="Century Gothic"/>
              </a:rPr>
              <a:t>Get explanation statistics (occurrence, contrastive score)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endParaRPr lang="en-US" sz="2000" spc="-1" dirty="0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r>
              <a:rPr lang="en-US" sz="2000" spc="-1" dirty="0">
                <a:solidFill>
                  <a:srgbClr val="000000"/>
                </a:solidFill>
                <a:latin typeface="Century Gothic"/>
              </a:rPr>
              <a:t>Global explanations also available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endParaRPr lang="en-US" sz="2000" spc="-1" dirty="0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r>
              <a:rPr lang="en-US" sz="2000" spc="-1" dirty="0">
                <a:solidFill>
                  <a:srgbClr val="000000"/>
                </a:solidFill>
                <a:latin typeface="Century Gothic"/>
              </a:rPr>
              <a:t>Rationalize explanations (LLM)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endParaRPr lang="en-US" sz="2000" spc="-1" dirty="0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endParaRPr lang="en-US" sz="1800" spc="-1" dirty="0">
              <a:solidFill>
                <a:srgbClr val="00000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0064C8"/>
              </a:buClr>
              <a:buFont typeface="Wingdings 2" charset="2"/>
              <a:buChar char=""/>
            </a:pPr>
            <a:endParaRPr lang="en-US" sz="2000" b="1" spc="-1" dirty="0">
              <a:solidFill>
                <a:srgbClr val="000000"/>
              </a:solidFill>
              <a:latin typeface="Century Gothic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448BF6-C81C-6C8D-8F4B-2F0B75A53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622" y="990120"/>
            <a:ext cx="4557038" cy="30081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67D0B5-80AA-A015-D6E0-17D1621B9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622" y="3998266"/>
            <a:ext cx="4557038" cy="2149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729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15F23-0912-A838-23CE-B8F00573A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>
            <a:extLst>
              <a:ext uri="{FF2B5EF4-FFF2-40B4-BE49-F238E27FC236}">
                <a16:creationId xmlns:a16="http://schemas.microsoft.com/office/drawing/2014/main" id="{57944F4B-F502-E7CC-8790-8737702BC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200" b="0" strike="noStrike" spc="-1" dirty="0">
                <a:solidFill>
                  <a:srgbClr val="0064C8"/>
                </a:solidFill>
                <a:latin typeface="Century Gothic"/>
              </a:rPr>
              <a:t>Exemplary answer output </a:t>
            </a:r>
            <a:r>
              <a:rPr lang="en-US" sz="3200" b="0" strike="noStrike" spc="-1" dirty="0" err="1">
                <a:solidFill>
                  <a:srgbClr val="0064C8"/>
                </a:solidFill>
                <a:latin typeface="Century Gothic"/>
              </a:rPr>
              <a:t>EdgeSHAPer</a:t>
            </a:r>
            <a:endParaRPr lang="en-US" sz="3200" b="0" strike="noStrike" spc="-1" dirty="0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65" name="PlaceHolder 3">
            <a:extLst>
              <a:ext uri="{FF2B5EF4-FFF2-40B4-BE49-F238E27FC236}">
                <a16:creationId xmlns:a16="http://schemas.microsoft.com/office/drawing/2014/main" id="{2EFBEA53-7B78-D9A1-93EF-9608A3193D27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8376840" y="5692680"/>
            <a:ext cx="384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8BD7C522-1E12-40C3-B25E-5F0462E20B22}" type="slidenum">
              <a:rPr lang="en-US" sz="1200" b="0" strike="noStrike" spc="-1">
                <a:solidFill>
                  <a:srgbClr val="8B8B8B"/>
                </a:solidFill>
                <a:latin typeface="Century Gothic"/>
              </a:rPr>
              <a:t>8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7" name="PlaceHolder 2">
            <a:extLst>
              <a:ext uri="{FF2B5EF4-FFF2-40B4-BE49-F238E27FC236}">
                <a16:creationId xmlns:a16="http://schemas.microsoft.com/office/drawing/2014/main" id="{66DE14D4-64D4-6D1F-DD92-BC16D674C58B}"/>
              </a:ext>
            </a:extLst>
          </p:cNvPr>
          <p:cNvSpPr txBox="1">
            <a:spLocks/>
          </p:cNvSpPr>
          <p:nvPr/>
        </p:nvSpPr>
        <p:spPr>
          <a:xfrm>
            <a:off x="374529" y="1371598"/>
            <a:ext cx="4251523" cy="4559301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r>
              <a:rPr lang="en-US" sz="2000" spc="-1" dirty="0">
                <a:solidFill>
                  <a:srgbClr val="000000"/>
                </a:solidFill>
                <a:latin typeface="Century Gothic"/>
              </a:rPr>
              <a:t>Prompt: Train a GNN model on a binary dataset and explain a correctly predicted active compound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endParaRPr lang="en-US" sz="2000" spc="-1" dirty="0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endParaRPr lang="en-US" sz="2000" spc="-1" dirty="0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r>
              <a:rPr lang="en-US" sz="2000" spc="-1" dirty="0">
                <a:solidFill>
                  <a:srgbClr val="000000"/>
                </a:solidFill>
                <a:latin typeface="Century Gothic"/>
              </a:rPr>
              <a:t>LLM selects the architecture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endParaRPr lang="en-US" sz="2000" spc="-1" dirty="0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endParaRPr lang="en-US" sz="2000" spc="-1" dirty="0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r>
              <a:rPr lang="en-US" sz="2000" spc="-1" dirty="0">
                <a:solidFill>
                  <a:srgbClr val="000000"/>
                </a:solidFill>
                <a:latin typeface="Century Gothic"/>
              </a:rPr>
              <a:t>Reports results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endParaRPr lang="en-US" sz="2000" spc="-1" dirty="0">
              <a:solidFill>
                <a:srgbClr val="000000"/>
              </a:solidFill>
              <a:latin typeface="Century Gothic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None/>
            </a:pPr>
            <a:endParaRPr lang="en-US" sz="2000" spc="-1" dirty="0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endParaRPr lang="en-US" sz="2000" spc="-1" dirty="0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endParaRPr lang="en-US" sz="1800" spc="-1" dirty="0">
              <a:solidFill>
                <a:srgbClr val="00000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0064C8"/>
              </a:buClr>
              <a:buFont typeface="Wingdings 2" charset="2"/>
              <a:buChar char=""/>
            </a:pPr>
            <a:endParaRPr lang="en-US" sz="2000" b="1" spc="-1" dirty="0">
              <a:solidFill>
                <a:srgbClr val="000000"/>
              </a:solidFill>
              <a:latin typeface="Century Gothic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A85E66-1EFD-47C3-862B-21979C1F5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5563" y="1174421"/>
            <a:ext cx="3804481" cy="26129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EE4EBE-BE81-4F15-9C55-5A2351D36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5563" y="4610647"/>
            <a:ext cx="3804480" cy="11310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B3B521-7DFA-48D0-AB2D-3890673F8F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5563" y="3786896"/>
            <a:ext cx="3804480" cy="833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285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15F23-0912-A838-23CE-B8F00573A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>
            <a:extLst>
              <a:ext uri="{FF2B5EF4-FFF2-40B4-BE49-F238E27FC236}">
                <a16:creationId xmlns:a16="http://schemas.microsoft.com/office/drawing/2014/main" id="{57944F4B-F502-E7CC-8790-8737702BC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200" b="0" strike="noStrike" spc="-1" dirty="0">
                <a:solidFill>
                  <a:srgbClr val="0064C8"/>
                </a:solidFill>
                <a:latin typeface="Century Gothic"/>
              </a:rPr>
              <a:t>Exemplary answer output </a:t>
            </a:r>
            <a:r>
              <a:rPr lang="en-US" sz="3200" b="0" strike="noStrike" spc="-1" dirty="0" err="1">
                <a:solidFill>
                  <a:srgbClr val="0064C8"/>
                </a:solidFill>
                <a:latin typeface="Century Gothic"/>
              </a:rPr>
              <a:t>EdgeSHAPer</a:t>
            </a:r>
            <a:endParaRPr lang="en-US" sz="3200" b="0" strike="noStrike" spc="-1" dirty="0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65" name="PlaceHolder 3">
            <a:extLst>
              <a:ext uri="{FF2B5EF4-FFF2-40B4-BE49-F238E27FC236}">
                <a16:creationId xmlns:a16="http://schemas.microsoft.com/office/drawing/2014/main" id="{2EFBEA53-7B78-D9A1-93EF-9608A3193D27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8376840" y="5692680"/>
            <a:ext cx="384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8BD7C522-1E12-40C3-B25E-5F0462E20B22}" type="slidenum">
              <a:rPr lang="en-US" sz="1200" b="0" strike="noStrike" spc="-1">
                <a:solidFill>
                  <a:srgbClr val="8B8B8B"/>
                </a:solidFill>
                <a:latin typeface="Century Gothic"/>
              </a:rPr>
              <a:t>9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7" name="PlaceHolder 2">
            <a:extLst>
              <a:ext uri="{FF2B5EF4-FFF2-40B4-BE49-F238E27FC236}">
                <a16:creationId xmlns:a16="http://schemas.microsoft.com/office/drawing/2014/main" id="{66DE14D4-64D4-6D1F-DD92-BC16D674C58B}"/>
              </a:ext>
            </a:extLst>
          </p:cNvPr>
          <p:cNvSpPr txBox="1">
            <a:spLocks/>
          </p:cNvSpPr>
          <p:nvPr/>
        </p:nvSpPr>
        <p:spPr>
          <a:xfrm>
            <a:off x="374529" y="1371598"/>
            <a:ext cx="4251523" cy="4559301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r>
              <a:rPr lang="en-US" sz="2000" spc="-1" dirty="0">
                <a:solidFill>
                  <a:srgbClr val="000000"/>
                </a:solidFill>
                <a:latin typeface="Century Gothic"/>
              </a:rPr>
              <a:t>Explanation with </a:t>
            </a:r>
            <a:r>
              <a:rPr lang="en-US" sz="2000" spc="-1" dirty="0" err="1">
                <a:solidFill>
                  <a:srgbClr val="000000"/>
                </a:solidFill>
                <a:latin typeface="Century Gothic"/>
              </a:rPr>
              <a:t>EdgeSHAPer</a:t>
            </a:r>
            <a:endParaRPr lang="en-US" sz="2000" spc="-1" dirty="0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endParaRPr lang="en-US" sz="2000" spc="-1" dirty="0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endParaRPr lang="en-US" sz="2000" spc="-1" dirty="0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r>
              <a:rPr lang="en-US" sz="2000" spc="-1" dirty="0">
                <a:solidFill>
                  <a:srgbClr val="000000"/>
                </a:solidFill>
                <a:latin typeface="Century Gothic"/>
              </a:rPr>
              <a:t>Visualization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endParaRPr lang="en-US" sz="2000" spc="-1" dirty="0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endParaRPr lang="en-US" sz="2000" spc="-1" dirty="0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r>
              <a:rPr lang="en-US" sz="2000" b="1" spc="-1" dirty="0">
                <a:solidFill>
                  <a:srgbClr val="000000"/>
                </a:solidFill>
                <a:latin typeface="Century Gothic"/>
              </a:rPr>
              <a:t>Interpretation by LLM 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endParaRPr lang="en-US" sz="2000" spc="-1" dirty="0">
              <a:solidFill>
                <a:srgbClr val="000000"/>
              </a:solidFill>
              <a:latin typeface="Century Gothic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None/>
            </a:pPr>
            <a:endParaRPr lang="en-US" sz="2000" spc="-1" dirty="0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endParaRPr lang="en-US" sz="2000" spc="-1" dirty="0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endParaRPr lang="en-US" sz="1800" spc="-1" dirty="0">
              <a:solidFill>
                <a:srgbClr val="00000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0064C8"/>
              </a:buClr>
              <a:buFont typeface="Wingdings 2" charset="2"/>
              <a:buChar char=""/>
            </a:pPr>
            <a:endParaRPr lang="en-US" sz="2000" b="1" spc="-1" dirty="0">
              <a:solidFill>
                <a:srgbClr val="000000"/>
              </a:solidFill>
              <a:latin typeface="Century Gothic"/>
            </a:endParaRPr>
          </a:p>
        </p:txBody>
      </p:sp>
      <p:pic>
        <p:nvPicPr>
          <p:cNvPr id="4" name="Graphic 3" descr="Warning with solid fill">
            <a:extLst>
              <a:ext uri="{FF2B5EF4-FFF2-40B4-BE49-F238E27FC236}">
                <a16:creationId xmlns:a16="http://schemas.microsoft.com/office/drawing/2014/main" id="{E98D6943-8123-432E-B888-F72E412B74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2648" y="3342695"/>
            <a:ext cx="657242" cy="6572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867E8F3-108A-471B-965A-75C4C333D30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5455"/>
          <a:stretch/>
        </p:blipFill>
        <p:spPr>
          <a:xfrm>
            <a:off x="4698409" y="1007015"/>
            <a:ext cx="3927583" cy="20812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2944AD-320D-42C0-A96F-022974D408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8409" y="3088293"/>
            <a:ext cx="3927582" cy="303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43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15F23-0912-A838-23CE-B8F00573A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>
            <a:extLst>
              <a:ext uri="{FF2B5EF4-FFF2-40B4-BE49-F238E27FC236}">
                <a16:creationId xmlns:a16="http://schemas.microsoft.com/office/drawing/2014/main" id="{57944F4B-F502-E7CC-8790-8737702BC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200" b="0" strike="noStrike" spc="-1" dirty="0">
                <a:solidFill>
                  <a:srgbClr val="0064C8"/>
                </a:solidFill>
                <a:latin typeface="Century Gothic"/>
              </a:rPr>
              <a:t>To do list</a:t>
            </a:r>
            <a:endParaRPr lang="en-US" sz="3200" b="0" strike="noStrike" spc="-1" dirty="0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65" name="PlaceHolder 3">
            <a:extLst>
              <a:ext uri="{FF2B5EF4-FFF2-40B4-BE49-F238E27FC236}">
                <a16:creationId xmlns:a16="http://schemas.microsoft.com/office/drawing/2014/main" id="{2EFBEA53-7B78-D9A1-93EF-9608A3193D27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8376840" y="5692680"/>
            <a:ext cx="384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8BD7C522-1E12-40C3-B25E-5F0462E20B22}" type="slidenum">
              <a:rPr lang="en-US" sz="1200" b="0" strike="noStrike" spc="-1">
                <a:solidFill>
                  <a:srgbClr val="8B8B8B"/>
                </a:solidFill>
                <a:latin typeface="Century Gothic"/>
              </a:rPr>
              <a:t>10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7" name="PlaceHolder 2">
            <a:extLst>
              <a:ext uri="{FF2B5EF4-FFF2-40B4-BE49-F238E27FC236}">
                <a16:creationId xmlns:a16="http://schemas.microsoft.com/office/drawing/2014/main" id="{66DE14D4-64D4-6D1F-DD92-BC16D674C58B}"/>
              </a:ext>
            </a:extLst>
          </p:cNvPr>
          <p:cNvSpPr txBox="1">
            <a:spLocks/>
          </p:cNvSpPr>
          <p:nvPr/>
        </p:nvSpPr>
        <p:spPr>
          <a:xfrm>
            <a:off x="380880" y="1371598"/>
            <a:ext cx="8109070" cy="4559301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r>
              <a:rPr lang="en-US" sz="2000" spc="-1" dirty="0">
                <a:solidFill>
                  <a:srgbClr val="000000"/>
                </a:solidFill>
                <a:latin typeface="Century Gothic"/>
              </a:rPr>
              <a:t>Integrate with cluster for faster inference and explore larger LLMs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endParaRPr lang="en-US" sz="2000" spc="-1" dirty="0">
              <a:solidFill>
                <a:srgbClr val="000000"/>
              </a:solidFill>
              <a:latin typeface="Century Gothic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  <a:latin typeface="Century Gothic"/>
              </a:rPr>
              <a:t>It works already on the workstations with medium-to-large LLMs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None/>
            </a:pPr>
            <a:endParaRPr lang="en-US" sz="2000" spc="-1" dirty="0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r>
              <a:rPr lang="en-US" sz="2000" spc="-1" dirty="0">
                <a:solidFill>
                  <a:srgbClr val="000000"/>
                </a:solidFill>
                <a:latin typeface="Century Gothic"/>
              </a:rPr>
              <a:t>Clean up the repository and make it available 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endParaRPr lang="en-US" sz="2000" spc="-1" dirty="0">
              <a:solidFill>
                <a:srgbClr val="000000"/>
              </a:solidFill>
              <a:latin typeface="Century Gothic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  <a:latin typeface="Century Gothic"/>
              </a:rPr>
              <a:t>An “organization repository” is available for the whole lab to ease the integration of new components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endParaRPr lang="en-US" sz="2000" spc="-1" dirty="0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r>
              <a:rPr lang="en-US" sz="2000" spc="-1" dirty="0">
                <a:solidFill>
                  <a:srgbClr val="000000"/>
                </a:solidFill>
                <a:latin typeface="Century Gothic"/>
              </a:rPr>
              <a:t>Make a guide for lab members for the implementation of AI agents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endParaRPr lang="en-US" sz="2000" spc="-1" dirty="0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endParaRPr lang="en-US" sz="1800" spc="-1" dirty="0">
              <a:solidFill>
                <a:srgbClr val="00000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0064C8"/>
              </a:buClr>
              <a:buFont typeface="Wingdings 2" charset="2"/>
              <a:buChar char=""/>
            </a:pPr>
            <a:endParaRPr lang="en-US" sz="2000" b="1" spc="-1" dirty="0">
              <a:solidFill>
                <a:srgbClr val="000000"/>
              </a:solidFill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3727029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15F23-0912-A838-23CE-B8F00573A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>
            <a:extLst>
              <a:ext uri="{FF2B5EF4-FFF2-40B4-BE49-F238E27FC236}">
                <a16:creationId xmlns:a16="http://schemas.microsoft.com/office/drawing/2014/main" id="{57944F4B-F502-E7CC-8790-8737702BC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880" y="228600"/>
            <a:ext cx="8380080" cy="83772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200" b="0" strike="noStrike" spc="-1" dirty="0">
                <a:solidFill>
                  <a:srgbClr val="0064C8"/>
                </a:solidFill>
                <a:latin typeface="Century Gothic"/>
              </a:rPr>
              <a:t>Framing</a:t>
            </a:r>
            <a:endParaRPr lang="en-US" sz="3200" b="0" strike="noStrike" spc="-1" dirty="0">
              <a:solidFill>
                <a:srgbClr val="000000"/>
              </a:solidFill>
              <a:latin typeface="Century Gothic"/>
            </a:endParaRPr>
          </a:p>
        </p:txBody>
      </p:sp>
      <p:sp>
        <p:nvSpPr>
          <p:cNvPr id="165" name="PlaceHolder 3">
            <a:extLst>
              <a:ext uri="{FF2B5EF4-FFF2-40B4-BE49-F238E27FC236}">
                <a16:creationId xmlns:a16="http://schemas.microsoft.com/office/drawing/2014/main" id="{2EFBEA53-7B78-D9A1-93EF-9608A3193D27}"/>
              </a:ext>
            </a:extLst>
          </p:cNvPr>
          <p:cNvSpPr>
            <a:spLocks noGrp="1"/>
          </p:cNvSpPr>
          <p:nvPr>
            <p:ph type="sldNum"/>
          </p:nvPr>
        </p:nvSpPr>
        <p:spPr>
          <a:xfrm>
            <a:off x="8376840" y="5692680"/>
            <a:ext cx="384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8BD7C522-1E12-40C3-B25E-5F0462E20B22}" type="slidenum">
              <a:rPr lang="en-US" sz="1200" b="0" strike="noStrike" spc="-1">
                <a:solidFill>
                  <a:srgbClr val="8B8B8B"/>
                </a:solidFill>
                <a:latin typeface="Century Gothic"/>
              </a:rPr>
              <a:t>11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7" name="PlaceHolder 2">
            <a:extLst>
              <a:ext uri="{FF2B5EF4-FFF2-40B4-BE49-F238E27FC236}">
                <a16:creationId xmlns:a16="http://schemas.microsoft.com/office/drawing/2014/main" id="{66DE14D4-64D4-6D1F-DD92-BC16D674C58B}"/>
              </a:ext>
            </a:extLst>
          </p:cNvPr>
          <p:cNvSpPr txBox="1">
            <a:spLocks/>
          </p:cNvSpPr>
          <p:nvPr/>
        </p:nvSpPr>
        <p:spPr>
          <a:xfrm>
            <a:off x="380880" y="1371598"/>
            <a:ext cx="8109070" cy="4559301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r>
              <a:rPr lang="en-US" sz="2000" spc="-1" dirty="0">
                <a:solidFill>
                  <a:srgbClr val="000000"/>
                </a:solidFill>
                <a:latin typeface="Century Gothic"/>
              </a:rPr>
              <a:t>How to frame the project: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  <a:latin typeface="Century Gothic"/>
              </a:rPr>
              <a:t>A proof-of-concept study?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  <a:latin typeface="Century Gothic"/>
              </a:rPr>
              <a:t>An explainability platform for XAI applied to molecular design?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  <a:latin typeface="Century Gothic"/>
              </a:rPr>
              <a:t>An explainability platform for XAI specific to molecular selectivity?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  <a:latin typeface="Century Gothic"/>
              </a:rPr>
              <a:t>A modular </a:t>
            </a:r>
            <a:r>
              <a:rPr lang="en-US" sz="1600" spc="-1" dirty="0" err="1">
                <a:solidFill>
                  <a:srgbClr val="000000"/>
                </a:solidFill>
                <a:latin typeface="Century Gothic"/>
              </a:rPr>
              <a:t>explainability</a:t>
            </a:r>
            <a:r>
              <a:rPr lang="en-US" sz="1600" spc="-1" dirty="0">
                <a:solidFill>
                  <a:srgbClr val="000000"/>
                </a:solidFill>
                <a:latin typeface="Century Gothic"/>
              </a:rPr>
              <a:t>-enhanced platform for </a:t>
            </a:r>
            <a:r>
              <a:rPr lang="en-US" sz="1600" spc="-1" dirty="0" err="1">
                <a:solidFill>
                  <a:srgbClr val="000000"/>
                </a:solidFill>
                <a:latin typeface="Century Gothic"/>
              </a:rPr>
              <a:t>chemoinformatics</a:t>
            </a:r>
            <a:r>
              <a:rPr lang="en-US" sz="1600" spc="-1" dirty="0">
                <a:solidFill>
                  <a:srgbClr val="000000"/>
                </a:solidFill>
                <a:latin typeface="Century Gothic"/>
              </a:rPr>
              <a:t>? 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endParaRPr lang="en-US" sz="1600" spc="-1" dirty="0">
              <a:solidFill>
                <a:srgbClr val="000000"/>
              </a:solidFill>
              <a:latin typeface="Century Gothic"/>
            </a:endParaRPr>
          </a:p>
          <a:p>
            <a:pPr lvl="1"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endParaRPr lang="en-US" sz="1600" spc="-1" dirty="0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endParaRPr lang="en-US" sz="2000" spc="-1" dirty="0">
              <a:solidFill>
                <a:srgbClr val="000000"/>
              </a:solidFill>
              <a:latin typeface="Century Gothic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64C8"/>
              </a:buClr>
              <a:buFont typeface="Wingdings" panose="05000000000000000000" pitchFamily="2" charset="2"/>
              <a:buChar char="§"/>
            </a:pPr>
            <a:endParaRPr lang="en-US" sz="1800" spc="-1" dirty="0">
              <a:solidFill>
                <a:srgbClr val="000000"/>
              </a:solidFill>
              <a:latin typeface="Century Gothic"/>
            </a:endParaRPr>
          </a:p>
          <a:p>
            <a:pPr marL="343080" indent="-34308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0064C8"/>
              </a:buClr>
              <a:buFont typeface="Wingdings 2" charset="2"/>
              <a:buChar char=""/>
            </a:pPr>
            <a:endParaRPr lang="en-US" sz="2000" b="1" spc="-1" dirty="0">
              <a:solidFill>
                <a:srgbClr val="000000"/>
              </a:solidFill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594879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347</Words>
  <Application>Microsoft Office PowerPoint</Application>
  <PresentationFormat>On-screen Show (4:3)</PresentationFormat>
  <Paragraphs>108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Arial</vt:lpstr>
      <vt:lpstr>Calibri</vt:lpstr>
      <vt:lpstr>Century Gothic</vt:lpstr>
      <vt:lpstr>StarSymbol</vt:lpstr>
      <vt:lpstr>Symbol</vt:lpstr>
      <vt:lpstr>Times New Roman</vt:lpstr>
      <vt:lpstr>Wingdings</vt:lpstr>
      <vt:lpstr>Wingdings 2</vt:lpstr>
      <vt:lpstr>Office Theme</vt:lpstr>
      <vt:lpstr>Office Theme</vt:lpstr>
      <vt:lpstr>AI Agent for Chemical Explainability</vt:lpstr>
      <vt:lpstr>Study idea</vt:lpstr>
      <vt:lpstr>Study idea</vt:lpstr>
      <vt:lpstr>Exemplary answer output</vt:lpstr>
      <vt:lpstr>Exemplary answer output SHAP</vt:lpstr>
      <vt:lpstr>Exemplary answer output MolAnchor</vt:lpstr>
      <vt:lpstr>Exemplary answer output MolCE</vt:lpstr>
      <vt:lpstr>Exemplary answer output EdgeSHAPer</vt:lpstr>
      <vt:lpstr>Exemplary answer output EdgeSHAPer</vt:lpstr>
      <vt:lpstr>To do list</vt:lpstr>
      <vt:lpstr>Framing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dc:description/>
  <cp:lastModifiedBy>Andrea Mastropietro</cp:lastModifiedBy>
  <cp:revision>1673</cp:revision>
  <cp:lastPrinted>2019-01-04T13:46:38Z</cp:lastPrinted>
  <dcterms:created xsi:type="dcterms:W3CDTF">2006-08-16T00:00:00Z</dcterms:created>
  <dcterms:modified xsi:type="dcterms:W3CDTF">2026-04-15T09:56:20Z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Slides">
    <vt:i4>5</vt:i4>
  </property>
</Properties>
</file>