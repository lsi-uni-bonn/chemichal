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  <p:sldId id="299" r:id="rId5"/>
    <p:sldId id="301" r:id="rId6"/>
    <p:sldId id="300" r:id="rId7"/>
    <p:sldId id="302" r:id="rId8"/>
    <p:sldId id="305" r:id="rId9"/>
    <p:sldId id="303" r:id="rId10"/>
    <p:sldId id="304" r:id="rId11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69" autoAdjust="0"/>
  </p:normalViewPr>
  <p:slideViewPr>
    <p:cSldViewPr snapToGrid="0">
      <p:cViewPr varScale="1">
        <p:scale>
          <a:sx n="150" d="100"/>
          <a:sy n="150" d="100"/>
        </p:scale>
        <p:origin x="209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del">
        <pc:chgData name="Tiago Janela" userId="ee1a79fe-c79c-4f34-9602-7f6f2f0482b3" providerId="ADAL" clId="{67D2C233-DF3C-4C6D-9040-D7553E3BCB8A}" dt="2026-03-16T14:02:41.446" v="6" actId="47"/>
        <pc:sldMkLst>
          <pc:docMk/>
          <pc:sldMk cId="901468915" sldId="296"/>
        </pc:sldMkLst>
      </pc:sldChg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del">
        <pc:chgData name="Tiago Janela" userId="ee1a79fe-c79c-4f34-9602-7f6f2f0482b3" providerId="ADAL" clId="{67D2C233-DF3C-4C6D-9040-D7553E3BCB8A}" dt="2026-03-16T14:02:36.535" v="1" actId="47"/>
        <pc:sldMkLst>
          <pc:docMk/>
          <pc:sldMk cId="114778141" sldId="303"/>
        </pc:sldMkLst>
      </pc:sldChg>
      <pc:sldChg chg="del">
        <pc:chgData name="Tiago Janela" userId="ee1a79fe-c79c-4f34-9602-7f6f2f0482b3" providerId="ADAL" clId="{67D2C233-DF3C-4C6D-9040-D7553E3BCB8A}" dt="2026-03-16T14:02:37.693" v="2" actId="47"/>
        <pc:sldMkLst>
          <pc:docMk/>
          <pc:sldMk cId="1211845523" sldId="306"/>
        </pc:sldMkLst>
      </pc:sldChg>
      <pc:sldChg chg="del">
        <pc:chgData name="Tiago Janela" userId="ee1a79fe-c79c-4f34-9602-7f6f2f0482b3" providerId="ADAL" clId="{67D2C233-DF3C-4C6D-9040-D7553E3BCB8A}" dt="2026-03-16T14:02:37.999" v="3" actId="47"/>
        <pc:sldMkLst>
          <pc:docMk/>
          <pc:sldMk cId="4258501269" sldId="307"/>
        </pc:sldMkLst>
      </pc:sldChg>
      <pc:sldChg chg="del">
        <pc:chgData name="Tiago Janela" userId="ee1a79fe-c79c-4f34-9602-7f6f2f0482b3" providerId="ADAL" clId="{67D2C233-DF3C-4C6D-9040-D7553E3BCB8A}" dt="2026-03-16T14:02:38.398" v="4" actId="47"/>
        <pc:sldMkLst>
          <pc:docMk/>
          <pc:sldMk cId="467547607" sldId="308"/>
        </pc:sldMkLst>
      </pc:sldChg>
      <pc:sldChg chg="del">
        <pc:chgData name="Tiago Janela" userId="ee1a79fe-c79c-4f34-9602-7f6f2f0482b3" providerId="ADAL" clId="{67D2C233-DF3C-4C6D-9040-D7553E3BCB8A}" dt="2026-03-16T14:02:38.965" v="5" actId="47"/>
        <pc:sldMkLst>
          <pc:docMk/>
          <pc:sldMk cId="1772121027" sldId="311"/>
        </pc:sldMkLst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  <pc:picChg chg="del mod">
          <ac:chgData name="Tiago Janela" userId="ee1a79fe-c79c-4f34-9602-7f6f2f0482b3" providerId="ADAL" clId="{6BE67FA1-4A27-48B9-BA6A-E25A9786A9CC}" dt="2026-03-19T10:51:55.896" v="93" actId="478"/>
          <ac:picMkLst>
            <pc:docMk/>
            <pc:sldMk cId="1707478755" sldId="299"/>
            <ac:picMk id="4" creationId="{A9172708-06AB-AE7A-4BC0-05B1328EE700}"/>
          </ac:picMkLst>
        </pc:pic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del mod">
          <ac:chgData name="Tiago Janela" userId="ee1a79fe-c79c-4f34-9602-7f6f2f0482b3" providerId="ADAL" clId="{6BE67FA1-4A27-48B9-BA6A-E25A9786A9CC}" dt="2026-03-20T13:19:05.879" v="819" actId="478"/>
          <ac:spMkLst>
            <pc:docMk/>
            <pc:sldMk cId="457486825" sldId="300"/>
            <ac:spMk id="2" creationId="{870990D0-7AC5-46BA-6FC4-274F8E0A3ABE}"/>
          </ac:spMkLst>
        </pc:spChg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  <pc:picChg chg="add del">
          <ac:chgData name="Tiago Janela" userId="ee1a79fe-c79c-4f34-9602-7f6f2f0482b3" providerId="ADAL" clId="{6BE67FA1-4A27-48B9-BA6A-E25A9786A9CC}" dt="2026-03-20T13:16:59.024" v="605" actId="478"/>
          <ac:picMkLst>
            <pc:docMk/>
            <pc:sldMk cId="457486825" sldId="300"/>
            <ac:picMk id="6" creationId="{D3BA145D-265C-C0B1-7C0E-2EE32552E491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del">
          <ac:chgData name="Tiago Janela" userId="ee1a79fe-c79c-4f34-9602-7f6f2f0482b3" providerId="ADAL" clId="{6BE67FA1-4A27-48B9-BA6A-E25A9786A9CC}" dt="2026-03-20T13:16:48.406" v="599" actId="478"/>
          <ac:picMkLst>
            <pc:docMk/>
            <pc:sldMk cId="2375808848" sldId="301"/>
            <ac:picMk id="4" creationId="{0F3D5BC1-9264-881D-CF39-9525F816570A}"/>
          </ac:picMkLst>
        </pc:pic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0E7D8533-49DC-4BED-8D2D-C8EE6F23A854}"/>
    <pc:docChg chg="undo custSel addSld delSld modSld sldOrd modMainMaster">
      <pc:chgData name="Tiago Janela" userId="ee1a79fe-c79c-4f34-9602-7f6f2f0482b3" providerId="ADAL" clId="{0E7D8533-49DC-4BED-8D2D-C8EE6F23A854}" dt="2026-02-03T14:21:45.404" v="3954" actId="478"/>
      <pc:docMkLst>
        <pc:docMk/>
      </pc:docMkLst>
    </pc:docChg>
  </pc:docChgLst>
  <pc:docChgLst>
    <pc:chgData name="Tiago Janela" userId="ee1a79fe-c79c-4f34-9602-7f6f2f0482b3" providerId="ADAL" clId="{771048AC-4F55-42D8-AA6A-766F659A7530}"/>
    <pc:docChg chg="undo custSel addSld delSld modSld sldOrd">
      <pc:chgData name="Tiago Janela" userId="ee1a79fe-c79c-4f34-9602-7f6f2f0482b3" providerId="ADAL" clId="{771048AC-4F55-42D8-AA6A-766F659A7530}" dt="2026-02-05T14:24:21.198" v="2967" actId="20577"/>
      <pc:docMkLst>
        <pc:docMk/>
      </pc:docMkLst>
      <pc:sldChg chg="delSp modSp add mod">
        <pc:chgData name="Tiago Janela" userId="ee1a79fe-c79c-4f34-9602-7f6f2f0482b3" providerId="ADAL" clId="{771048AC-4F55-42D8-AA6A-766F659A7530}" dt="2026-02-05T14:24:21.198" v="2967" actId="20577"/>
        <pc:sldMkLst>
          <pc:docMk/>
          <pc:sldMk cId="901468915" sldId="296"/>
        </pc:sldMkLst>
        <pc:spChg chg="mod">
          <ac:chgData name="Tiago Janela" userId="ee1a79fe-c79c-4f34-9602-7f6f2f0482b3" providerId="ADAL" clId="{771048AC-4F55-42D8-AA6A-766F659A7530}" dt="2026-02-05T10:58:00.218" v="1144" actId="20577"/>
          <ac:spMkLst>
            <pc:docMk/>
            <pc:sldMk cId="901468915" sldId="296"/>
            <ac:spMk id="163" creationId="{CBF44E8C-8654-71A0-B86B-E9D342AC2D4D}"/>
          </ac:spMkLst>
        </pc:spChg>
        <pc:spChg chg="mod">
          <ac:chgData name="Tiago Janela" userId="ee1a79fe-c79c-4f34-9602-7f6f2f0482b3" providerId="ADAL" clId="{771048AC-4F55-42D8-AA6A-766F659A7530}" dt="2026-02-05T14:24:21.198" v="2967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add mod ord">
        <pc:chgData name="Tiago Janela" userId="ee1a79fe-c79c-4f34-9602-7f6f2f0482b3" providerId="ADAL" clId="{771048AC-4F55-42D8-AA6A-766F659A7530}" dt="2026-02-05T12:59:57.611" v="1910" actId="20577"/>
        <pc:sldMkLst>
          <pc:docMk/>
          <pc:sldMk cId="829672710" sldId="297"/>
        </pc:sldMkLst>
        <pc:spChg chg="mod">
          <ac:chgData name="Tiago Janela" userId="ee1a79fe-c79c-4f34-9602-7f6f2f0482b3" providerId="ADAL" clId="{771048AC-4F55-42D8-AA6A-766F659A7530}" dt="2026-02-05T12:59:57.611" v="1910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delSp modSp add mod ord">
        <pc:chgData name="Tiago Janela" userId="ee1a79fe-c79c-4f34-9602-7f6f2f0482b3" providerId="ADAL" clId="{771048AC-4F55-42D8-AA6A-766F659A7530}" dt="2026-02-05T14:23:46.564" v="2966" actId="20577"/>
        <pc:sldMkLst>
          <pc:docMk/>
          <pc:sldMk cId="721732568" sldId="298"/>
        </pc:sldMkLst>
        <pc:spChg chg="mod">
          <ac:chgData name="Tiago Janela" userId="ee1a79fe-c79c-4f34-9602-7f6f2f0482b3" providerId="ADAL" clId="{771048AC-4F55-42D8-AA6A-766F659A7530}" dt="2026-02-05T14:23:46.564" v="2966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771048AC-4F55-42D8-AA6A-766F659A7530}" dt="2026-02-05T13:01:46.094" v="1930" actId="20577"/>
          <ac:spMkLst>
            <pc:docMk/>
            <pc:sldMk cId="721732568" sldId="298"/>
            <ac:spMk id="163" creationId="{57944F4B-F502-E7CC-8790-8737702BC6AC}"/>
          </ac:spMkLst>
        </pc:sp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3-04T13:21:40.843" v="48" actId="403"/>
      <pc:docMkLst>
        <pc:docMk/>
      </pc:docMkLst>
      <pc:sldChg chg="modSp mod">
        <pc:chgData name="Tiago Janela" userId="ee1a79fe-c79c-4f34-9602-7f6f2f0482b3" providerId="ADAL" clId="{A1A622BE-A8AD-47B7-8802-BAC61BCE5126}" dt="2026-03-04T13:20:02.161" v="40" actId="20577"/>
        <pc:sldMkLst>
          <pc:docMk/>
          <pc:sldMk cId="114778141" sldId="303"/>
        </pc:sldMkLst>
        <pc:spChg chg="mod">
          <ac:chgData name="Tiago Janela" userId="ee1a79fe-c79c-4f34-9602-7f6f2f0482b3" providerId="ADAL" clId="{A1A622BE-A8AD-47B7-8802-BAC61BCE5126}" dt="2026-03-04T13:20:02.161" v="40" actId="20577"/>
          <ac:spMkLst>
            <pc:docMk/>
            <pc:sldMk cId="114778141" sldId="303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32.291" v="47" actId="20577"/>
        <pc:sldMkLst>
          <pc:docMk/>
          <pc:sldMk cId="1211845523" sldId="306"/>
        </pc:sldMkLst>
        <pc:spChg chg="mod">
          <ac:chgData name="Tiago Janela" userId="ee1a79fe-c79c-4f34-9602-7f6f2f0482b3" providerId="ADAL" clId="{A1A622BE-A8AD-47B7-8802-BAC61BCE5126}" dt="2026-03-04T13:21:32.291" v="47" actId="20577"/>
          <ac:spMkLst>
            <pc:docMk/>
            <pc:sldMk cId="1211845523" sldId="306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40.843" v="48" actId="403"/>
        <pc:sldMkLst>
          <pc:docMk/>
          <pc:sldMk cId="4258501269" sldId="307"/>
        </pc:sldMkLst>
        <pc:spChg chg="mod">
          <ac:chgData name="Tiago Janela" userId="ee1a79fe-c79c-4f34-9602-7f6f2f0482b3" providerId="ADAL" clId="{A1A622BE-A8AD-47B7-8802-BAC61BCE5126}" dt="2026-03-04T13:21:40.843" v="48" actId="403"/>
          <ac:spMkLst>
            <pc:docMk/>
            <pc:sldMk cId="4258501269" sldId="307"/>
            <ac:spMk id="2" creationId="{3A594187-BB0C-FE87-8E79-972F5DD9EAE2}"/>
          </ac:spMkLst>
        </pc:spChg>
      </pc:sldChg>
    </pc:docChg>
  </pc:docChgLst>
  <pc:docChgLst>
    <pc:chgData name="Tiago Janela" userId="ee1a79fe-c79c-4f34-9602-7f6f2f0482b3" providerId="ADAL" clId="{143C78B0-29AB-41F6-944B-45926E54C361}"/>
    <pc:docChg chg="undo custSel addSld delSld modSld">
      <pc:chgData name="Tiago Janela" userId="ee1a79fe-c79c-4f34-9602-7f6f2f0482b3" providerId="ADAL" clId="{143C78B0-29AB-41F6-944B-45926E54C361}" dt="2026-02-06T15:56:52.044" v="1423" actId="20577"/>
      <pc:docMkLst>
        <pc:docMk/>
      </pc:docMkLst>
      <pc:sldChg chg="del">
        <pc:chgData name="Tiago Janela" userId="ee1a79fe-c79c-4f34-9602-7f6f2f0482b3" providerId="ADAL" clId="{143C78B0-29AB-41F6-944B-45926E54C361}" dt="2026-02-06T11:02:26.764" v="8" actId="47"/>
        <pc:sldMkLst>
          <pc:docMk/>
          <pc:sldMk cId="237093369" sldId="283"/>
        </pc:sldMkLst>
      </pc:sldChg>
      <pc:sldChg chg="del">
        <pc:chgData name="Tiago Janela" userId="ee1a79fe-c79c-4f34-9602-7f6f2f0482b3" providerId="ADAL" clId="{143C78B0-29AB-41F6-944B-45926E54C361}" dt="2026-02-06T11:02:27.633" v="9" actId="47"/>
        <pc:sldMkLst>
          <pc:docMk/>
          <pc:sldMk cId="1512688275" sldId="289"/>
        </pc:sldMkLst>
      </pc:sldChg>
      <pc:sldChg chg="modSp mod">
        <pc:chgData name="Tiago Janela" userId="ee1a79fe-c79c-4f34-9602-7f6f2f0482b3" providerId="ADAL" clId="{143C78B0-29AB-41F6-944B-45926E54C361}" dt="2026-02-06T15:49:13.450" v="1174" actId="20577"/>
        <pc:sldMkLst>
          <pc:docMk/>
          <pc:sldMk cId="901468915" sldId="296"/>
        </pc:sldMkLst>
        <pc:spChg chg="mod">
          <ac:chgData name="Tiago Janela" userId="ee1a79fe-c79c-4f34-9602-7f6f2f0482b3" providerId="ADAL" clId="{143C78B0-29AB-41F6-944B-45926E54C361}" dt="2026-02-06T15:49:13.450" v="1174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143C78B0-29AB-41F6-944B-45926E54C361}" dt="2026-02-06T13:27:15.929" v="215" actId="20577"/>
        <pc:sldMkLst>
          <pc:docMk/>
          <pc:sldMk cId="829672710" sldId="297"/>
        </pc:sldMkLst>
        <pc:spChg chg="mod">
          <ac:chgData name="Tiago Janela" userId="ee1a79fe-c79c-4f34-9602-7f6f2f0482b3" providerId="ADAL" clId="{143C78B0-29AB-41F6-944B-45926E54C361}" dt="2026-02-06T13:27:15.929" v="215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143C78B0-29AB-41F6-944B-45926E54C361}" dt="2026-02-06T15:55:25.972" v="1391" actId="20577"/>
        <pc:sldMkLst>
          <pc:docMk/>
          <pc:sldMk cId="721732568" sldId="298"/>
        </pc:sldMkLst>
        <pc:spChg chg="mod">
          <ac:chgData name="Tiago Janela" userId="ee1a79fe-c79c-4f34-9602-7f6f2f0482b3" providerId="ADAL" clId="{143C78B0-29AB-41F6-944B-45926E54C361}" dt="2026-02-06T15:55:25.972" v="1391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addSp delSp modSp add del mod ord modShow">
        <pc:chgData name="Tiago Janela" userId="ee1a79fe-c79c-4f34-9602-7f6f2f0482b3" providerId="ADAL" clId="{97693404-9C1B-400A-95DF-A7B72570E7A0}" dt="2026-03-04T15:49:46.058" v="3107" actId="47"/>
        <pc:sldMkLst>
          <pc:docMk/>
          <pc:sldMk cId="237093369" sldId="283"/>
        </pc:sldMkLst>
        <pc:spChg chg="mod">
          <ac:chgData name="Tiago Janela" userId="ee1a79fe-c79c-4f34-9602-7f6f2f0482b3" providerId="ADAL" clId="{97693404-9C1B-400A-95DF-A7B72570E7A0}" dt="2026-02-18T10:48:32.233" v="764" actId="20577"/>
          <ac:spMkLst>
            <pc:docMk/>
            <pc:sldMk cId="237093369" sldId="283"/>
            <ac:spMk id="2" creationId="{A233ED7C-B6A5-4EE5-B53E-783F754D3347}"/>
          </ac:spMkLst>
        </pc:spChg>
        <pc:picChg chg="add mod">
          <ac:chgData name="Tiago Janela" userId="ee1a79fe-c79c-4f34-9602-7f6f2f0482b3" providerId="ADAL" clId="{97693404-9C1B-400A-95DF-A7B72570E7A0}" dt="2026-02-17T11:10:19.140" v="217" actId="1076"/>
          <ac:picMkLst>
            <pc:docMk/>
            <pc:sldMk cId="237093369" sldId="283"/>
            <ac:picMk id="4" creationId="{4FA090B0-7C9B-9822-E35B-620E002E37C5}"/>
          </ac:picMkLst>
        </pc:picChg>
        <pc:picChg chg="add mod">
          <ac:chgData name="Tiago Janela" userId="ee1a79fe-c79c-4f34-9602-7f6f2f0482b3" providerId="ADAL" clId="{97693404-9C1B-400A-95DF-A7B72570E7A0}" dt="2026-02-17T11:12:23.236" v="223" actId="1076"/>
          <ac:picMkLst>
            <pc:docMk/>
            <pc:sldMk cId="237093369" sldId="283"/>
            <ac:picMk id="8" creationId="{EEE00D1D-8814-4A51-2880-2E6DEA971096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2:56:57.437" v="1506" actId="47"/>
        <pc:sldMkLst>
          <pc:docMk/>
          <pc:sldMk cId="2286645179" sldId="284"/>
        </pc:sldMkLst>
      </pc:sldChg>
      <pc:sldChg chg="addSp delSp modSp add del mod modShow">
        <pc:chgData name="Tiago Janela" userId="ee1a79fe-c79c-4f34-9602-7f6f2f0482b3" providerId="ADAL" clId="{97693404-9C1B-400A-95DF-A7B72570E7A0}" dt="2026-03-09T10:28:34.266" v="5109" actId="47"/>
        <pc:sldMkLst>
          <pc:docMk/>
          <pc:sldMk cId="1512688275" sldId="289"/>
        </pc:sldMkLst>
        <pc:spChg chg="mod">
          <ac:chgData name="Tiago Janela" userId="ee1a79fe-c79c-4f34-9602-7f6f2f0482b3" providerId="ADAL" clId="{97693404-9C1B-400A-95DF-A7B72570E7A0}" dt="2026-03-04T13:32:03.522" v="2558" actId="20577"/>
          <ac:spMkLst>
            <pc:docMk/>
            <pc:sldMk cId="1512688275" sldId="289"/>
            <ac:spMk id="5" creationId="{E8A7F028-74CF-6C54-4DD5-3B4B5B71E2D8}"/>
          </ac:spMkLst>
        </pc:spChg>
        <pc:spChg chg="mod">
          <ac:chgData name="Tiago Janela" userId="ee1a79fe-c79c-4f34-9602-7f6f2f0482b3" providerId="ADAL" clId="{97693404-9C1B-400A-95DF-A7B72570E7A0}" dt="2026-02-18T13:37:13.121" v="874"/>
          <ac:spMkLst>
            <pc:docMk/>
            <pc:sldMk cId="1512688275" sldId="289"/>
            <ac:spMk id="163" creationId="{FCB0975A-D008-0F54-1C32-ED7E3F322A93}"/>
          </ac:spMkLst>
        </pc:spChg>
        <pc:picChg chg="add mod">
          <ac:chgData name="Tiago Janela" userId="ee1a79fe-c79c-4f34-9602-7f6f2f0482b3" providerId="ADAL" clId="{97693404-9C1B-400A-95DF-A7B72570E7A0}" dt="2026-03-04T14:15:47.569" v="3078" actId="1076"/>
          <ac:picMkLst>
            <pc:docMk/>
            <pc:sldMk cId="1512688275" sldId="289"/>
            <ac:picMk id="3" creationId="{F8FE564D-C14A-D361-F39B-D2C4FD46193B}"/>
          </ac:picMkLst>
        </pc:picChg>
      </pc:sldChg>
      <pc:sldChg chg="modSp mod ord">
        <pc:chgData name="Tiago Janela" userId="ee1a79fe-c79c-4f34-9602-7f6f2f0482b3" providerId="ADAL" clId="{97693404-9C1B-400A-95DF-A7B72570E7A0}" dt="2026-03-09T10:33:25.226" v="5259" actId="20577"/>
        <pc:sldMkLst>
          <pc:docMk/>
          <pc:sldMk cId="901468915" sldId="296"/>
        </pc:sldMkLst>
        <pc:spChg chg="mod">
          <ac:chgData name="Tiago Janela" userId="ee1a79fe-c79c-4f34-9602-7f6f2f0482b3" providerId="ADAL" clId="{97693404-9C1B-400A-95DF-A7B72570E7A0}" dt="2026-03-09T10:33:25.226" v="5259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97693404-9C1B-400A-95DF-A7B72570E7A0}" dt="2026-02-17T10:42:44.707" v="22" actId="20577"/>
        <pc:sldMkLst>
          <pc:docMk/>
          <pc:sldMk cId="829672710" sldId="297"/>
        </pc:sldMkLst>
        <pc:spChg chg="mod">
          <ac:chgData name="Tiago Janela" userId="ee1a79fe-c79c-4f34-9602-7f6f2f0482b3" providerId="ADAL" clId="{97693404-9C1B-400A-95DF-A7B72570E7A0}" dt="2026-02-17T10:42:44.707" v="22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modSp add del mod">
        <pc:chgData name="Tiago Janela" userId="ee1a79fe-c79c-4f34-9602-7f6f2f0482b3" providerId="ADAL" clId="{97693404-9C1B-400A-95DF-A7B72570E7A0}" dt="2026-03-04T12:57:02.180" v="1508" actId="47"/>
        <pc:sldMkLst>
          <pc:docMk/>
          <pc:sldMk cId="3325464043" sldId="300"/>
        </pc:sldMkLst>
      </pc:sldChg>
      <pc:sldChg chg="addSp delSp modSp add del mod">
        <pc:chgData name="Tiago Janela" userId="ee1a79fe-c79c-4f34-9602-7f6f2f0482b3" providerId="ADAL" clId="{97693404-9C1B-400A-95DF-A7B72570E7A0}" dt="2026-03-04T12:56:58.303" v="1507" actId="47"/>
        <pc:sldMkLst>
          <pc:docMk/>
          <pc:sldMk cId="1549526940" sldId="301"/>
        </pc:sldMkLst>
      </pc:sldChg>
      <pc:sldChg chg="modSp add del mod ord modShow">
        <pc:chgData name="Tiago Janela" userId="ee1a79fe-c79c-4f34-9602-7f6f2f0482b3" providerId="ADAL" clId="{97693404-9C1B-400A-95DF-A7B72570E7A0}" dt="2026-03-04T15:49:47.418" v="3108" actId="47"/>
        <pc:sldMkLst>
          <pc:docMk/>
          <pc:sldMk cId="1735901252" sldId="302"/>
        </pc:sldMkLst>
        <pc:spChg chg="mod">
          <ac:chgData name="Tiago Janela" userId="ee1a79fe-c79c-4f34-9602-7f6f2f0482b3" providerId="ADAL" clId="{97693404-9C1B-400A-95DF-A7B72570E7A0}" dt="2026-02-18T14:57:20.851" v="1269" actId="6549"/>
          <ac:spMkLst>
            <pc:docMk/>
            <pc:sldMk cId="1735901252" sldId="302"/>
            <ac:spMk id="5" creationId="{E8A7F028-74CF-6C54-4DD5-3B4B5B71E2D8}"/>
          </ac:spMkLst>
        </pc:spChg>
      </pc:sldChg>
      <pc:sldChg chg="addSp delSp modSp add mod ord">
        <pc:chgData name="Tiago Janela" userId="ee1a79fe-c79c-4f34-9602-7f6f2f0482b3" providerId="ADAL" clId="{97693404-9C1B-400A-95DF-A7B72570E7A0}" dt="2026-03-05T10:55:03.980" v="3510" actId="6549"/>
        <pc:sldMkLst>
          <pc:docMk/>
          <pc:sldMk cId="114778141" sldId="303"/>
        </pc:sldMkLst>
        <pc:spChg chg="add mod">
          <ac:chgData name="Tiago Janela" userId="ee1a79fe-c79c-4f34-9602-7f6f2f0482b3" providerId="ADAL" clId="{97693404-9C1B-400A-95DF-A7B72570E7A0}" dt="2026-03-05T10:55:03.980" v="3510" actId="6549"/>
          <ac:spMkLst>
            <pc:docMk/>
            <pc:sldMk cId="114778141" sldId="303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4:00.403" v="2164" actId="20577"/>
          <ac:spMkLst>
            <pc:docMk/>
            <pc:sldMk cId="114778141" sldId="303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5T10:53:17.064" v="3461"/>
          <ac:picMkLst>
            <pc:docMk/>
            <pc:sldMk cId="114778141" sldId="303"/>
            <ac:picMk id="3" creationId="{F7A1CE92-8480-32AA-303B-900FB583DC9A}"/>
          </ac:picMkLst>
        </pc:picChg>
        <pc:picChg chg="add del mod">
          <ac:chgData name="Tiago Janela" userId="ee1a79fe-c79c-4f34-9602-7f6f2f0482b3" providerId="ADAL" clId="{97693404-9C1B-400A-95DF-A7B72570E7A0}" dt="2026-03-05T10:53:28.398" v="3462" actId="478"/>
          <ac:picMkLst>
            <pc:docMk/>
            <pc:sldMk cId="114778141" sldId="303"/>
            <ac:picMk id="5" creationId="{16C4F416-280C-5702-243E-680D20284ADD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3:01:43.503" v="1711" actId="47"/>
        <pc:sldMkLst>
          <pc:docMk/>
          <pc:sldMk cId="821539772" sldId="304"/>
        </pc:sldMkLst>
      </pc:sldChg>
      <pc:sldChg chg="modSp add del mod">
        <pc:chgData name="Tiago Janela" userId="ee1a79fe-c79c-4f34-9602-7f6f2f0482b3" providerId="ADAL" clId="{97693404-9C1B-400A-95DF-A7B72570E7A0}" dt="2026-03-04T13:23:29.410" v="2203" actId="47"/>
        <pc:sldMkLst>
          <pc:docMk/>
          <pc:sldMk cId="2309601796" sldId="305"/>
        </pc:sldMkLst>
        <pc:spChg chg="mod">
          <ac:chgData name="Tiago Janela" userId="ee1a79fe-c79c-4f34-9602-7f6f2f0482b3" providerId="ADAL" clId="{97693404-9C1B-400A-95DF-A7B72570E7A0}" dt="2026-02-27T11:05:59.764" v="1458" actId="15"/>
          <ac:spMkLst>
            <pc:docMk/>
            <pc:sldMk cId="2309601796" sldId="305"/>
            <ac:spMk id="2" creationId="{870990D0-7AC5-46BA-6FC4-274F8E0A3ABE}"/>
          </ac:spMkLst>
        </pc:spChg>
        <pc:spChg chg="mod">
          <ac:chgData name="Tiago Janela" userId="ee1a79fe-c79c-4f34-9602-7f6f2f0482b3" providerId="ADAL" clId="{97693404-9C1B-400A-95DF-A7B72570E7A0}" dt="2026-02-27T11:03:52.458" v="1363" actId="20577"/>
          <ac:spMkLst>
            <pc:docMk/>
            <pc:sldMk cId="2309601796" sldId="305"/>
            <ac:spMk id="163" creationId="{57944F4B-F502-E7CC-8790-8737702BC6AC}"/>
          </ac:spMkLst>
        </pc:spChg>
      </pc:sldChg>
      <pc:sldChg chg="modSp add mod">
        <pc:chgData name="Tiago Janela" userId="ee1a79fe-c79c-4f34-9602-7f6f2f0482b3" providerId="ADAL" clId="{97693404-9C1B-400A-95DF-A7B72570E7A0}" dt="2026-03-09T10:32:38.571" v="5250" actId="113"/>
        <pc:sldMkLst>
          <pc:docMk/>
          <pc:sldMk cId="1211845523" sldId="306"/>
        </pc:sldMkLst>
        <pc:spChg chg="mod">
          <ac:chgData name="Tiago Janela" userId="ee1a79fe-c79c-4f34-9602-7f6f2f0482b3" providerId="ADAL" clId="{97693404-9C1B-400A-95DF-A7B72570E7A0}" dt="2026-03-09T10:32:38.571" v="5250" actId="113"/>
          <ac:spMkLst>
            <pc:docMk/>
            <pc:sldMk cId="1211845523" sldId="306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51.930" v="2155" actId="20577"/>
          <ac:spMkLst>
            <pc:docMk/>
            <pc:sldMk cId="1211845523" sldId="306"/>
            <ac:spMk id="166" creationId="{73C6FAEE-CE23-BB36-58B3-A5E5504E1C3B}"/>
          </ac:spMkLst>
        </pc:spChg>
        <pc:picChg chg="mod">
          <ac:chgData name="Tiago Janela" userId="ee1a79fe-c79c-4f34-9602-7f6f2f0482b3" providerId="ADAL" clId="{97693404-9C1B-400A-95DF-A7B72570E7A0}" dt="2026-03-05T10:52:53.748" v="3459" actId="1076"/>
          <ac:picMkLst>
            <pc:docMk/>
            <pc:sldMk cId="1211845523" sldId="306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0:55:12.788" v="3513" actId="20577"/>
        <pc:sldMkLst>
          <pc:docMk/>
          <pc:sldMk cId="4258501269" sldId="307"/>
        </pc:sldMkLst>
        <pc:spChg chg="mod">
          <ac:chgData name="Tiago Janela" userId="ee1a79fe-c79c-4f34-9602-7f6f2f0482b3" providerId="ADAL" clId="{97693404-9C1B-400A-95DF-A7B72570E7A0}" dt="2026-03-05T10:55:12.788" v="3513" actId="20577"/>
          <ac:spMkLst>
            <pc:docMk/>
            <pc:sldMk cId="4258501269" sldId="307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41.592" v="2147"/>
          <ac:spMkLst>
            <pc:docMk/>
            <pc:sldMk cId="4258501269" sldId="307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4T13:08:27.808" v="2136" actId="1076"/>
          <ac:picMkLst>
            <pc:docMk/>
            <pc:sldMk cId="4258501269" sldId="307"/>
            <ac:picMk id="3" creationId="{8E704CBB-B9BA-C9D1-3227-A6CD3868AFE7}"/>
          </ac:picMkLst>
        </pc:picChg>
        <pc:picChg chg="del">
          <ac:chgData name="Tiago Janela" userId="ee1a79fe-c79c-4f34-9602-7f6f2f0482b3" providerId="ADAL" clId="{97693404-9C1B-400A-95DF-A7B72570E7A0}" dt="2026-03-04T13:01:40.953" v="1709" actId="478"/>
          <ac:picMkLst>
            <pc:docMk/>
            <pc:sldMk cId="4258501269" sldId="307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9T10:32:58.339" v="5256" actId="113"/>
        <pc:sldMkLst>
          <pc:docMk/>
          <pc:sldMk cId="467547607" sldId="308"/>
        </pc:sldMkLst>
        <pc:spChg chg="mod">
          <ac:chgData name="Tiago Janela" userId="ee1a79fe-c79c-4f34-9602-7f6f2f0482b3" providerId="ADAL" clId="{97693404-9C1B-400A-95DF-A7B72570E7A0}" dt="2026-03-09T10:32:58.339" v="5256" actId="113"/>
          <ac:spMkLst>
            <pc:docMk/>
            <pc:sldMk cId="467547607" sldId="308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33.588" v="2145" actId="20577"/>
          <ac:spMkLst>
            <pc:docMk/>
            <pc:sldMk cId="467547607" sldId="308"/>
            <ac:spMk id="166" creationId="{73C6FAEE-CE23-BB36-58B3-A5E5504E1C3B}"/>
          </ac:spMkLst>
        </pc:spChg>
        <pc:picChg chg="del">
          <ac:chgData name="Tiago Janela" userId="ee1a79fe-c79c-4f34-9602-7f6f2f0482b3" providerId="ADAL" clId="{97693404-9C1B-400A-95DF-A7B72570E7A0}" dt="2026-03-04T13:08:32.120" v="2137" actId="478"/>
          <ac:picMkLst>
            <pc:docMk/>
            <pc:sldMk cId="467547607" sldId="308"/>
            <ac:picMk id="3" creationId="{8E704CBB-B9BA-C9D1-3227-A6CD3868AFE7}"/>
          </ac:picMkLst>
        </pc:picChg>
        <pc:picChg chg="add mod">
          <ac:chgData name="Tiago Janela" userId="ee1a79fe-c79c-4f34-9602-7f6f2f0482b3" providerId="ADAL" clId="{97693404-9C1B-400A-95DF-A7B72570E7A0}" dt="2026-03-05T11:04:31.708" v="3761" actId="1076"/>
          <ac:picMkLst>
            <pc:docMk/>
            <pc:sldMk cId="467547607" sldId="308"/>
            <ac:picMk id="4" creationId="{088487E6-6EDF-5379-BFE0-AE14A850C52A}"/>
          </ac:picMkLst>
        </pc:picChg>
      </pc:sldChg>
      <pc:sldChg chg="modSp add del mod">
        <pc:chgData name="Tiago Janela" userId="ee1a79fe-c79c-4f34-9602-7f6f2f0482b3" providerId="ADAL" clId="{97693404-9C1B-400A-95DF-A7B72570E7A0}" dt="2026-03-04T13:46:26.076" v="3074" actId="47"/>
        <pc:sldMkLst>
          <pc:docMk/>
          <pc:sldMk cId="3166687561" sldId="309"/>
        </pc:sldMkLst>
        <pc:spChg chg="mod">
          <ac:chgData name="Tiago Janela" userId="ee1a79fe-c79c-4f34-9602-7f6f2f0482b3" providerId="ADAL" clId="{97693404-9C1B-400A-95DF-A7B72570E7A0}" dt="2026-03-04T13:42:35.307" v="2999" actId="404"/>
          <ac:spMkLst>
            <pc:docMk/>
            <pc:sldMk cId="3166687561" sldId="309"/>
            <ac:spMk id="5" creationId="{E8A7F028-74CF-6C54-4DD5-3B4B5B71E2D8}"/>
          </ac:spMkLst>
        </pc:spChg>
      </pc:sldChg>
      <pc:sldChg chg="addSp delSp modSp add del mod modShow">
        <pc:chgData name="Tiago Janela" userId="ee1a79fe-c79c-4f34-9602-7f6f2f0482b3" providerId="ADAL" clId="{97693404-9C1B-400A-95DF-A7B72570E7A0}" dt="2026-03-09T10:28:35" v="5110" actId="47"/>
        <pc:sldMkLst>
          <pc:docMk/>
          <pc:sldMk cId="1164058602" sldId="310"/>
        </pc:sldMkLst>
        <pc:spChg chg="mod">
          <ac:chgData name="Tiago Janela" userId="ee1a79fe-c79c-4f34-9602-7f6f2f0482b3" providerId="ADAL" clId="{97693404-9C1B-400A-95DF-A7B72570E7A0}" dt="2026-03-04T14:15:29.937" v="3077" actId="14100"/>
          <ac:spMkLst>
            <pc:docMk/>
            <pc:sldMk cId="1164058602" sldId="310"/>
            <ac:spMk id="5" creationId="{E8A7F028-74CF-6C54-4DD5-3B4B5B71E2D8}"/>
          </ac:spMkLst>
        </pc:spChg>
        <pc:graphicFrameChg chg="add mod modGraphic">
          <ac:chgData name="Tiago Janela" userId="ee1a79fe-c79c-4f34-9602-7f6f2f0482b3" providerId="ADAL" clId="{97693404-9C1B-400A-95DF-A7B72570E7A0}" dt="2026-03-04T13:45:45.143" v="3066" actId="1076"/>
          <ac:graphicFrameMkLst>
            <pc:docMk/>
            <pc:sldMk cId="1164058602" sldId="310"/>
            <ac:graphicFrameMk id="6" creationId="{9DFEAA2A-A89F-EE13-4797-3A5DD610ED30}"/>
          </ac:graphicFrameMkLst>
        </pc:graphicFrameChg>
        <pc:picChg chg="mod">
          <ac:chgData name="Tiago Janela" userId="ee1a79fe-c79c-4f34-9602-7f6f2f0482b3" providerId="ADAL" clId="{97693404-9C1B-400A-95DF-A7B72570E7A0}" dt="2026-03-04T13:46:57.531" v="3076" actId="1076"/>
          <ac:picMkLst>
            <pc:docMk/>
            <pc:sldMk cId="1164058602" sldId="310"/>
            <ac:picMk id="3" creationId="{F8FE564D-C14A-D361-F39B-D2C4FD46193B}"/>
          </ac:picMkLst>
        </pc:picChg>
        <pc:picChg chg="add del">
          <ac:chgData name="Tiago Janela" userId="ee1a79fe-c79c-4f34-9602-7f6f2f0482b3" providerId="ADAL" clId="{97693404-9C1B-400A-95DF-A7B72570E7A0}" dt="2026-03-04T13:33:49.807" v="2723" actId="22"/>
          <ac:picMkLst>
            <pc:docMk/>
            <pc:sldMk cId="1164058602" sldId="310"/>
            <ac:picMk id="4" creationId="{D89A0267-3387-94D3-598E-476090DAE2B8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3:51:09.867" v="4389" actId="207"/>
        <pc:sldMkLst>
          <pc:docMk/>
          <pc:sldMk cId="1772121027" sldId="311"/>
        </pc:sldMkLst>
        <pc:spChg chg="mod">
          <ac:chgData name="Tiago Janela" userId="ee1a79fe-c79c-4f34-9602-7f6f2f0482b3" providerId="ADAL" clId="{97693404-9C1B-400A-95DF-A7B72570E7A0}" dt="2026-03-05T13:51:09.867" v="4389" actId="207"/>
          <ac:spMkLst>
            <pc:docMk/>
            <pc:sldMk cId="1772121027" sldId="311"/>
            <ac:spMk id="170" creationId="{2B43687A-3834-1918-AA00-F4656042D038}"/>
          </ac:spMkLst>
        </pc:spChg>
        <pc:grpChg chg="del">
          <ac:chgData name="Tiago Janela" userId="ee1a79fe-c79c-4f34-9602-7f6f2f0482b3" providerId="ADAL" clId="{97693404-9C1B-400A-95DF-A7B72570E7A0}" dt="2026-03-05T11:20:01.605" v="3926" actId="478"/>
          <ac:grpSpMkLst>
            <pc:docMk/>
            <pc:sldMk cId="1772121027" sldId="311"/>
            <ac:grpSpMk id="8" creationId="{B81890E7-8BF7-7B83-7AA2-CCCFC1B52654}"/>
          </ac:grpSpMkLst>
        </pc:grpChg>
        <pc:picChg chg="add mod modCrop">
          <ac:chgData name="Tiago Janela" userId="ee1a79fe-c79c-4f34-9602-7f6f2f0482b3" providerId="ADAL" clId="{97693404-9C1B-400A-95DF-A7B72570E7A0}" dt="2026-03-05T11:45:45.752" v="4347" actId="1076"/>
          <ac:picMkLst>
            <pc:docMk/>
            <pc:sldMk cId="1772121027" sldId="311"/>
            <ac:picMk id="10" creationId="{5E2BD8C7-1DEE-FFD6-A4F6-CF1BAC02919F}"/>
          </ac:picMkLst>
        </pc:picChg>
        <pc:picChg chg="add mod modCrop">
          <ac:chgData name="Tiago Janela" userId="ee1a79fe-c79c-4f34-9602-7f6f2f0482b3" providerId="ADAL" clId="{97693404-9C1B-400A-95DF-A7B72570E7A0}" dt="2026-03-05T11:45:55.200" v="4350" actId="1076"/>
          <ac:picMkLst>
            <pc:docMk/>
            <pc:sldMk cId="1772121027" sldId="311"/>
            <ac:picMk id="13" creationId="{C6E47417-9E80-A00A-554F-834C3597206A}"/>
          </ac:picMkLst>
        </pc:picChg>
        <pc:picChg chg="add mod modCrop">
          <ac:chgData name="Tiago Janela" userId="ee1a79fe-c79c-4f34-9602-7f6f2f0482b3" providerId="ADAL" clId="{97693404-9C1B-400A-95DF-A7B72570E7A0}" dt="2026-03-05T11:45:52.184" v="4349" actId="1076"/>
          <ac:picMkLst>
            <pc:docMk/>
            <pc:sldMk cId="1772121027" sldId="311"/>
            <ac:picMk id="15" creationId="{476DDCBA-FBEF-3BA4-1FAB-879D873364E7}"/>
          </ac:picMkLst>
        </pc:picChg>
      </pc:sldChg>
      <pc:sldChg chg="add del mod modShow">
        <pc:chgData name="Tiago Janela" userId="ee1a79fe-c79c-4f34-9602-7f6f2f0482b3" providerId="ADAL" clId="{97693404-9C1B-400A-95DF-A7B72570E7A0}" dt="2026-03-05T11:09:04.534" v="3920" actId="47"/>
        <pc:sldMkLst>
          <pc:docMk/>
          <pc:sldMk cId="3374331074" sldId="311"/>
        </pc:sldMkLst>
      </pc:sldChg>
      <pc:sldChg chg="add del ord">
        <pc:chgData name="Tiago Janela" userId="ee1a79fe-c79c-4f34-9602-7f6f2f0482b3" providerId="ADAL" clId="{97693404-9C1B-400A-95DF-A7B72570E7A0}" dt="2026-03-05T11:00:14.847" v="3550" actId="47"/>
        <pc:sldMkLst>
          <pc:docMk/>
          <pc:sldMk cId="3658891486" sldId="31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 descr="A diagram of different types of chemistry&#10;&#10;AI-generated content may be incorrect.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9" y="2123180"/>
            <a:ext cx="7810981" cy="336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3.5,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etc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Explainability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SHAP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for a given compound with SHAP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MolAnchor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(Anchor and substructure occurrence)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BC6A26-9CF7-7B03-D767-F8B5CB55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811" t="-1266" r="-2705" b="-5248"/>
          <a:stretch/>
        </p:blipFill>
        <p:spPr>
          <a:xfrm>
            <a:off x="4313911" y="1075604"/>
            <a:ext cx="4307305" cy="40259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F84ACB-0B25-83EE-C843-9841A30F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4862478"/>
            <a:ext cx="4051300" cy="108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88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MolCE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7453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For instances: See both substituent and scaffold foils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(occurrence, contrastive score)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448BF6-C81C-6C8D-8F4B-2F0B75A5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622" y="990120"/>
            <a:ext cx="4557038" cy="3008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67D0B5-80AA-A015-D6E0-17D1621B9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622" y="3998266"/>
            <a:ext cx="4557038" cy="214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29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To do list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Add and properly implement missing XAI methods (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and Counterfactuals)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Integrate with cluster for faster inference and explore larger LLMs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Clean up the repository and make it available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“organization repository” is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 guide for lab members for the implementation of AI agents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Framing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How to frame the project: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proof-of-concept study?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applied to molecular design?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specific to molecular selectivity?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modular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-enhanced platform for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chemoinformatics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? 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487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307</Words>
  <Application>Microsoft Office PowerPoint</Application>
  <PresentationFormat>On-screen Show (4:3)</PresentationFormat>
  <Paragraphs>84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Exemplary answer output</vt:lpstr>
      <vt:lpstr>Exemplary answer output SHAP</vt:lpstr>
      <vt:lpstr>Exemplary answer output MolAnchor</vt:lpstr>
      <vt:lpstr>Exemplary answer output MolCE</vt:lpstr>
      <vt:lpstr>To do list</vt:lpstr>
      <vt:lpstr>Framing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Alec Lamens</cp:lastModifiedBy>
  <cp:revision>1664</cp:revision>
  <cp:lastPrinted>2019-01-04T13:46:38Z</cp:lastPrinted>
  <dcterms:created xsi:type="dcterms:W3CDTF">2006-08-16T00:00:00Z</dcterms:created>
  <dcterms:modified xsi:type="dcterms:W3CDTF">2026-03-26T08:54:20Z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