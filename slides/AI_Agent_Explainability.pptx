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97" r:id="rId3"/>
    <p:sldId id="298" r:id="rId4"/>
    <p:sldId id="299" r:id="rId5"/>
    <p:sldId id="301" r:id="rId6"/>
    <p:sldId id="300" r:id="rId7"/>
    <p:sldId id="302" r:id="rId8"/>
    <p:sldId id="305" r:id="rId9"/>
    <p:sldId id="303" r:id="rId10"/>
    <p:sldId id="304" r:id="rId11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69" autoAdjust="0"/>
  </p:normalViewPr>
  <p:slideViewPr>
    <p:cSldViewPr snapToGrid="0">
      <p:cViewPr varScale="1">
        <p:scale>
          <a:sx n="88" d="100"/>
          <a:sy n="88" d="100"/>
        </p:scale>
        <p:origin x="1224" y="2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67D2C233-DF3C-4C6D-9040-D7553E3BCB8A}"/>
    <pc:docChg chg="delSld modSld">
      <pc:chgData name="Tiago Janela" userId="ee1a79fe-c79c-4f34-9602-7f6f2f0482b3" providerId="ADAL" clId="{67D2C233-DF3C-4C6D-9040-D7553E3BCB8A}" dt="2026-03-16T14:03:02.466" v="54" actId="20577"/>
      <pc:docMkLst>
        <pc:docMk/>
      </pc:docMkLst>
      <pc:sldChg chg="modSp mod">
        <pc:chgData name="Tiago Janela" userId="ee1a79fe-c79c-4f34-9602-7f6f2f0482b3" providerId="ADAL" clId="{67D2C233-DF3C-4C6D-9040-D7553E3BCB8A}" dt="2026-03-16T14:03:02.466" v="54" actId="20577"/>
        <pc:sldMkLst>
          <pc:docMk/>
          <pc:sldMk cId="829672710" sldId="297"/>
        </pc:sldMkLst>
        <pc:spChg chg="mod">
          <ac:chgData name="Tiago Janela" userId="ee1a79fe-c79c-4f34-9602-7f6f2f0482b3" providerId="ADAL" clId="{67D2C233-DF3C-4C6D-9040-D7553E3BCB8A}" dt="2026-03-16T14:03:02.466" v="54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67D2C233-DF3C-4C6D-9040-D7553E3BCB8A}" dt="2026-03-16T14:02:34.148" v="0" actId="20577"/>
        <pc:sldMkLst>
          <pc:docMk/>
          <pc:sldMk cId="721732568" sldId="298"/>
        </pc:sldMkLst>
        <pc:spChg chg="mod">
          <ac:chgData name="Tiago Janela" userId="ee1a79fe-c79c-4f34-9602-7f6f2f0482b3" providerId="ADAL" clId="{67D2C233-DF3C-4C6D-9040-D7553E3BCB8A}" dt="2026-03-16T14:02:34.148" v="0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  <pc:docChgLst>
    <pc:chgData name="Tiago Janela" userId="ee1a79fe-c79c-4f34-9602-7f6f2f0482b3" providerId="ADAL" clId="{A1A622BE-A8AD-47B7-8802-BAC61BCE5126}"/>
    <pc:docChg chg="undo custSel modSld">
      <pc:chgData name="Tiago Janela" userId="ee1a79fe-c79c-4f34-9602-7f6f2f0482b3" providerId="ADAL" clId="{A1A622BE-A8AD-47B7-8802-BAC61BCE5126}" dt="2026-04-02T12:40:40.607" v="50" actId="478"/>
      <pc:docMkLst>
        <pc:docMk/>
      </pc:docMkLst>
      <pc:sldChg chg="addSp delSp modSp mod">
        <pc:chgData name="Tiago Janela" userId="ee1a79fe-c79c-4f34-9602-7f6f2f0482b3" providerId="ADAL" clId="{A1A622BE-A8AD-47B7-8802-BAC61BCE5126}" dt="2026-04-02T12:40:40.607" v="50" actId="478"/>
        <pc:sldMkLst>
          <pc:docMk/>
          <pc:sldMk cId="1707478755" sldId="299"/>
        </pc:sldMkLst>
        <pc:graphicFrameChg chg="add del modGraphic">
          <ac:chgData name="Tiago Janela" userId="ee1a79fe-c79c-4f34-9602-7f6f2f0482b3" providerId="ADAL" clId="{A1A622BE-A8AD-47B7-8802-BAC61BCE5126}" dt="2026-04-02T12:40:40.607" v="50" actId="478"/>
          <ac:graphicFrameMkLst>
            <pc:docMk/>
            <pc:sldMk cId="1707478755" sldId="299"/>
            <ac:graphicFrameMk id="4" creationId="{689F2044-8E26-DCF5-DE2D-9AD979C8C1EE}"/>
          </ac:graphicFrameMkLst>
        </pc:graphicFrameChg>
      </pc:sldChg>
    </pc:docChg>
  </pc:docChgLst>
  <pc:docChgLst>
    <pc:chgData name="Tiago Janela" userId="ee1a79fe-c79c-4f34-9602-7f6f2f0482b3" providerId="ADAL" clId="{6BE67FA1-4A27-48B9-BA6A-E25A9786A9CC}"/>
    <pc:docChg chg="undo custSel addSld modSld sldOrd">
      <pc:chgData name="Tiago Janela" userId="ee1a79fe-c79c-4f34-9602-7f6f2f0482b3" providerId="ADAL" clId="{6BE67FA1-4A27-48B9-BA6A-E25A9786A9CC}" dt="2026-03-20T13:52:23.099" v="1063" actId="20577"/>
      <pc:docMkLst>
        <pc:docMk/>
      </pc:docMkLst>
      <pc:sldChg chg="addSp modSp mod">
        <pc:chgData name="Tiago Janela" userId="ee1a79fe-c79c-4f34-9602-7f6f2f0482b3" providerId="ADAL" clId="{6BE67FA1-4A27-48B9-BA6A-E25A9786A9CC}" dt="2026-03-19T10:54:12.398" v="162" actId="1076"/>
        <pc:sldMkLst>
          <pc:docMk/>
          <pc:sldMk cId="721732568" sldId="298"/>
        </pc:sldMkLst>
        <pc:spChg chg="mod">
          <ac:chgData name="Tiago Janela" userId="ee1a79fe-c79c-4f34-9602-7f6f2f0482b3" providerId="ADAL" clId="{6BE67FA1-4A27-48B9-BA6A-E25A9786A9CC}" dt="2026-03-19T10:51:19.221" v="88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6BE67FA1-4A27-48B9-BA6A-E25A9786A9CC}" dt="2026-03-19T10:37:44.329" v="9" actId="20577"/>
          <ac:spMkLst>
            <pc:docMk/>
            <pc:sldMk cId="721732568" sldId="298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19T10:54:12.398" v="162" actId="1076"/>
          <ac:picMkLst>
            <pc:docMk/>
            <pc:sldMk cId="721732568" sldId="298"/>
            <ac:picMk id="4" creationId="{A9172708-06AB-AE7A-4BC0-05B1328EE700}"/>
          </ac:picMkLst>
        </pc:picChg>
      </pc:sldChg>
      <pc:sldChg chg="delSp modSp add mod">
        <pc:chgData name="Tiago Janela" userId="ee1a79fe-c79c-4f34-9602-7f6f2f0482b3" providerId="ADAL" clId="{6BE67FA1-4A27-48B9-BA6A-E25A9786A9CC}" dt="2026-03-19T10:59:23.180" v="500" actId="20577"/>
        <pc:sldMkLst>
          <pc:docMk/>
          <pc:sldMk cId="1707478755" sldId="299"/>
        </pc:sldMkLst>
        <pc:spChg chg="mod">
          <ac:chgData name="Tiago Janela" userId="ee1a79fe-c79c-4f34-9602-7f6f2f0482b3" providerId="ADAL" clId="{6BE67FA1-4A27-48B9-BA6A-E25A9786A9CC}" dt="2026-03-19T10:59:23.180" v="500" actId="20577"/>
          <ac:spMkLst>
            <pc:docMk/>
            <pc:sldMk cId="1707478755" sldId="299"/>
            <ac:spMk id="2" creationId="{870990D0-7AC5-46BA-6FC4-274F8E0A3ABE}"/>
          </ac:spMkLst>
        </pc:spChg>
      </pc:sldChg>
      <pc:sldChg chg="addSp delSp modSp add mod">
        <pc:chgData name="Tiago Janela" userId="ee1a79fe-c79c-4f34-9602-7f6f2f0482b3" providerId="ADAL" clId="{6BE67FA1-4A27-48B9-BA6A-E25A9786A9CC}" dt="2026-03-20T13:21:59.221" v="1059" actId="20577"/>
        <pc:sldMkLst>
          <pc:docMk/>
          <pc:sldMk cId="457486825" sldId="300"/>
        </pc:sldMkLst>
        <pc:spChg chg="add mod">
          <ac:chgData name="Tiago Janela" userId="ee1a79fe-c79c-4f34-9602-7f6f2f0482b3" providerId="ADAL" clId="{6BE67FA1-4A27-48B9-BA6A-E25A9786A9CC}" dt="2026-03-20T13:21:59.221" v="1059" actId="20577"/>
          <ac:spMkLst>
            <pc:docMk/>
            <pc:sldMk cId="457486825" sldId="300"/>
            <ac:spMk id="7" creationId="{66DE14D4-64D4-6D1F-DD92-BC16D674C58B}"/>
          </ac:spMkLst>
        </pc:spChg>
        <pc:spChg chg="mod">
          <ac:chgData name="Tiago Janela" userId="ee1a79fe-c79c-4f34-9602-7f6f2f0482b3" providerId="ADAL" clId="{6BE67FA1-4A27-48B9-BA6A-E25A9786A9CC}" dt="2026-03-20T13:08:59.412" v="584" actId="20577"/>
          <ac:spMkLst>
            <pc:docMk/>
            <pc:sldMk cId="457486825" sldId="300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20T13:19:08.305" v="821" actId="1076"/>
          <ac:picMkLst>
            <pc:docMk/>
            <pc:sldMk cId="457486825" sldId="300"/>
            <ac:picMk id="4" creationId="{0F3D5BC1-9264-881D-CF39-9525F816570A}"/>
          </ac:picMkLst>
        </pc:picChg>
      </pc:sldChg>
      <pc:sldChg chg="delSp modSp add mod ord">
        <pc:chgData name="Tiago Janela" userId="ee1a79fe-c79c-4f34-9602-7f6f2f0482b3" providerId="ADAL" clId="{6BE67FA1-4A27-48B9-BA6A-E25A9786A9CC}" dt="2026-03-20T13:52:23.099" v="1063" actId="20577"/>
        <pc:sldMkLst>
          <pc:docMk/>
          <pc:sldMk cId="2375808848" sldId="301"/>
        </pc:sldMkLst>
        <pc:spChg chg="mod">
          <ac:chgData name="Tiago Janela" userId="ee1a79fe-c79c-4f34-9602-7f6f2f0482b3" providerId="ADAL" clId="{6BE67FA1-4A27-48B9-BA6A-E25A9786A9CC}" dt="2026-03-20T13:52:23.099" v="1063" actId="20577"/>
          <ac:spMkLst>
            <pc:docMk/>
            <pc:sldMk cId="2375808848" sldId="301"/>
            <ac:spMk id="2" creationId="{870990D0-7AC5-46BA-6FC4-274F8E0A3ABE}"/>
          </ac:spMkLst>
        </pc:spChg>
        <pc:picChg chg="mod">
          <ac:chgData name="Tiago Janela" userId="ee1a79fe-c79c-4f34-9602-7f6f2f0482b3" providerId="ADAL" clId="{6BE67FA1-4A27-48B9-BA6A-E25A9786A9CC}" dt="2026-03-20T13:17:16.190" v="611" actId="1076"/>
          <ac:picMkLst>
            <pc:docMk/>
            <pc:sldMk cId="2375808848" sldId="301"/>
            <ac:picMk id="6" creationId="{D3BA145D-265C-C0B1-7C0E-2EE32552E491}"/>
          </ac:picMkLst>
        </pc:picChg>
      </pc:sldChg>
    </pc:docChg>
  </pc:docChgLst>
  <pc:docChgLst>
    <pc:chgData name="Tiago Janela" userId="ee1a79fe-c79c-4f34-9602-7f6f2f0482b3" providerId="ADAL" clId="{97693404-9C1B-400A-95DF-A7B72570E7A0}"/>
    <pc:docChg chg="undo custSel addSld delSld modSld sldOrd">
      <pc:chgData name="Tiago Janela" userId="ee1a79fe-c79c-4f34-9602-7f6f2f0482b3" providerId="ADAL" clId="{97693404-9C1B-400A-95DF-A7B72570E7A0}" dt="2026-03-09T10:33:25.226" v="5259" actId="20577"/>
      <pc:docMkLst>
        <pc:docMk/>
      </pc:docMkLst>
      <pc:sldChg chg="modSp mod">
        <pc:chgData name="Tiago Janela" userId="ee1a79fe-c79c-4f34-9602-7f6f2f0482b3" providerId="ADAL" clId="{97693404-9C1B-400A-95DF-A7B72570E7A0}" dt="2026-03-09T10:32:29.235" v="5249" actId="20577"/>
        <pc:sldMkLst>
          <pc:docMk/>
          <pc:sldMk cId="721732568" sldId="298"/>
        </pc:sldMkLst>
        <pc:spChg chg="mod">
          <ac:chgData name="Tiago Janela" userId="ee1a79fe-c79c-4f34-9602-7f6f2f0482b3" providerId="ADAL" clId="{97693404-9C1B-400A-95DF-A7B72570E7A0}" dt="2026-03-09T10:32:29.235" v="5249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57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2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4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5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6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8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24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pic>
        <p:nvPicPr>
          <p:cNvPr id="25" name="Picture 1"/>
          <p:cNvPicPr/>
          <p:nvPr/>
        </p:nvPicPr>
        <p:blipFill>
          <a:blip r:embed="rId17"/>
          <a:stretch/>
        </p:blipFill>
        <p:spPr>
          <a:xfrm>
            <a:off x="6580080" y="329400"/>
            <a:ext cx="1954080" cy="66708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My talk – first line</a:t>
            </a:r>
            <a:br/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second line</a:t>
            </a:r>
            <a:endParaRPr lang="en-US" sz="3200" b="0" strike="noStrike" spc="-1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27" name="Picture 4" descr="bit-lsi-logo-final"/>
          <p:cNvPicPr/>
          <p:nvPr/>
        </p:nvPicPr>
        <p:blipFill>
          <a:blip r:embed="rId18"/>
          <a:stretch/>
        </p:blipFill>
        <p:spPr>
          <a:xfrm>
            <a:off x="609480" y="317520"/>
            <a:ext cx="1433520" cy="1022760"/>
          </a:xfrm>
          <a:prstGeom prst="rect">
            <a:avLst/>
          </a:prstGeom>
          <a:ln w="0">
            <a:noFill/>
          </a:ln>
        </p:spPr>
      </p:pic>
      <p:sp>
        <p:nvSpPr>
          <p:cNvPr id="28" name="Line 7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29" name="Line 8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0" name="Line 9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1" name="Line 10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2" name="Line 11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3" name="Line 12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pic>
        <p:nvPicPr>
          <p:cNvPr id="54" name="Picture 5" descr="A blue and pink triangle on a black background&#10;&#10;Description automatically generated"/>
          <p:cNvPicPr/>
          <p:nvPr/>
        </p:nvPicPr>
        <p:blipFill>
          <a:blip r:embed="rId19"/>
          <a:stretch/>
        </p:blipFill>
        <p:spPr>
          <a:xfrm>
            <a:off x="2913840" y="76320"/>
            <a:ext cx="2455200" cy="135396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Century Gothic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94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95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96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97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8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9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0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1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2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3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4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5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6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7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8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9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0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1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2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3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4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5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116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Century Gothic"/>
              </a:rPr>
              <a:t>Click to edit the title text format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Click to edit Master text styles</a:t>
            </a: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StarSymbol"/>
              <a:buChar char="-"/>
            </a:pPr>
            <a:r>
              <a:rPr lang="en-US" sz="1800" b="0" strike="noStrike" spc="-1">
                <a:solidFill>
                  <a:srgbClr val="000000"/>
                </a:solidFill>
                <a:latin typeface="Century Gothic"/>
              </a:rPr>
              <a:t>Second level</a:t>
            </a: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level</a:t>
            </a:r>
          </a:p>
          <a:p>
            <a:pPr marL="1600200" lvl="3" indent="-2286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Calibri"/>
              <a:buChar char="-"/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Fourth level</a:t>
            </a:r>
          </a:p>
          <a:p>
            <a:pPr marL="18288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Fifth level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F6156E8F-3799-4EE2-B4AD-B038F32766C1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‹nº›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GB" sz="3200" b="0" strike="noStrike" spc="-1" dirty="0">
                <a:solidFill>
                  <a:srgbClr val="0064C8"/>
                </a:solidFill>
                <a:latin typeface="Century Gothic"/>
                <a:ea typeface="Calibri"/>
              </a:rPr>
              <a:t>AI Agent for Chemical Explainability</a:t>
            </a:r>
            <a:endParaRPr lang="en-US" sz="320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subTitle"/>
          </p:nvPr>
        </p:nvSpPr>
        <p:spPr>
          <a:xfrm>
            <a:off x="686520" y="4361040"/>
            <a:ext cx="7997400" cy="17755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Department of Life Science Informatics, B-IT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Lamarr Institute for Machine Learning and Artificial Intelligence                   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LIMES Institute Program Unit Medicinal Chemistry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Rheinische Friedrich-Wilhelms-Universität Bonn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GB" sz="20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672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Study idea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9"/>
            <a:ext cx="8380080" cy="713065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MCP-based Agent for ML compound explainability </a:t>
            </a: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 descr="A diagram of different types of chemistry&#10;&#10;AI-generated content may be incorrect.">
            <a:extLst>
              <a:ext uri="{FF2B5EF4-FFF2-40B4-BE49-F238E27FC236}">
                <a16:creationId xmlns:a16="http://schemas.microsoft.com/office/drawing/2014/main" id="{A9172708-06AB-AE7A-4BC0-05B1328EE7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29" y="2123180"/>
            <a:ext cx="7810981" cy="336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32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Study idea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9"/>
            <a:ext cx="8380080" cy="4643307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 2" charset="2"/>
              <a:buChar char="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Framework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LM Studio + Open Source LLM (GPT-OSS,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Qwen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 3.5,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etc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  <a:br>
              <a:rPr lang="en-US" sz="1600" spc="-1" dirty="0">
                <a:solidFill>
                  <a:srgbClr val="000000"/>
                </a:solidFill>
                <a:latin typeface="Century Gothic"/>
              </a:rPr>
            </a:b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Explainability methods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SHAP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Counterfactuals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MolCE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ML models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Traditional ML – RF, SVM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NNs – DNN, GNN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07478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4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306353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Build an ML model for a given dataset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a complete report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Dataset summary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Data split statistics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Model training information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Test set performance </a:t>
            </a: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BA145D-265C-C0B1-7C0E-2EE32552E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354" y="1196437"/>
            <a:ext cx="4943606" cy="4598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808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 SHAP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5</a:t>
            </a:fld>
            <a:endParaRPr lang="en-GB" sz="1200" b="0" strike="noStrike" spc="-1" dirty="0"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3D5BC1-9264-881D-CF39-9525F8165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608" y="970759"/>
            <a:ext cx="4618726" cy="4817482"/>
          </a:xfrm>
          <a:prstGeom prst="rect">
            <a:avLst/>
          </a:prstGeom>
        </p:spPr>
      </p:pic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Ask the model to explain an ML prediction for a given compound with SHAP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Display explanation mapping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45748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 </a:t>
            </a:r>
            <a:r>
              <a:rPr lang="en-US" sz="3200" b="0" strike="noStrike" spc="-1" dirty="0" err="1">
                <a:solidFill>
                  <a:srgbClr val="0064C8"/>
                </a:solidFill>
                <a:latin typeface="Century Gothic"/>
              </a:rPr>
              <a:t>MolAnchor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6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Ask the model to explain an ML prediction n for a given compound with </a:t>
            </a: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 (Anchor and substructure occurrence)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Global explanations also available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BC6A26-9CF7-7B03-D767-F8B5CB55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3811" t="-1266" r="-2705" b="-5248"/>
          <a:stretch/>
        </p:blipFill>
        <p:spPr>
          <a:xfrm>
            <a:off x="4313911" y="1075604"/>
            <a:ext cx="4307305" cy="40259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F84ACB-0B25-83EE-C843-9841A30F7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050" y="4862478"/>
            <a:ext cx="4051300" cy="108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688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 </a:t>
            </a:r>
            <a:r>
              <a:rPr lang="en-US" sz="3200" b="0" strike="noStrike" spc="-1" dirty="0" err="1">
                <a:solidFill>
                  <a:srgbClr val="0064C8"/>
                </a:solidFill>
                <a:latin typeface="Century Gothic"/>
              </a:rPr>
              <a:t>MolCE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7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7453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For instances: See both substituent and scaffold foils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 (occurrence, contrastive score)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Global explanations also available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448BF6-C81C-6C8D-8F4B-2F0B75A53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622" y="990120"/>
            <a:ext cx="4557038" cy="30081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67D0B5-80AA-A015-D6E0-17D1621B9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622" y="3998266"/>
            <a:ext cx="4557038" cy="214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729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To do list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8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810907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Add and properly implement missing XAI methods (</a:t>
            </a: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 and Counterfactuals)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Integrate with cluster for faster inference and explore larger LLMs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Clean up the repository and make it available 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An “organization repository” is available for the whole lab to ease the integration of new components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Make a guide for lab members for the implementation of AI agents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727029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Framing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9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810907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How to frame the project: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 proof-of-concept study?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An explainability platform for XAI applied to molecular design?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An explainability platform for XAI specific to molecular selectivity?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A modular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explainability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-enhanced platform for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chemoinformatics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? 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1594879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307</Words>
  <Application>Microsoft Office PowerPoint</Application>
  <PresentationFormat>Apresentação no Ecrã (4:3)</PresentationFormat>
  <Paragraphs>84</Paragraphs>
  <Slides>9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dos diapositivos</vt:lpstr>
      </vt:variant>
      <vt:variant>
        <vt:i4>9</vt:i4>
      </vt:variant>
    </vt:vector>
  </HeadingPairs>
  <TitlesOfParts>
    <vt:vector size="19" baseType="lpstr">
      <vt:lpstr>Arial</vt:lpstr>
      <vt:lpstr>Calibri</vt:lpstr>
      <vt:lpstr>Century Gothic</vt:lpstr>
      <vt:lpstr>StarSymbol</vt:lpstr>
      <vt:lpstr>Symbol</vt:lpstr>
      <vt:lpstr>Times New Roman</vt:lpstr>
      <vt:lpstr>Wingdings</vt:lpstr>
      <vt:lpstr>Wingdings 2</vt:lpstr>
      <vt:lpstr>Office Theme</vt:lpstr>
      <vt:lpstr>Office Theme</vt:lpstr>
      <vt:lpstr>AI Agent for Chemical Explainability</vt:lpstr>
      <vt:lpstr>Study idea</vt:lpstr>
      <vt:lpstr>Study idea</vt:lpstr>
      <vt:lpstr>Exemplary answer output</vt:lpstr>
      <vt:lpstr>Exemplary answer output SHAP</vt:lpstr>
      <vt:lpstr>Exemplary answer output MolAnchor</vt:lpstr>
      <vt:lpstr>Exemplary answer output MolCE</vt:lpstr>
      <vt:lpstr>To do list</vt:lpstr>
      <vt:lpstr>Framing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Tiago Janela</cp:lastModifiedBy>
  <cp:revision>1664</cp:revision>
  <cp:lastPrinted>2019-01-04T13:46:38Z</cp:lastPrinted>
  <dcterms:created xsi:type="dcterms:W3CDTF">2006-08-16T00:00:00Z</dcterms:created>
  <dcterms:modified xsi:type="dcterms:W3CDTF">2026-04-02T12:40:42Z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5</vt:i4>
  </property>
</Properties>
</file>