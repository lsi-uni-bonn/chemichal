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30"/>
  </p:notesMasterIdLst>
  <p:sldIdLst>
    <p:sldId id="297" r:id="rId3"/>
    <p:sldId id="298" r:id="rId4"/>
    <p:sldId id="308" r:id="rId5"/>
    <p:sldId id="299" r:id="rId6"/>
    <p:sldId id="337" r:id="rId7"/>
    <p:sldId id="310" r:id="rId8"/>
    <p:sldId id="336" r:id="rId9"/>
    <p:sldId id="319" r:id="rId10"/>
    <p:sldId id="311" r:id="rId11"/>
    <p:sldId id="317" r:id="rId12"/>
    <p:sldId id="318" r:id="rId13"/>
    <p:sldId id="324" r:id="rId14"/>
    <p:sldId id="326" r:id="rId15"/>
    <p:sldId id="328" r:id="rId16"/>
    <p:sldId id="329" r:id="rId17"/>
    <p:sldId id="320" r:id="rId18"/>
    <p:sldId id="331" r:id="rId19"/>
    <p:sldId id="332" r:id="rId20"/>
    <p:sldId id="334" r:id="rId21"/>
    <p:sldId id="335" r:id="rId22"/>
    <p:sldId id="315" r:id="rId23"/>
    <p:sldId id="316" r:id="rId24"/>
    <p:sldId id="303" r:id="rId25"/>
    <p:sldId id="330" r:id="rId26"/>
    <p:sldId id="309" r:id="rId27"/>
    <p:sldId id="312" r:id="rId28"/>
    <p:sldId id="325" r:id="rId29"/>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4C8"/>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67" autoAdjust="0"/>
    <p:restoredTop sz="94669" autoAdjust="0"/>
  </p:normalViewPr>
  <p:slideViewPr>
    <p:cSldViewPr snapToGrid="0">
      <p:cViewPr varScale="1">
        <p:scale>
          <a:sx n="152" d="100"/>
          <a:sy n="152" d="100"/>
        </p:scale>
        <p:origin x="2116" y="7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ago Janela" userId="ee1a79fe-c79c-4f34-9602-7f6f2f0482b3" providerId="ADAL" clId="{6BE67FA1-4A27-48B9-BA6A-E25A9786A9CC}"/>
    <pc:docChg chg="undo custSel addSld modSld sldOrd">
      <pc:chgData name="Tiago Janela" userId="ee1a79fe-c79c-4f34-9602-7f6f2f0482b3" providerId="ADAL" clId="{6BE67FA1-4A27-48B9-BA6A-E25A9786A9CC}" dt="2026-03-20T13:52:23.099" v="1063" actId="20577"/>
      <pc:docMkLst>
        <pc:docMk/>
      </pc:docMkLst>
      <pc:sldChg chg="addSp modSp mod">
        <pc:chgData name="Tiago Janela" userId="ee1a79fe-c79c-4f34-9602-7f6f2f0482b3" providerId="ADAL" clId="{6BE67FA1-4A27-48B9-BA6A-E25A9786A9CC}" dt="2026-03-19T10:54:12.398" v="162" actId="1076"/>
        <pc:sldMkLst>
          <pc:docMk/>
          <pc:sldMk cId="721732568" sldId="298"/>
        </pc:sldMkLst>
        <pc:spChg chg="mod">
          <ac:chgData name="Tiago Janela" userId="ee1a79fe-c79c-4f34-9602-7f6f2f0482b3" providerId="ADAL" clId="{6BE67FA1-4A27-48B9-BA6A-E25A9786A9CC}" dt="2026-03-19T10:51:19.221" v="88" actId="20577"/>
          <ac:spMkLst>
            <pc:docMk/>
            <pc:sldMk cId="721732568" sldId="298"/>
            <ac:spMk id="2" creationId="{870990D0-7AC5-46BA-6FC4-274F8E0A3ABE}"/>
          </ac:spMkLst>
        </pc:spChg>
        <pc:spChg chg="mod">
          <ac:chgData name="Tiago Janela" userId="ee1a79fe-c79c-4f34-9602-7f6f2f0482b3" providerId="ADAL" clId="{6BE67FA1-4A27-48B9-BA6A-E25A9786A9CC}" dt="2026-03-19T10:37:44.329" v="9" actId="20577"/>
          <ac:spMkLst>
            <pc:docMk/>
            <pc:sldMk cId="721732568" sldId="298"/>
            <ac:spMk id="163" creationId="{57944F4B-F502-E7CC-8790-8737702BC6AC}"/>
          </ac:spMkLst>
        </pc:spChg>
        <pc:picChg chg="add mod">
          <ac:chgData name="Tiago Janela" userId="ee1a79fe-c79c-4f34-9602-7f6f2f0482b3" providerId="ADAL" clId="{6BE67FA1-4A27-48B9-BA6A-E25A9786A9CC}" dt="2026-03-19T10:54:12.398" v="162" actId="1076"/>
          <ac:picMkLst>
            <pc:docMk/>
            <pc:sldMk cId="721732568" sldId="298"/>
            <ac:picMk id="4" creationId="{A9172708-06AB-AE7A-4BC0-05B1328EE700}"/>
          </ac:picMkLst>
        </pc:picChg>
      </pc:sldChg>
      <pc:sldChg chg="delSp modSp add mod">
        <pc:chgData name="Tiago Janela" userId="ee1a79fe-c79c-4f34-9602-7f6f2f0482b3" providerId="ADAL" clId="{6BE67FA1-4A27-48B9-BA6A-E25A9786A9CC}" dt="2026-03-19T10:59:23.180" v="500" actId="20577"/>
        <pc:sldMkLst>
          <pc:docMk/>
          <pc:sldMk cId="1707478755" sldId="299"/>
        </pc:sldMkLst>
        <pc:spChg chg="mod">
          <ac:chgData name="Tiago Janela" userId="ee1a79fe-c79c-4f34-9602-7f6f2f0482b3" providerId="ADAL" clId="{6BE67FA1-4A27-48B9-BA6A-E25A9786A9CC}" dt="2026-03-19T10:59:23.180" v="500" actId="20577"/>
          <ac:spMkLst>
            <pc:docMk/>
            <pc:sldMk cId="1707478755" sldId="299"/>
            <ac:spMk id="2" creationId="{870990D0-7AC5-46BA-6FC4-274F8E0A3ABE}"/>
          </ac:spMkLst>
        </pc:spChg>
      </pc:sldChg>
      <pc:sldChg chg="addSp delSp modSp add mod">
        <pc:chgData name="Tiago Janela" userId="ee1a79fe-c79c-4f34-9602-7f6f2f0482b3" providerId="ADAL" clId="{6BE67FA1-4A27-48B9-BA6A-E25A9786A9CC}" dt="2026-03-20T13:21:59.221" v="1059" actId="20577"/>
        <pc:sldMkLst>
          <pc:docMk/>
          <pc:sldMk cId="457486825" sldId="300"/>
        </pc:sldMkLst>
        <pc:spChg chg="add mod">
          <ac:chgData name="Tiago Janela" userId="ee1a79fe-c79c-4f34-9602-7f6f2f0482b3" providerId="ADAL" clId="{6BE67FA1-4A27-48B9-BA6A-E25A9786A9CC}" dt="2026-03-20T13:21:59.221" v="1059" actId="20577"/>
          <ac:spMkLst>
            <pc:docMk/>
            <pc:sldMk cId="457486825" sldId="300"/>
            <ac:spMk id="7" creationId="{66DE14D4-64D4-6D1F-DD92-BC16D674C58B}"/>
          </ac:spMkLst>
        </pc:spChg>
        <pc:spChg chg="mod">
          <ac:chgData name="Tiago Janela" userId="ee1a79fe-c79c-4f34-9602-7f6f2f0482b3" providerId="ADAL" clId="{6BE67FA1-4A27-48B9-BA6A-E25A9786A9CC}" dt="2026-03-20T13:08:59.412" v="584" actId="20577"/>
          <ac:spMkLst>
            <pc:docMk/>
            <pc:sldMk cId="457486825" sldId="300"/>
            <ac:spMk id="163" creationId="{57944F4B-F502-E7CC-8790-8737702BC6AC}"/>
          </ac:spMkLst>
        </pc:spChg>
        <pc:picChg chg="add mod">
          <ac:chgData name="Tiago Janela" userId="ee1a79fe-c79c-4f34-9602-7f6f2f0482b3" providerId="ADAL" clId="{6BE67FA1-4A27-48B9-BA6A-E25A9786A9CC}" dt="2026-03-20T13:19:08.305" v="821" actId="1076"/>
          <ac:picMkLst>
            <pc:docMk/>
            <pc:sldMk cId="457486825" sldId="300"/>
            <ac:picMk id="4" creationId="{0F3D5BC1-9264-881D-CF39-9525F816570A}"/>
          </ac:picMkLst>
        </pc:picChg>
      </pc:sldChg>
      <pc:sldChg chg="delSp modSp add mod ord">
        <pc:chgData name="Tiago Janela" userId="ee1a79fe-c79c-4f34-9602-7f6f2f0482b3" providerId="ADAL" clId="{6BE67FA1-4A27-48B9-BA6A-E25A9786A9CC}" dt="2026-03-20T13:52:23.099" v="1063" actId="20577"/>
        <pc:sldMkLst>
          <pc:docMk/>
          <pc:sldMk cId="2375808848" sldId="301"/>
        </pc:sldMkLst>
        <pc:spChg chg="mod">
          <ac:chgData name="Tiago Janela" userId="ee1a79fe-c79c-4f34-9602-7f6f2f0482b3" providerId="ADAL" clId="{6BE67FA1-4A27-48B9-BA6A-E25A9786A9CC}" dt="2026-03-20T13:52:23.099" v="1063" actId="20577"/>
          <ac:spMkLst>
            <pc:docMk/>
            <pc:sldMk cId="2375808848" sldId="301"/>
            <ac:spMk id="2" creationId="{870990D0-7AC5-46BA-6FC4-274F8E0A3ABE}"/>
          </ac:spMkLst>
        </pc:spChg>
        <pc:picChg chg="mod">
          <ac:chgData name="Tiago Janela" userId="ee1a79fe-c79c-4f34-9602-7f6f2f0482b3" providerId="ADAL" clId="{6BE67FA1-4A27-48B9-BA6A-E25A9786A9CC}" dt="2026-03-20T13:17:16.190" v="611" actId="1076"/>
          <ac:picMkLst>
            <pc:docMk/>
            <pc:sldMk cId="2375808848" sldId="301"/>
            <ac:picMk id="6" creationId="{D3BA145D-265C-C0B1-7C0E-2EE32552E491}"/>
          </ac:picMkLst>
        </pc:picChg>
      </pc:sldChg>
    </pc:docChg>
  </pc:docChgLst>
  <pc:docChgLst>
    <pc:chgData name="Tiago Janela" userId="ee1a79fe-c79c-4f34-9602-7f6f2f0482b3" providerId="ADAL" clId="{D59BA079-2D81-42B2-9E2D-198C5F90099E}"/>
    <pc:docChg chg="undo custSel addSld delSld modSld sldOrd">
      <pc:chgData name="Tiago Janela" userId="ee1a79fe-c79c-4f34-9602-7f6f2f0482b3" providerId="ADAL" clId="{D59BA079-2D81-42B2-9E2D-198C5F90099E}" dt="2026-05-04T09:23:25.921" v="515" actId="20577"/>
      <pc:docMkLst>
        <pc:docMk/>
      </pc:docMkLst>
      <pc:sldChg chg="addSp delSp modSp mod">
        <pc:chgData name="Tiago Janela" userId="ee1a79fe-c79c-4f34-9602-7f6f2f0482b3" providerId="ADAL" clId="{D59BA079-2D81-42B2-9E2D-198C5F90099E}" dt="2026-05-04T08:43:09.666" v="168" actId="1076"/>
        <pc:sldMkLst>
          <pc:docMk/>
          <pc:sldMk cId="721732568" sldId="298"/>
        </pc:sldMkLst>
        <pc:picChg chg="add mod">
          <ac:chgData name="Tiago Janela" userId="ee1a79fe-c79c-4f34-9602-7f6f2f0482b3" providerId="ADAL" clId="{D59BA079-2D81-42B2-9E2D-198C5F90099E}" dt="2026-05-04T08:43:09.666" v="168" actId="1076"/>
          <ac:picMkLst>
            <pc:docMk/>
            <pc:sldMk cId="721732568" sldId="298"/>
            <ac:picMk id="3" creationId="{C525295A-47E6-DB8C-78FD-5ACC25A8B445}"/>
          </ac:picMkLst>
        </pc:picChg>
        <pc:picChg chg="del">
          <ac:chgData name="Tiago Janela" userId="ee1a79fe-c79c-4f34-9602-7f6f2f0482b3" providerId="ADAL" clId="{D59BA079-2D81-42B2-9E2D-198C5F90099E}" dt="2026-04-29T14:57:21.959" v="166" actId="478"/>
          <ac:picMkLst>
            <pc:docMk/>
            <pc:sldMk cId="721732568" sldId="298"/>
            <ac:picMk id="4" creationId="{A9172708-06AB-AE7A-4BC0-05B1328EE700}"/>
          </ac:picMkLst>
        </pc:picChg>
      </pc:sldChg>
      <pc:sldChg chg="modSp mod">
        <pc:chgData name="Tiago Janela" userId="ee1a79fe-c79c-4f34-9602-7f6f2f0482b3" providerId="ADAL" clId="{D59BA079-2D81-42B2-9E2D-198C5F90099E}" dt="2026-05-04T08:43:40.658" v="174" actId="113"/>
        <pc:sldMkLst>
          <pc:docMk/>
          <pc:sldMk cId="1707478755" sldId="299"/>
        </pc:sldMkLst>
        <pc:spChg chg="mod">
          <ac:chgData name="Tiago Janela" userId="ee1a79fe-c79c-4f34-9602-7f6f2f0482b3" providerId="ADAL" clId="{D59BA079-2D81-42B2-9E2D-198C5F90099E}" dt="2026-05-04T08:43:40.658" v="174" actId="113"/>
          <ac:spMkLst>
            <pc:docMk/>
            <pc:sldMk cId="1707478755" sldId="299"/>
            <ac:spMk id="2" creationId="{870990D0-7AC5-46BA-6FC4-274F8E0A3ABE}"/>
          </ac:spMkLst>
        </pc:spChg>
      </pc:sldChg>
      <pc:sldChg chg="modSp mod">
        <pc:chgData name="Tiago Janela" userId="ee1a79fe-c79c-4f34-9602-7f6f2f0482b3" providerId="ADAL" clId="{D59BA079-2D81-42B2-9E2D-198C5F90099E}" dt="2026-05-04T08:45:25.657" v="175" actId="14100"/>
        <pc:sldMkLst>
          <pc:docMk/>
          <pc:sldMk cId="999010184" sldId="308"/>
        </pc:sldMkLst>
        <pc:spChg chg="mod">
          <ac:chgData name="Tiago Janela" userId="ee1a79fe-c79c-4f34-9602-7f6f2f0482b3" providerId="ADAL" clId="{D59BA079-2D81-42B2-9E2D-198C5F90099E}" dt="2026-05-04T08:45:25.657" v="175" actId="14100"/>
          <ac:spMkLst>
            <pc:docMk/>
            <pc:sldMk cId="999010184" sldId="308"/>
            <ac:spMk id="2" creationId="{870990D0-7AC5-46BA-6FC4-274F8E0A3ABE}"/>
          </ac:spMkLst>
        </pc:spChg>
      </pc:sldChg>
      <pc:sldChg chg="mod ord modShow">
        <pc:chgData name="Tiago Janela" userId="ee1a79fe-c79c-4f34-9602-7f6f2f0482b3" providerId="ADAL" clId="{D59BA079-2D81-42B2-9E2D-198C5F90099E}" dt="2026-05-04T08:58:52.639" v="184"/>
        <pc:sldMkLst>
          <pc:docMk/>
          <pc:sldMk cId="1856476068" sldId="309"/>
        </pc:sldMkLst>
      </pc:sldChg>
      <pc:sldChg chg="mod ord modShow">
        <pc:chgData name="Tiago Janela" userId="ee1a79fe-c79c-4f34-9602-7f6f2f0482b3" providerId="ADAL" clId="{D59BA079-2D81-42B2-9E2D-198C5F90099E}" dt="2026-05-04T08:59:00.655" v="186"/>
        <pc:sldMkLst>
          <pc:docMk/>
          <pc:sldMk cId="497639913" sldId="312"/>
        </pc:sldMkLst>
      </pc:sldChg>
      <pc:sldChg chg="del">
        <pc:chgData name="Tiago Janela" userId="ee1a79fe-c79c-4f34-9602-7f6f2f0482b3" providerId="ADAL" clId="{D59BA079-2D81-42B2-9E2D-198C5F90099E}" dt="2026-05-04T09:08:40.943" v="327" actId="47"/>
        <pc:sldMkLst>
          <pc:docMk/>
          <pc:sldMk cId="1027898386" sldId="313"/>
        </pc:sldMkLst>
      </pc:sldChg>
      <pc:sldChg chg="del">
        <pc:chgData name="Tiago Janela" userId="ee1a79fe-c79c-4f34-9602-7f6f2f0482b3" providerId="ADAL" clId="{D59BA079-2D81-42B2-9E2D-198C5F90099E}" dt="2026-05-04T09:08:43.748" v="328" actId="47"/>
        <pc:sldMkLst>
          <pc:docMk/>
          <pc:sldMk cId="2667024758" sldId="314"/>
        </pc:sldMkLst>
      </pc:sldChg>
      <pc:sldChg chg="addSp delSp modSp add mod ord">
        <pc:chgData name="Tiago Janela" userId="ee1a79fe-c79c-4f34-9602-7f6f2f0482b3" providerId="ADAL" clId="{D59BA079-2D81-42B2-9E2D-198C5F90099E}" dt="2026-05-04T09:04:49.743" v="214" actId="12"/>
        <pc:sldMkLst>
          <pc:docMk/>
          <pc:sldMk cId="3302856774" sldId="317"/>
        </pc:sldMkLst>
        <pc:spChg chg="add mod">
          <ac:chgData name="Tiago Janela" userId="ee1a79fe-c79c-4f34-9602-7f6f2f0482b3" providerId="ADAL" clId="{D59BA079-2D81-42B2-9E2D-198C5F90099E}" dt="2026-05-04T09:04:49.743" v="214" actId="12"/>
          <ac:spMkLst>
            <pc:docMk/>
            <pc:sldMk cId="3302856774" sldId="317"/>
            <ac:spMk id="2" creationId="{9803C720-5E38-494F-5EED-73C1A8624CA2}"/>
          </ac:spMkLst>
        </pc:spChg>
        <pc:spChg chg="mod">
          <ac:chgData name="Tiago Janela" userId="ee1a79fe-c79c-4f34-9602-7f6f2f0482b3" providerId="ADAL" clId="{D59BA079-2D81-42B2-9E2D-198C5F90099E}" dt="2026-04-29T14:37:18.277" v="2"/>
          <ac:spMkLst>
            <pc:docMk/>
            <pc:sldMk cId="3302856774" sldId="317"/>
            <ac:spMk id="4" creationId="{29C55CA4-9FFE-F8C7-14D1-7771639D14E4}"/>
          </ac:spMkLst>
        </pc:spChg>
        <pc:spChg chg="add mod">
          <ac:chgData name="Tiago Janela" userId="ee1a79fe-c79c-4f34-9602-7f6f2f0482b3" providerId="ADAL" clId="{D59BA079-2D81-42B2-9E2D-198C5F90099E}" dt="2026-04-29T14:37:30.168" v="3" actId="164"/>
          <ac:spMkLst>
            <pc:docMk/>
            <pc:sldMk cId="3302856774" sldId="317"/>
            <ac:spMk id="7" creationId="{97128B13-4612-273D-93A3-BB4FE0ECD72E}"/>
          </ac:spMkLst>
        </pc:spChg>
        <pc:spChg chg="add mod">
          <ac:chgData name="Tiago Janela" userId="ee1a79fe-c79c-4f34-9602-7f6f2f0482b3" providerId="ADAL" clId="{D59BA079-2D81-42B2-9E2D-198C5F90099E}" dt="2026-04-29T14:39:51.630" v="29" actId="404"/>
          <ac:spMkLst>
            <pc:docMk/>
            <pc:sldMk cId="3302856774" sldId="317"/>
            <ac:spMk id="8" creationId="{BFA4F87D-A515-0617-5B19-E065DFAAA219}"/>
          </ac:spMkLst>
        </pc:spChg>
        <pc:spChg chg="add mod">
          <ac:chgData name="Tiago Janela" userId="ee1a79fe-c79c-4f34-9602-7f6f2f0482b3" providerId="ADAL" clId="{D59BA079-2D81-42B2-9E2D-198C5F90099E}" dt="2026-04-29T14:39:53.918" v="30" actId="404"/>
          <ac:spMkLst>
            <pc:docMk/>
            <pc:sldMk cId="3302856774" sldId="317"/>
            <ac:spMk id="9" creationId="{5B5E5C40-61E5-79E5-C05A-CA9180634650}"/>
          </ac:spMkLst>
        </pc:spChg>
        <pc:spChg chg="add mod">
          <ac:chgData name="Tiago Janela" userId="ee1a79fe-c79c-4f34-9602-7f6f2f0482b3" providerId="ADAL" clId="{D59BA079-2D81-42B2-9E2D-198C5F90099E}" dt="2026-04-29T14:37:30.168" v="3" actId="164"/>
          <ac:spMkLst>
            <pc:docMk/>
            <pc:sldMk cId="3302856774" sldId="317"/>
            <ac:spMk id="10" creationId="{A3301E51-4E33-A5C6-58D1-99F3B3249BC8}"/>
          </ac:spMkLst>
        </pc:spChg>
        <pc:spChg chg="del mod">
          <ac:chgData name="Tiago Janela" userId="ee1a79fe-c79c-4f34-9602-7f6f2f0482b3" providerId="ADAL" clId="{D59BA079-2D81-42B2-9E2D-198C5F90099E}" dt="2026-05-04T09:02:12.901" v="187" actId="478"/>
          <ac:spMkLst>
            <pc:docMk/>
            <pc:sldMk cId="3302856774" sldId="317"/>
            <ac:spMk id="14" creationId="{52C02012-CF9D-7AF4-DB5E-4F719C94B012}"/>
          </ac:spMkLst>
        </pc:spChg>
        <pc:spChg chg="del mod">
          <ac:chgData name="Tiago Janela" userId="ee1a79fe-c79c-4f34-9602-7f6f2f0482b3" providerId="ADAL" clId="{D59BA079-2D81-42B2-9E2D-198C5F90099E}" dt="2026-05-04T09:02:15.685" v="189" actId="478"/>
          <ac:spMkLst>
            <pc:docMk/>
            <pc:sldMk cId="3302856774" sldId="317"/>
            <ac:spMk id="17" creationId="{392DA2FC-B611-0481-11FA-589AFCCD6635}"/>
          </ac:spMkLst>
        </pc:spChg>
        <pc:spChg chg="mod">
          <ac:chgData name="Tiago Janela" userId="ee1a79fe-c79c-4f34-9602-7f6f2f0482b3" providerId="ADAL" clId="{D59BA079-2D81-42B2-9E2D-198C5F90099E}" dt="2026-04-29T14:42:14.331" v="134"/>
          <ac:spMkLst>
            <pc:docMk/>
            <pc:sldMk cId="3302856774" sldId="317"/>
            <ac:spMk id="22" creationId="{9CC3FB47-39F0-5B0D-9FE3-5C302988AB12}"/>
          </ac:spMkLst>
        </pc:spChg>
        <pc:spChg chg="mod">
          <ac:chgData name="Tiago Janela" userId="ee1a79fe-c79c-4f34-9602-7f6f2f0482b3" providerId="ADAL" clId="{D59BA079-2D81-42B2-9E2D-198C5F90099E}" dt="2026-04-29T14:42:14.331" v="134"/>
          <ac:spMkLst>
            <pc:docMk/>
            <pc:sldMk cId="3302856774" sldId="317"/>
            <ac:spMk id="24" creationId="{D4516D0B-2A98-E400-631F-146C1BCBCEC7}"/>
          </ac:spMkLst>
        </pc:spChg>
        <pc:spChg chg="mod">
          <ac:chgData name="Tiago Janela" userId="ee1a79fe-c79c-4f34-9602-7f6f2f0482b3" providerId="ADAL" clId="{D59BA079-2D81-42B2-9E2D-198C5F90099E}" dt="2026-04-29T14:42:14.331" v="134"/>
          <ac:spMkLst>
            <pc:docMk/>
            <pc:sldMk cId="3302856774" sldId="317"/>
            <ac:spMk id="27" creationId="{4BF8A661-D3F9-4D47-9A49-5561FB429D7F}"/>
          </ac:spMkLst>
        </pc:spChg>
        <pc:spChg chg="mod">
          <ac:chgData name="Tiago Janela" userId="ee1a79fe-c79c-4f34-9602-7f6f2f0482b3" providerId="ADAL" clId="{D59BA079-2D81-42B2-9E2D-198C5F90099E}" dt="2026-04-29T14:42:14.331" v="134"/>
          <ac:spMkLst>
            <pc:docMk/>
            <pc:sldMk cId="3302856774" sldId="317"/>
            <ac:spMk id="31" creationId="{44774A09-6C4B-273B-64E1-71CD435882F9}"/>
          </ac:spMkLst>
        </pc:spChg>
        <pc:spChg chg="mod">
          <ac:chgData name="Tiago Janela" userId="ee1a79fe-c79c-4f34-9602-7f6f2f0482b3" providerId="ADAL" clId="{D59BA079-2D81-42B2-9E2D-198C5F90099E}" dt="2026-04-29T14:42:14.331" v="134"/>
          <ac:spMkLst>
            <pc:docMk/>
            <pc:sldMk cId="3302856774" sldId="317"/>
            <ac:spMk id="33" creationId="{6622B3C1-0E2A-C553-0B73-EB0159100FA0}"/>
          </ac:spMkLst>
        </pc:spChg>
        <pc:spChg chg="mod">
          <ac:chgData name="Tiago Janela" userId="ee1a79fe-c79c-4f34-9602-7f6f2f0482b3" providerId="ADAL" clId="{D59BA079-2D81-42B2-9E2D-198C5F90099E}" dt="2026-04-29T14:42:14.331" v="134"/>
          <ac:spMkLst>
            <pc:docMk/>
            <pc:sldMk cId="3302856774" sldId="317"/>
            <ac:spMk id="36" creationId="{CA013FFA-B74D-DDEF-AD08-7B599268011E}"/>
          </ac:spMkLst>
        </pc:spChg>
        <pc:spChg chg="mod">
          <ac:chgData name="Tiago Janela" userId="ee1a79fe-c79c-4f34-9602-7f6f2f0482b3" providerId="ADAL" clId="{D59BA079-2D81-42B2-9E2D-198C5F90099E}" dt="2026-04-29T14:42:14.331" v="134"/>
          <ac:spMkLst>
            <pc:docMk/>
            <pc:sldMk cId="3302856774" sldId="317"/>
            <ac:spMk id="43" creationId="{E3A96CCB-CAB0-24CC-DA7A-8F66AABCC413}"/>
          </ac:spMkLst>
        </pc:spChg>
        <pc:spChg chg="mod">
          <ac:chgData name="Tiago Janela" userId="ee1a79fe-c79c-4f34-9602-7f6f2f0482b3" providerId="ADAL" clId="{D59BA079-2D81-42B2-9E2D-198C5F90099E}" dt="2026-04-29T14:42:14.331" v="134"/>
          <ac:spMkLst>
            <pc:docMk/>
            <pc:sldMk cId="3302856774" sldId="317"/>
            <ac:spMk id="48" creationId="{B76292A3-1097-26F8-291A-E16DB649542F}"/>
          </ac:spMkLst>
        </pc:spChg>
        <pc:spChg chg="mod">
          <ac:chgData name="Tiago Janela" userId="ee1a79fe-c79c-4f34-9602-7f6f2f0482b3" providerId="ADAL" clId="{D59BA079-2D81-42B2-9E2D-198C5F90099E}" dt="2026-04-29T14:42:57.418" v="138"/>
          <ac:spMkLst>
            <pc:docMk/>
            <pc:sldMk cId="3302856774" sldId="317"/>
            <ac:spMk id="52" creationId="{60CA6DF6-6A3C-EB5F-B0C1-931B63D4E833}"/>
          </ac:spMkLst>
        </pc:spChg>
        <pc:spChg chg="mod">
          <ac:chgData name="Tiago Janela" userId="ee1a79fe-c79c-4f34-9602-7f6f2f0482b3" providerId="ADAL" clId="{D59BA079-2D81-42B2-9E2D-198C5F90099E}" dt="2026-04-29T14:42:57.418" v="138"/>
          <ac:spMkLst>
            <pc:docMk/>
            <pc:sldMk cId="3302856774" sldId="317"/>
            <ac:spMk id="54" creationId="{31A4D069-120D-BD5C-8246-2FAD55A8EBC0}"/>
          </ac:spMkLst>
        </pc:spChg>
        <pc:spChg chg="mod">
          <ac:chgData name="Tiago Janela" userId="ee1a79fe-c79c-4f34-9602-7f6f2f0482b3" providerId="ADAL" clId="{D59BA079-2D81-42B2-9E2D-198C5F90099E}" dt="2026-04-29T14:42:57.418" v="138"/>
          <ac:spMkLst>
            <pc:docMk/>
            <pc:sldMk cId="3302856774" sldId="317"/>
            <ac:spMk id="57" creationId="{8A8C5BFC-C55D-6AB2-E369-A8B84D61F6E4}"/>
          </ac:spMkLst>
        </pc:spChg>
        <pc:spChg chg="mod">
          <ac:chgData name="Tiago Janela" userId="ee1a79fe-c79c-4f34-9602-7f6f2f0482b3" providerId="ADAL" clId="{D59BA079-2D81-42B2-9E2D-198C5F90099E}" dt="2026-04-29T14:42:57.418" v="138"/>
          <ac:spMkLst>
            <pc:docMk/>
            <pc:sldMk cId="3302856774" sldId="317"/>
            <ac:spMk id="61" creationId="{98352965-0265-CA6D-C6A6-29212BEA4C15}"/>
          </ac:spMkLst>
        </pc:spChg>
        <pc:spChg chg="mod">
          <ac:chgData name="Tiago Janela" userId="ee1a79fe-c79c-4f34-9602-7f6f2f0482b3" providerId="ADAL" clId="{D59BA079-2D81-42B2-9E2D-198C5F90099E}" dt="2026-04-29T14:42:57.418" v="138"/>
          <ac:spMkLst>
            <pc:docMk/>
            <pc:sldMk cId="3302856774" sldId="317"/>
            <ac:spMk id="63" creationId="{A392F33B-6C93-58AE-6C45-5B25938C50D8}"/>
          </ac:spMkLst>
        </pc:spChg>
        <pc:spChg chg="mod">
          <ac:chgData name="Tiago Janela" userId="ee1a79fe-c79c-4f34-9602-7f6f2f0482b3" providerId="ADAL" clId="{D59BA079-2D81-42B2-9E2D-198C5F90099E}" dt="2026-04-29T14:42:57.418" v="138"/>
          <ac:spMkLst>
            <pc:docMk/>
            <pc:sldMk cId="3302856774" sldId="317"/>
            <ac:spMk id="130" creationId="{A9AE43EA-80B3-40AE-568E-1635AA6D6A0C}"/>
          </ac:spMkLst>
        </pc:spChg>
        <pc:spChg chg="mod">
          <ac:chgData name="Tiago Janela" userId="ee1a79fe-c79c-4f34-9602-7f6f2f0482b3" providerId="ADAL" clId="{D59BA079-2D81-42B2-9E2D-198C5F90099E}" dt="2026-04-29T14:42:57.418" v="138"/>
          <ac:spMkLst>
            <pc:docMk/>
            <pc:sldMk cId="3302856774" sldId="317"/>
            <ac:spMk id="137" creationId="{697EABE1-46D8-0746-E245-58B587C3A93C}"/>
          </ac:spMkLst>
        </pc:spChg>
        <pc:spChg chg="mod">
          <ac:chgData name="Tiago Janela" userId="ee1a79fe-c79c-4f34-9602-7f6f2f0482b3" providerId="ADAL" clId="{D59BA079-2D81-42B2-9E2D-198C5F90099E}" dt="2026-04-29T14:42:57.418" v="138"/>
          <ac:spMkLst>
            <pc:docMk/>
            <pc:sldMk cId="3302856774" sldId="317"/>
            <ac:spMk id="142" creationId="{B652AC61-841B-D06B-43EB-A02027AE39AC}"/>
          </ac:spMkLst>
        </pc:spChg>
        <pc:grpChg chg="add mod">
          <ac:chgData name="Tiago Janela" userId="ee1a79fe-c79c-4f34-9602-7f6f2f0482b3" providerId="ADAL" clId="{D59BA079-2D81-42B2-9E2D-198C5F90099E}" dt="2026-04-29T14:37:30.168" v="3" actId="164"/>
          <ac:grpSpMkLst>
            <pc:docMk/>
            <pc:sldMk cId="3302856774" sldId="317"/>
            <ac:grpSpMk id="3" creationId="{98A01790-818B-0A8F-30E5-1112281C9B36}"/>
          </ac:grpSpMkLst>
        </pc:grpChg>
        <pc:grpChg chg="add del mod">
          <ac:chgData name="Tiago Janela" userId="ee1a79fe-c79c-4f34-9602-7f6f2f0482b3" providerId="ADAL" clId="{D59BA079-2D81-42B2-9E2D-198C5F90099E}" dt="2026-05-04T09:02:12.901" v="187" actId="478"/>
          <ac:grpSpMkLst>
            <pc:docMk/>
            <pc:sldMk cId="3302856774" sldId="317"/>
            <ac:grpSpMk id="11" creationId="{40F85673-9AEE-ADD3-DCC6-1FAEC5F6565D}"/>
          </ac:grpSpMkLst>
        </pc:grpChg>
        <pc:grpChg chg="add del mod">
          <ac:chgData name="Tiago Janela" userId="ee1a79fe-c79c-4f34-9602-7f6f2f0482b3" providerId="ADAL" clId="{D59BA079-2D81-42B2-9E2D-198C5F90099E}" dt="2026-05-04T09:02:15.685" v="189" actId="478"/>
          <ac:grpSpMkLst>
            <pc:docMk/>
            <pc:sldMk cId="3302856774" sldId="317"/>
            <ac:grpSpMk id="15" creationId="{2413F157-B8CA-D703-62EE-D4B833AB7125}"/>
          </ac:grpSpMkLst>
        </pc:grpChg>
        <pc:grpChg chg="add del mod">
          <ac:chgData name="Tiago Janela" userId="ee1a79fe-c79c-4f34-9602-7f6f2f0482b3" providerId="ADAL" clId="{D59BA079-2D81-42B2-9E2D-198C5F90099E}" dt="2026-04-29T14:43:11.891" v="143" actId="1036"/>
          <ac:grpSpMkLst>
            <pc:docMk/>
            <pc:sldMk cId="3302856774" sldId="317"/>
            <ac:grpSpMk id="20" creationId="{81A65B80-1110-F1AF-A893-8B82ECA10662}"/>
          </ac:grpSpMkLst>
        </pc:grpChg>
        <pc:grpChg chg="add del mod">
          <ac:chgData name="Tiago Janela" userId="ee1a79fe-c79c-4f34-9602-7f6f2f0482b3" providerId="ADAL" clId="{D59BA079-2D81-42B2-9E2D-198C5F90099E}" dt="2026-04-29T14:42:50.916" v="137" actId="478"/>
          <ac:grpSpMkLst>
            <pc:docMk/>
            <pc:sldMk cId="3302856774" sldId="317"/>
            <ac:grpSpMk id="21" creationId="{E76901E6-0AA2-A336-7D24-0C02B1DF5BE9}"/>
          </ac:grpSpMkLst>
        </pc:grpChg>
        <pc:grpChg chg="mod">
          <ac:chgData name="Tiago Janela" userId="ee1a79fe-c79c-4f34-9602-7f6f2f0482b3" providerId="ADAL" clId="{D59BA079-2D81-42B2-9E2D-198C5F90099E}" dt="2026-04-29T14:42:14.331" v="134"/>
          <ac:grpSpMkLst>
            <pc:docMk/>
            <pc:sldMk cId="3302856774" sldId="317"/>
            <ac:grpSpMk id="23" creationId="{9B222EA0-2467-6E91-A486-2373D1C9EE47}"/>
          </ac:grpSpMkLst>
        </pc:grpChg>
        <pc:grpChg chg="mod">
          <ac:chgData name="Tiago Janela" userId="ee1a79fe-c79c-4f34-9602-7f6f2f0482b3" providerId="ADAL" clId="{D59BA079-2D81-42B2-9E2D-198C5F90099E}" dt="2026-04-29T14:42:14.331" v="134"/>
          <ac:grpSpMkLst>
            <pc:docMk/>
            <pc:sldMk cId="3302856774" sldId="317"/>
            <ac:grpSpMk id="25" creationId="{4E9843BD-4512-2977-7CCC-61E40C412881}"/>
          </ac:grpSpMkLst>
        </pc:grpChg>
        <pc:grpChg chg="mod">
          <ac:chgData name="Tiago Janela" userId="ee1a79fe-c79c-4f34-9602-7f6f2f0482b3" providerId="ADAL" clId="{D59BA079-2D81-42B2-9E2D-198C5F90099E}" dt="2026-04-29T14:42:14.331" v="134"/>
          <ac:grpSpMkLst>
            <pc:docMk/>
            <pc:sldMk cId="3302856774" sldId="317"/>
            <ac:grpSpMk id="26" creationId="{BFAB994F-6FC4-00CE-F521-A4E3AD19D1B9}"/>
          </ac:grpSpMkLst>
        </pc:grpChg>
        <pc:grpChg chg="mod">
          <ac:chgData name="Tiago Janela" userId="ee1a79fe-c79c-4f34-9602-7f6f2f0482b3" providerId="ADAL" clId="{D59BA079-2D81-42B2-9E2D-198C5F90099E}" dt="2026-04-29T14:42:14.331" v="134"/>
          <ac:grpSpMkLst>
            <pc:docMk/>
            <pc:sldMk cId="3302856774" sldId="317"/>
            <ac:grpSpMk id="28" creationId="{6F0DCE0A-5641-FEB6-7594-1E91F7584750}"/>
          </ac:grpSpMkLst>
        </pc:grpChg>
        <pc:grpChg chg="mod">
          <ac:chgData name="Tiago Janela" userId="ee1a79fe-c79c-4f34-9602-7f6f2f0482b3" providerId="ADAL" clId="{D59BA079-2D81-42B2-9E2D-198C5F90099E}" dt="2026-04-29T14:42:14.331" v="134"/>
          <ac:grpSpMkLst>
            <pc:docMk/>
            <pc:sldMk cId="3302856774" sldId="317"/>
            <ac:grpSpMk id="29" creationId="{42387771-3D9F-24D8-0222-869AAC4FE230}"/>
          </ac:grpSpMkLst>
        </pc:grpChg>
        <pc:grpChg chg="mod">
          <ac:chgData name="Tiago Janela" userId="ee1a79fe-c79c-4f34-9602-7f6f2f0482b3" providerId="ADAL" clId="{D59BA079-2D81-42B2-9E2D-198C5F90099E}" dt="2026-04-29T14:42:14.331" v="134"/>
          <ac:grpSpMkLst>
            <pc:docMk/>
            <pc:sldMk cId="3302856774" sldId="317"/>
            <ac:grpSpMk id="34" creationId="{94A6386A-36AC-6D99-1B1A-D7A1B571D9E0}"/>
          </ac:grpSpMkLst>
        </pc:grpChg>
        <pc:grpChg chg="mod">
          <ac:chgData name="Tiago Janela" userId="ee1a79fe-c79c-4f34-9602-7f6f2f0482b3" providerId="ADAL" clId="{D59BA079-2D81-42B2-9E2D-198C5F90099E}" dt="2026-04-29T14:42:14.331" v="134"/>
          <ac:grpSpMkLst>
            <pc:docMk/>
            <pc:sldMk cId="3302856774" sldId="317"/>
            <ac:grpSpMk id="35" creationId="{B02AC1A3-27E6-6ABA-6C7B-50AC760E849C}"/>
          </ac:grpSpMkLst>
        </pc:grpChg>
        <pc:grpChg chg="mod">
          <ac:chgData name="Tiago Janela" userId="ee1a79fe-c79c-4f34-9602-7f6f2f0482b3" providerId="ADAL" clId="{D59BA079-2D81-42B2-9E2D-198C5F90099E}" dt="2026-04-29T14:42:14.331" v="134"/>
          <ac:grpSpMkLst>
            <pc:docMk/>
            <pc:sldMk cId="3302856774" sldId="317"/>
            <ac:grpSpMk id="41" creationId="{4E5A09CE-1CD6-D186-4A4D-58DA99ED176A}"/>
          </ac:grpSpMkLst>
        </pc:grpChg>
        <pc:grpChg chg="mod">
          <ac:chgData name="Tiago Janela" userId="ee1a79fe-c79c-4f34-9602-7f6f2f0482b3" providerId="ADAL" clId="{D59BA079-2D81-42B2-9E2D-198C5F90099E}" dt="2026-04-29T14:42:14.331" v="134"/>
          <ac:grpSpMkLst>
            <pc:docMk/>
            <pc:sldMk cId="3302856774" sldId="317"/>
            <ac:grpSpMk id="42" creationId="{F6CF8A19-29FE-85EA-6A0F-F0F0F244A9C3}"/>
          </ac:grpSpMkLst>
        </pc:grpChg>
        <pc:grpChg chg="add del mod">
          <ac:chgData name="Tiago Janela" userId="ee1a79fe-c79c-4f34-9602-7f6f2f0482b3" providerId="ADAL" clId="{D59BA079-2D81-42B2-9E2D-198C5F90099E}" dt="2026-04-29T14:43:00.950" v="139" actId="478"/>
          <ac:grpSpMkLst>
            <pc:docMk/>
            <pc:sldMk cId="3302856774" sldId="317"/>
            <ac:grpSpMk id="51" creationId="{42BD465A-122F-A8EC-9337-FEB1792B1BDF}"/>
          </ac:grpSpMkLst>
        </pc:grpChg>
        <pc:grpChg chg="mod">
          <ac:chgData name="Tiago Janela" userId="ee1a79fe-c79c-4f34-9602-7f6f2f0482b3" providerId="ADAL" clId="{D59BA079-2D81-42B2-9E2D-198C5F90099E}" dt="2026-04-29T14:42:57.418" v="138"/>
          <ac:grpSpMkLst>
            <pc:docMk/>
            <pc:sldMk cId="3302856774" sldId="317"/>
            <ac:grpSpMk id="53" creationId="{10DFA937-B03E-C395-932B-6931E43FAB28}"/>
          </ac:grpSpMkLst>
        </pc:grpChg>
        <pc:grpChg chg="mod">
          <ac:chgData name="Tiago Janela" userId="ee1a79fe-c79c-4f34-9602-7f6f2f0482b3" providerId="ADAL" clId="{D59BA079-2D81-42B2-9E2D-198C5F90099E}" dt="2026-04-29T14:42:57.418" v="138"/>
          <ac:grpSpMkLst>
            <pc:docMk/>
            <pc:sldMk cId="3302856774" sldId="317"/>
            <ac:grpSpMk id="55" creationId="{FBE245D5-B6B9-DC0C-CE09-9437236832FC}"/>
          </ac:grpSpMkLst>
        </pc:grpChg>
        <pc:grpChg chg="mod">
          <ac:chgData name="Tiago Janela" userId="ee1a79fe-c79c-4f34-9602-7f6f2f0482b3" providerId="ADAL" clId="{D59BA079-2D81-42B2-9E2D-198C5F90099E}" dt="2026-04-29T14:42:57.418" v="138"/>
          <ac:grpSpMkLst>
            <pc:docMk/>
            <pc:sldMk cId="3302856774" sldId="317"/>
            <ac:grpSpMk id="56" creationId="{5FEF2E16-74B4-316E-97A0-D3C78613EF1C}"/>
          </ac:grpSpMkLst>
        </pc:grpChg>
        <pc:grpChg chg="mod">
          <ac:chgData name="Tiago Janela" userId="ee1a79fe-c79c-4f34-9602-7f6f2f0482b3" providerId="ADAL" clId="{D59BA079-2D81-42B2-9E2D-198C5F90099E}" dt="2026-04-29T14:42:57.418" v="138"/>
          <ac:grpSpMkLst>
            <pc:docMk/>
            <pc:sldMk cId="3302856774" sldId="317"/>
            <ac:grpSpMk id="58" creationId="{AC6EF26A-1536-DB79-1625-187EA1E91A86}"/>
          </ac:grpSpMkLst>
        </pc:grpChg>
        <pc:grpChg chg="mod">
          <ac:chgData name="Tiago Janela" userId="ee1a79fe-c79c-4f34-9602-7f6f2f0482b3" providerId="ADAL" clId="{D59BA079-2D81-42B2-9E2D-198C5F90099E}" dt="2026-04-29T14:42:57.418" v="138"/>
          <ac:grpSpMkLst>
            <pc:docMk/>
            <pc:sldMk cId="3302856774" sldId="317"/>
            <ac:grpSpMk id="59" creationId="{CD6CFF60-9C4D-BE66-9802-569670A8A8B5}"/>
          </ac:grpSpMkLst>
        </pc:grpChg>
        <pc:grpChg chg="mod">
          <ac:chgData name="Tiago Janela" userId="ee1a79fe-c79c-4f34-9602-7f6f2f0482b3" providerId="ADAL" clId="{D59BA079-2D81-42B2-9E2D-198C5F90099E}" dt="2026-04-29T14:42:57.418" v="138"/>
          <ac:grpSpMkLst>
            <pc:docMk/>
            <pc:sldMk cId="3302856774" sldId="317"/>
            <ac:grpSpMk id="128" creationId="{5023F48A-74A8-8B3A-7CDE-822D6AF916AB}"/>
          </ac:grpSpMkLst>
        </pc:grpChg>
        <pc:grpChg chg="mod">
          <ac:chgData name="Tiago Janela" userId="ee1a79fe-c79c-4f34-9602-7f6f2f0482b3" providerId="ADAL" clId="{D59BA079-2D81-42B2-9E2D-198C5F90099E}" dt="2026-04-29T14:42:57.418" v="138"/>
          <ac:grpSpMkLst>
            <pc:docMk/>
            <pc:sldMk cId="3302856774" sldId="317"/>
            <ac:grpSpMk id="129" creationId="{6AE9F94F-0134-8D3E-564D-AF13DD06A9AA}"/>
          </ac:grpSpMkLst>
        </pc:grpChg>
        <pc:grpChg chg="mod">
          <ac:chgData name="Tiago Janela" userId="ee1a79fe-c79c-4f34-9602-7f6f2f0482b3" providerId="ADAL" clId="{D59BA079-2D81-42B2-9E2D-198C5F90099E}" dt="2026-04-29T14:42:57.418" v="138"/>
          <ac:grpSpMkLst>
            <pc:docMk/>
            <pc:sldMk cId="3302856774" sldId="317"/>
            <ac:grpSpMk id="135" creationId="{22DF0F80-4E5A-4C07-C819-A9FF2DA9A356}"/>
          </ac:grpSpMkLst>
        </pc:grpChg>
        <pc:grpChg chg="mod">
          <ac:chgData name="Tiago Janela" userId="ee1a79fe-c79c-4f34-9602-7f6f2f0482b3" providerId="ADAL" clId="{D59BA079-2D81-42B2-9E2D-198C5F90099E}" dt="2026-04-29T14:42:57.418" v="138"/>
          <ac:grpSpMkLst>
            <pc:docMk/>
            <pc:sldMk cId="3302856774" sldId="317"/>
            <ac:grpSpMk id="136" creationId="{25D4461D-AC2D-43D9-AA69-D94B5AEEFAF2}"/>
          </ac:grpSpMkLst>
        </pc:grpChg>
        <pc:picChg chg="mod">
          <ac:chgData name="Tiago Janela" userId="ee1a79fe-c79c-4f34-9602-7f6f2f0482b3" providerId="ADAL" clId="{D59BA079-2D81-42B2-9E2D-198C5F90099E}" dt="2026-04-29T14:37:18.277" v="2"/>
          <ac:picMkLst>
            <pc:docMk/>
            <pc:sldMk cId="3302856774" sldId="317"/>
            <ac:picMk id="5" creationId="{BC3098E3-543E-39F7-8A4E-3EA3BD9DACFE}"/>
          </ac:picMkLst>
        </pc:picChg>
        <pc:picChg chg="mod">
          <ac:chgData name="Tiago Janela" userId="ee1a79fe-c79c-4f34-9602-7f6f2f0482b3" providerId="ADAL" clId="{D59BA079-2D81-42B2-9E2D-198C5F90099E}" dt="2026-04-29T14:37:18.277" v="2"/>
          <ac:picMkLst>
            <pc:docMk/>
            <pc:sldMk cId="3302856774" sldId="317"/>
            <ac:picMk id="6" creationId="{A6C08A7B-D7B2-8D7E-7551-DA70599DDC7E}"/>
          </ac:picMkLst>
        </pc:picChg>
        <pc:picChg chg="del">
          <ac:chgData name="Tiago Janela" userId="ee1a79fe-c79c-4f34-9602-7f6f2f0482b3" providerId="ADAL" clId="{D59BA079-2D81-42B2-9E2D-198C5F90099E}" dt="2026-04-29T14:37:06.137" v="1" actId="478"/>
          <ac:picMkLst>
            <pc:docMk/>
            <pc:sldMk cId="3302856774" sldId="317"/>
            <ac:picMk id="12" creationId="{E40230FB-91FB-0DC9-7BD8-1BE8E2E79A66}"/>
          </ac:picMkLst>
        </pc:picChg>
        <pc:picChg chg="add mod">
          <ac:chgData name="Tiago Janela" userId="ee1a79fe-c79c-4f34-9602-7f6f2f0482b3" providerId="ADAL" clId="{D59BA079-2D81-42B2-9E2D-198C5F90099E}" dt="2026-04-29T14:37:30.168" v="3" actId="164"/>
          <ac:picMkLst>
            <pc:docMk/>
            <pc:sldMk cId="3302856774" sldId="317"/>
            <ac:picMk id="18" creationId="{B00FBE90-B9A0-71D7-78B9-0470979D39BB}"/>
          </ac:picMkLst>
        </pc:picChg>
        <pc:picChg chg="add mod">
          <ac:chgData name="Tiago Janela" userId="ee1a79fe-c79c-4f34-9602-7f6f2f0482b3" providerId="ADAL" clId="{D59BA079-2D81-42B2-9E2D-198C5F90099E}" dt="2026-04-29T14:37:30.168" v="3" actId="164"/>
          <ac:picMkLst>
            <pc:docMk/>
            <pc:sldMk cId="3302856774" sldId="317"/>
            <ac:picMk id="19" creationId="{8503AC68-78EB-31F3-DB36-6A64117ACE03}"/>
          </ac:picMkLst>
        </pc:picChg>
        <pc:picChg chg="mod">
          <ac:chgData name="Tiago Janela" userId="ee1a79fe-c79c-4f34-9602-7f6f2f0482b3" providerId="ADAL" clId="{D59BA079-2D81-42B2-9E2D-198C5F90099E}" dt="2026-04-29T14:42:14.331" v="134"/>
          <ac:picMkLst>
            <pc:docMk/>
            <pc:sldMk cId="3302856774" sldId="317"/>
            <ac:picMk id="37" creationId="{5A062627-B1F3-C462-7ADA-A705ABE7B6C9}"/>
          </ac:picMkLst>
        </pc:picChg>
        <pc:picChg chg="mod">
          <ac:chgData name="Tiago Janela" userId="ee1a79fe-c79c-4f34-9602-7f6f2f0482b3" providerId="ADAL" clId="{D59BA079-2D81-42B2-9E2D-198C5F90099E}" dt="2026-04-29T14:42:14.331" v="134"/>
          <ac:picMkLst>
            <pc:docMk/>
            <pc:sldMk cId="3302856774" sldId="317"/>
            <ac:picMk id="38" creationId="{79353257-7DC2-5C9B-EEB8-21904C964F3C}"/>
          </ac:picMkLst>
        </pc:picChg>
        <pc:picChg chg="mod">
          <ac:chgData name="Tiago Janela" userId="ee1a79fe-c79c-4f34-9602-7f6f2f0482b3" providerId="ADAL" clId="{D59BA079-2D81-42B2-9E2D-198C5F90099E}" dt="2026-04-29T14:42:14.331" v="134"/>
          <ac:picMkLst>
            <pc:docMk/>
            <pc:sldMk cId="3302856774" sldId="317"/>
            <ac:picMk id="39" creationId="{48AFFD95-0148-C55F-10A4-AD2331630B8C}"/>
          </ac:picMkLst>
        </pc:picChg>
        <pc:picChg chg="mod">
          <ac:chgData name="Tiago Janela" userId="ee1a79fe-c79c-4f34-9602-7f6f2f0482b3" providerId="ADAL" clId="{D59BA079-2D81-42B2-9E2D-198C5F90099E}" dt="2026-04-29T14:42:14.331" v="134"/>
          <ac:picMkLst>
            <pc:docMk/>
            <pc:sldMk cId="3302856774" sldId="317"/>
            <ac:picMk id="40" creationId="{05AC4806-6F86-A8B2-2E15-0EBAAD3ABE7B}"/>
          </ac:picMkLst>
        </pc:picChg>
        <pc:picChg chg="mod">
          <ac:chgData name="Tiago Janela" userId="ee1a79fe-c79c-4f34-9602-7f6f2f0482b3" providerId="ADAL" clId="{D59BA079-2D81-42B2-9E2D-198C5F90099E}" dt="2026-04-29T14:42:14.331" v="134"/>
          <ac:picMkLst>
            <pc:docMk/>
            <pc:sldMk cId="3302856774" sldId="317"/>
            <ac:picMk id="44" creationId="{729D28AB-18FE-2B67-0111-A7DB7B32B9CD}"/>
          </ac:picMkLst>
        </pc:picChg>
        <pc:picChg chg="mod">
          <ac:chgData name="Tiago Janela" userId="ee1a79fe-c79c-4f34-9602-7f6f2f0482b3" providerId="ADAL" clId="{D59BA079-2D81-42B2-9E2D-198C5F90099E}" dt="2026-04-29T14:42:14.331" v="134"/>
          <ac:picMkLst>
            <pc:docMk/>
            <pc:sldMk cId="3302856774" sldId="317"/>
            <ac:picMk id="45" creationId="{E10A6266-FE52-CC59-8FB1-FB3B6C6390E2}"/>
          </ac:picMkLst>
        </pc:picChg>
        <pc:picChg chg="mod">
          <ac:chgData name="Tiago Janela" userId="ee1a79fe-c79c-4f34-9602-7f6f2f0482b3" providerId="ADAL" clId="{D59BA079-2D81-42B2-9E2D-198C5F90099E}" dt="2026-04-29T14:42:14.331" v="134"/>
          <ac:picMkLst>
            <pc:docMk/>
            <pc:sldMk cId="3302856774" sldId="317"/>
            <ac:picMk id="46" creationId="{EE09EFDC-BBB3-FF5C-1B89-E9BE7CD3FD74}"/>
          </ac:picMkLst>
        </pc:picChg>
        <pc:picChg chg="mod">
          <ac:chgData name="Tiago Janela" userId="ee1a79fe-c79c-4f34-9602-7f6f2f0482b3" providerId="ADAL" clId="{D59BA079-2D81-42B2-9E2D-198C5F90099E}" dt="2026-04-29T14:42:14.331" v="134"/>
          <ac:picMkLst>
            <pc:docMk/>
            <pc:sldMk cId="3302856774" sldId="317"/>
            <ac:picMk id="47" creationId="{40CEBF56-5969-CEB0-9ABA-D55A18510E41}"/>
          </ac:picMkLst>
        </pc:picChg>
        <pc:picChg chg="mod">
          <ac:chgData name="Tiago Janela" userId="ee1a79fe-c79c-4f34-9602-7f6f2f0482b3" providerId="ADAL" clId="{D59BA079-2D81-42B2-9E2D-198C5F90099E}" dt="2026-04-29T14:42:14.331" v="134"/>
          <ac:picMkLst>
            <pc:docMk/>
            <pc:sldMk cId="3302856774" sldId="317"/>
            <ac:picMk id="49" creationId="{ACE533E9-FD22-5418-4406-30971C1189F3}"/>
          </ac:picMkLst>
        </pc:picChg>
        <pc:picChg chg="mod">
          <ac:chgData name="Tiago Janela" userId="ee1a79fe-c79c-4f34-9602-7f6f2f0482b3" providerId="ADAL" clId="{D59BA079-2D81-42B2-9E2D-198C5F90099E}" dt="2026-04-29T14:42:14.331" v="134"/>
          <ac:picMkLst>
            <pc:docMk/>
            <pc:sldMk cId="3302856774" sldId="317"/>
            <ac:picMk id="50" creationId="{86A59E1C-C71E-1F73-DFE8-35344EDC0E18}"/>
          </ac:picMkLst>
        </pc:picChg>
        <pc:picChg chg="mod">
          <ac:chgData name="Tiago Janela" userId="ee1a79fe-c79c-4f34-9602-7f6f2f0482b3" providerId="ADAL" clId="{D59BA079-2D81-42B2-9E2D-198C5F90099E}" dt="2026-04-29T14:42:57.418" v="138"/>
          <ac:picMkLst>
            <pc:docMk/>
            <pc:sldMk cId="3302856774" sldId="317"/>
            <ac:picMk id="131" creationId="{548E2493-2B00-8053-2961-3DB8BF281F8A}"/>
          </ac:picMkLst>
        </pc:picChg>
        <pc:picChg chg="mod">
          <ac:chgData name="Tiago Janela" userId="ee1a79fe-c79c-4f34-9602-7f6f2f0482b3" providerId="ADAL" clId="{D59BA079-2D81-42B2-9E2D-198C5F90099E}" dt="2026-04-29T14:42:57.418" v="138"/>
          <ac:picMkLst>
            <pc:docMk/>
            <pc:sldMk cId="3302856774" sldId="317"/>
            <ac:picMk id="132" creationId="{352C41BE-E6C8-EE00-56D8-58664D1003C9}"/>
          </ac:picMkLst>
        </pc:picChg>
        <pc:picChg chg="mod">
          <ac:chgData name="Tiago Janela" userId="ee1a79fe-c79c-4f34-9602-7f6f2f0482b3" providerId="ADAL" clId="{D59BA079-2D81-42B2-9E2D-198C5F90099E}" dt="2026-04-29T14:42:57.418" v="138"/>
          <ac:picMkLst>
            <pc:docMk/>
            <pc:sldMk cId="3302856774" sldId="317"/>
            <ac:picMk id="133" creationId="{26C4696E-7AE5-1D45-A539-5FB36DB93C67}"/>
          </ac:picMkLst>
        </pc:picChg>
        <pc:picChg chg="mod">
          <ac:chgData name="Tiago Janela" userId="ee1a79fe-c79c-4f34-9602-7f6f2f0482b3" providerId="ADAL" clId="{D59BA079-2D81-42B2-9E2D-198C5F90099E}" dt="2026-04-29T14:42:57.418" v="138"/>
          <ac:picMkLst>
            <pc:docMk/>
            <pc:sldMk cId="3302856774" sldId="317"/>
            <ac:picMk id="134" creationId="{B79D68F7-04EA-0BE9-53D3-FBE7BB88272D}"/>
          </ac:picMkLst>
        </pc:picChg>
        <pc:picChg chg="mod">
          <ac:chgData name="Tiago Janela" userId="ee1a79fe-c79c-4f34-9602-7f6f2f0482b3" providerId="ADAL" clId="{D59BA079-2D81-42B2-9E2D-198C5F90099E}" dt="2026-04-29T14:42:57.418" v="138"/>
          <ac:picMkLst>
            <pc:docMk/>
            <pc:sldMk cId="3302856774" sldId="317"/>
            <ac:picMk id="138" creationId="{15E7A7FC-F84F-3F84-7B69-556CB5BB8D4A}"/>
          </ac:picMkLst>
        </pc:picChg>
        <pc:picChg chg="mod">
          <ac:chgData name="Tiago Janela" userId="ee1a79fe-c79c-4f34-9602-7f6f2f0482b3" providerId="ADAL" clId="{D59BA079-2D81-42B2-9E2D-198C5F90099E}" dt="2026-04-29T14:42:57.418" v="138"/>
          <ac:picMkLst>
            <pc:docMk/>
            <pc:sldMk cId="3302856774" sldId="317"/>
            <ac:picMk id="139" creationId="{4577094C-3548-3D19-8E9B-03EE616373EE}"/>
          </ac:picMkLst>
        </pc:picChg>
        <pc:picChg chg="mod">
          <ac:chgData name="Tiago Janela" userId="ee1a79fe-c79c-4f34-9602-7f6f2f0482b3" providerId="ADAL" clId="{D59BA079-2D81-42B2-9E2D-198C5F90099E}" dt="2026-04-29T14:42:57.418" v="138"/>
          <ac:picMkLst>
            <pc:docMk/>
            <pc:sldMk cId="3302856774" sldId="317"/>
            <ac:picMk id="140" creationId="{69AF3AF4-DF25-CD3C-EE20-C34C06D80285}"/>
          </ac:picMkLst>
        </pc:picChg>
        <pc:picChg chg="mod">
          <ac:chgData name="Tiago Janela" userId="ee1a79fe-c79c-4f34-9602-7f6f2f0482b3" providerId="ADAL" clId="{D59BA079-2D81-42B2-9E2D-198C5F90099E}" dt="2026-04-29T14:42:57.418" v="138"/>
          <ac:picMkLst>
            <pc:docMk/>
            <pc:sldMk cId="3302856774" sldId="317"/>
            <ac:picMk id="141" creationId="{984FA4EB-2B6B-71D9-0BCE-6CE238247E34}"/>
          </ac:picMkLst>
        </pc:picChg>
        <pc:picChg chg="mod">
          <ac:chgData name="Tiago Janela" userId="ee1a79fe-c79c-4f34-9602-7f6f2f0482b3" providerId="ADAL" clId="{D59BA079-2D81-42B2-9E2D-198C5F90099E}" dt="2026-04-29T14:42:57.418" v="138"/>
          <ac:picMkLst>
            <pc:docMk/>
            <pc:sldMk cId="3302856774" sldId="317"/>
            <ac:picMk id="143" creationId="{5B2AAD25-27B9-BD60-6444-A51217E4BE2C}"/>
          </ac:picMkLst>
        </pc:picChg>
        <pc:picChg chg="mod">
          <ac:chgData name="Tiago Janela" userId="ee1a79fe-c79c-4f34-9602-7f6f2f0482b3" providerId="ADAL" clId="{D59BA079-2D81-42B2-9E2D-198C5F90099E}" dt="2026-04-29T14:42:57.418" v="138"/>
          <ac:picMkLst>
            <pc:docMk/>
            <pc:sldMk cId="3302856774" sldId="317"/>
            <ac:picMk id="144" creationId="{57D8D600-D195-B782-38BF-874E9B51B19C}"/>
          </ac:picMkLst>
        </pc:picChg>
        <pc:cxnChg chg="del mod">
          <ac:chgData name="Tiago Janela" userId="ee1a79fe-c79c-4f34-9602-7f6f2f0482b3" providerId="ADAL" clId="{D59BA079-2D81-42B2-9E2D-198C5F90099E}" dt="2026-05-04T09:02:14.421" v="188" actId="478"/>
          <ac:cxnSpMkLst>
            <pc:docMk/>
            <pc:sldMk cId="3302856774" sldId="317"/>
            <ac:cxnSpMk id="13" creationId="{D7F471AB-B13A-E0F6-8895-3D2EF3A9C1DF}"/>
          </ac:cxnSpMkLst>
        </pc:cxnChg>
        <pc:cxnChg chg="del mod">
          <ac:chgData name="Tiago Janela" userId="ee1a79fe-c79c-4f34-9602-7f6f2f0482b3" providerId="ADAL" clId="{D59BA079-2D81-42B2-9E2D-198C5F90099E}" dt="2026-05-04T09:02:17.005" v="190" actId="478"/>
          <ac:cxnSpMkLst>
            <pc:docMk/>
            <pc:sldMk cId="3302856774" sldId="317"/>
            <ac:cxnSpMk id="16" creationId="{E191783D-2D08-3AAC-2FF0-E2EC291F5384}"/>
          </ac:cxnSpMkLst>
        </pc:cxnChg>
        <pc:cxnChg chg="mod">
          <ac:chgData name="Tiago Janela" userId="ee1a79fe-c79c-4f34-9602-7f6f2f0482b3" providerId="ADAL" clId="{D59BA079-2D81-42B2-9E2D-198C5F90099E}" dt="2026-04-29T14:42:14.331" v="134"/>
          <ac:cxnSpMkLst>
            <pc:docMk/>
            <pc:sldMk cId="3302856774" sldId="317"/>
            <ac:cxnSpMk id="30" creationId="{65D80343-978C-867C-3E50-EB8FF1F7E265}"/>
          </ac:cxnSpMkLst>
        </pc:cxnChg>
        <pc:cxnChg chg="mod">
          <ac:chgData name="Tiago Janela" userId="ee1a79fe-c79c-4f34-9602-7f6f2f0482b3" providerId="ADAL" clId="{D59BA079-2D81-42B2-9E2D-198C5F90099E}" dt="2026-04-29T14:42:14.331" v="134"/>
          <ac:cxnSpMkLst>
            <pc:docMk/>
            <pc:sldMk cId="3302856774" sldId="317"/>
            <ac:cxnSpMk id="32" creationId="{F6765A01-FE27-3553-571D-FB9EE495DE11}"/>
          </ac:cxnSpMkLst>
        </pc:cxnChg>
        <pc:cxnChg chg="mod">
          <ac:chgData name="Tiago Janela" userId="ee1a79fe-c79c-4f34-9602-7f6f2f0482b3" providerId="ADAL" clId="{D59BA079-2D81-42B2-9E2D-198C5F90099E}" dt="2026-04-29T14:42:57.418" v="138"/>
          <ac:cxnSpMkLst>
            <pc:docMk/>
            <pc:sldMk cId="3302856774" sldId="317"/>
            <ac:cxnSpMk id="60" creationId="{28C09AA9-08C7-6E67-BCF9-29634E3479EE}"/>
          </ac:cxnSpMkLst>
        </pc:cxnChg>
        <pc:cxnChg chg="mod">
          <ac:chgData name="Tiago Janela" userId="ee1a79fe-c79c-4f34-9602-7f6f2f0482b3" providerId="ADAL" clId="{D59BA079-2D81-42B2-9E2D-198C5F90099E}" dt="2026-04-29T14:42:57.418" v="138"/>
          <ac:cxnSpMkLst>
            <pc:docMk/>
            <pc:sldMk cId="3302856774" sldId="317"/>
            <ac:cxnSpMk id="62" creationId="{82F0C898-A210-87B4-4E25-01F327E73B76}"/>
          </ac:cxnSpMkLst>
        </pc:cxnChg>
      </pc:sldChg>
      <pc:sldChg chg="addSp delSp modSp add mod ord">
        <pc:chgData name="Tiago Janela" userId="ee1a79fe-c79c-4f34-9602-7f6f2f0482b3" providerId="ADAL" clId="{D59BA079-2D81-42B2-9E2D-198C5F90099E}" dt="2026-05-04T09:05:36.460" v="232" actId="1036"/>
        <pc:sldMkLst>
          <pc:docMk/>
          <pc:sldMk cId="3463339464" sldId="318"/>
        </pc:sldMkLst>
        <pc:spChg chg="add del mod">
          <ac:chgData name="Tiago Janela" userId="ee1a79fe-c79c-4f34-9602-7f6f2f0482b3" providerId="ADAL" clId="{D59BA079-2D81-42B2-9E2D-198C5F90099E}" dt="2026-05-04T09:05:24.183" v="226" actId="478"/>
          <ac:spMkLst>
            <pc:docMk/>
            <pc:sldMk cId="3463339464" sldId="318"/>
            <ac:spMk id="2" creationId="{72969B7C-C614-66B1-1E29-7C0AFC340775}"/>
          </ac:spMkLst>
        </pc:spChg>
        <pc:spChg chg="add mod">
          <ac:chgData name="Tiago Janela" userId="ee1a79fe-c79c-4f34-9602-7f6f2f0482b3" providerId="ADAL" clId="{D59BA079-2D81-42B2-9E2D-198C5F90099E}" dt="2026-05-04T09:05:36.460" v="232" actId="1036"/>
          <ac:spMkLst>
            <pc:docMk/>
            <pc:sldMk cId="3463339464" sldId="318"/>
            <ac:spMk id="12" creationId="{84F2BFB3-8FF2-554F-E79D-F8FED4C6DB14}"/>
          </ac:spMkLst>
        </pc:spChg>
        <pc:spChg chg="mod">
          <ac:chgData name="Tiago Janela" userId="ee1a79fe-c79c-4f34-9602-7f6f2f0482b3" providerId="ADAL" clId="{D59BA079-2D81-42B2-9E2D-198C5F90099E}" dt="2026-04-29T14:39:06.477" v="20"/>
          <ac:spMkLst>
            <pc:docMk/>
            <pc:sldMk cId="3463339464" sldId="318"/>
            <ac:spMk id="22" creationId="{6A221BB0-FFBC-E869-34CB-BC594E5B0490}"/>
          </ac:spMkLst>
        </pc:spChg>
        <pc:spChg chg="add mod">
          <ac:chgData name="Tiago Janela" userId="ee1a79fe-c79c-4f34-9602-7f6f2f0482b3" providerId="ADAL" clId="{D59BA079-2D81-42B2-9E2D-198C5F90099E}" dt="2026-04-29T14:39:08.519" v="21" actId="164"/>
          <ac:spMkLst>
            <pc:docMk/>
            <pc:sldMk cId="3463339464" sldId="318"/>
            <ac:spMk id="25" creationId="{8E792690-D447-952D-A5E7-853CC5FB33BB}"/>
          </ac:spMkLst>
        </pc:spChg>
        <pc:spChg chg="mod">
          <ac:chgData name="Tiago Janela" userId="ee1a79fe-c79c-4f34-9602-7f6f2f0482b3" providerId="ADAL" clId="{D59BA079-2D81-42B2-9E2D-198C5F90099E}" dt="2026-04-29T14:40:23.702" v="36" actId="404"/>
          <ac:spMkLst>
            <pc:docMk/>
            <pc:sldMk cId="3463339464" sldId="318"/>
            <ac:spMk id="29" creationId="{50EF08DE-650D-84D8-23E2-83CD379C9565}"/>
          </ac:spMkLst>
        </pc:spChg>
        <pc:spChg chg="mod">
          <ac:chgData name="Tiago Janela" userId="ee1a79fe-c79c-4f34-9602-7f6f2f0482b3" providerId="ADAL" clId="{D59BA079-2D81-42B2-9E2D-198C5F90099E}" dt="2026-04-29T14:40:26.534" v="37" actId="404"/>
          <ac:spMkLst>
            <pc:docMk/>
            <pc:sldMk cId="3463339464" sldId="318"/>
            <ac:spMk id="37" creationId="{A9B538AC-1716-FEE9-9303-C64FEB3A2571}"/>
          </ac:spMkLst>
        </pc:spChg>
        <pc:spChg chg="add mod">
          <ac:chgData name="Tiago Janela" userId="ee1a79fe-c79c-4f34-9602-7f6f2f0482b3" providerId="ADAL" clId="{D59BA079-2D81-42B2-9E2D-198C5F90099E}" dt="2026-04-29T14:39:08.519" v="21" actId="164"/>
          <ac:spMkLst>
            <pc:docMk/>
            <pc:sldMk cId="3463339464" sldId="318"/>
            <ac:spMk id="42" creationId="{666A450C-D0FA-4FC2-D779-9D8A47EBECE0}"/>
          </ac:spMkLst>
        </pc:spChg>
        <pc:spChg chg="del mod">
          <ac:chgData name="Tiago Janela" userId="ee1a79fe-c79c-4f34-9602-7f6f2f0482b3" providerId="ADAL" clId="{D59BA079-2D81-42B2-9E2D-198C5F90099E}" dt="2026-05-04T09:04:14.293" v="203" actId="478"/>
          <ac:spMkLst>
            <pc:docMk/>
            <pc:sldMk cId="3463339464" sldId="318"/>
            <ac:spMk id="45" creationId="{092CB276-0083-7B65-2724-8B06427E812A}"/>
          </ac:spMkLst>
        </pc:spChg>
        <pc:spChg chg="del mod">
          <ac:chgData name="Tiago Janela" userId="ee1a79fe-c79c-4f34-9602-7f6f2f0482b3" providerId="ADAL" clId="{D59BA079-2D81-42B2-9E2D-198C5F90099E}" dt="2026-05-04T09:04:18.877" v="205" actId="478"/>
          <ac:spMkLst>
            <pc:docMk/>
            <pc:sldMk cId="3463339464" sldId="318"/>
            <ac:spMk id="48" creationId="{89DB2597-89D3-3163-87C9-9AC4C1B4C236}"/>
          </ac:spMkLst>
        </pc:spChg>
        <pc:spChg chg="mod">
          <ac:chgData name="Tiago Janela" userId="ee1a79fe-c79c-4f34-9602-7f6f2f0482b3" providerId="ADAL" clId="{D59BA079-2D81-42B2-9E2D-198C5F90099E}" dt="2026-04-29T14:41:05.450" v="44"/>
          <ac:spMkLst>
            <pc:docMk/>
            <pc:sldMk cId="3463339464" sldId="318"/>
            <ac:spMk id="51" creationId="{28DD0ECA-8E37-B8B9-0418-38420611096E}"/>
          </ac:spMkLst>
        </pc:spChg>
        <pc:spChg chg="mod">
          <ac:chgData name="Tiago Janela" userId="ee1a79fe-c79c-4f34-9602-7f6f2f0482b3" providerId="ADAL" clId="{D59BA079-2D81-42B2-9E2D-198C5F90099E}" dt="2026-04-29T14:41:05.450" v="44"/>
          <ac:spMkLst>
            <pc:docMk/>
            <pc:sldMk cId="3463339464" sldId="318"/>
            <ac:spMk id="53" creationId="{68B48C07-97A0-A5E0-0196-8F9A0D2196A0}"/>
          </ac:spMkLst>
        </pc:spChg>
        <pc:spChg chg="mod">
          <ac:chgData name="Tiago Janela" userId="ee1a79fe-c79c-4f34-9602-7f6f2f0482b3" providerId="ADAL" clId="{D59BA079-2D81-42B2-9E2D-198C5F90099E}" dt="2026-04-29T14:41:05.450" v="44"/>
          <ac:spMkLst>
            <pc:docMk/>
            <pc:sldMk cId="3463339464" sldId="318"/>
            <ac:spMk id="54" creationId="{208860F7-EFE8-FE26-053D-F361E5EC7D7E}"/>
          </ac:spMkLst>
        </pc:spChg>
        <pc:spChg chg="mod">
          <ac:chgData name="Tiago Janela" userId="ee1a79fe-c79c-4f34-9602-7f6f2f0482b3" providerId="ADAL" clId="{D59BA079-2D81-42B2-9E2D-198C5F90099E}" dt="2026-04-29T14:41:05.450" v="44"/>
          <ac:spMkLst>
            <pc:docMk/>
            <pc:sldMk cId="3463339464" sldId="318"/>
            <ac:spMk id="55" creationId="{2103C611-4C9C-5D35-F98A-38EA5A46DAEE}"/>
          </ac:spMkLst>
        </pc:spChg>
        <pc:spChg chg="mod">
          <ac:chgData name="Tiago Janela" userId="ee1a79fe-c79c-4f34-9602-7f6f2f0482b3" providerId="ADAL" clId="{D59BA079-2D81-42B2-9E2D-198C5F90099E}" dt="2026-04-29T14:41:05.450" v="44"/>
          <ac:spMkLst>
            <pc:docMk/>
            <pc:sldMk cId="3463339464" sldId="318"/>
            <ac:spMk id="56" creationId="{90D266F1-FB12-E36F-173D-2B140D4BDCB1}"/>
          </ac:spMkLst>
        </pc:spChg>
        <pc:spChg chg="mod">
          <ac:chgData name="Tiago Janela" userId="ee1a79fe-c79c-4f34-9602-7f6f2f0482b3" providerId="ADAL" clId="{D59BA079-2D81-42B2-9E2D-198C5F90099E}" dt="2026-04-29T14:41:05.450" v="44"/>
          <ac:spMkLst>
            <pc:docMk/>
            <pc:sldMk cId="3463339464" sldId="318"/>
            <ac:spMk id="62" creationId="{9B20C80F-F64A-D047-2D22-BDE06D682B1D}"/>
          </ac:spMkLst>
        </pc:spChg>
        <pc:spChg chg="mod">
          <ac:chgData name="Tiago Janela" userId="ee1a79fe-c79c-4f34-9602-7f6f2f0482b3" providerId="ADAL" clId="{D59BA079-2D81-42B2-9E2D-198C5F90099E}" dt="2026-04-29T14:41:05.450" v="44"/>
          <ac:spMkLst>
            <pc:docMk/>
            <pc:sldMk cId="3463339464" sldId="318"/>
            <ac:spMk id="128" creationId="{06F0AD43-E1A7-F265-A6E7-B1C848095C75}"/>
          </ac:spMkLst>
        </pc:spChg>
        <pc:spChg chg="mod">
          <ac:chgData name="Tiago Janela" userId="ee1a79fe-c79c-4f34-9602-7f6f2f0482b3" providerId="ADAL" clId="{D59BA079-2D81-42B2-9E2D-198C5F90099E}" dt="2026-04-29T14:41:05.450" v="44"/>
          <ac:spMkLst>
            <pc:docMk/>
            <pc:sldMk cId="3463339464" sldId="318"/>
            <ac:spMk id="129" creationId="{34B7B117-4F98-E52D-CB56-DB4F6D143C5C}"/>
          </ac:spMkLst>
        </pc:spChg>
        <pc:spChg chg="mod">
          <ac:chgData name="Tiago Janela" userId="ee1a79fe-c79c-4f34-9602-7f6f2f0482b3" providerId="ADAL" clId="{D59BA079-2D81-42B2-9E2D-198C5F90099E}" dt="2026-04-29T14:41:35.971" v="129"/>
          <ac:spMkLst>
            <pc:docMk/>
            <pc:sldMk cId="3463339464" sldId="318"/>
            <ac:spMk id="133" creationId="{89106357-4BD4-E213-5F88-E69A238FD305}"/>
          </ac:spMkLst>
        </pc:spChg>
        <pc:spChg chg="mod">
          <ac:chgData name="Tiago Janela" userId="ee1a79fe-c79c-4f34-9602-7f6f2f0482b3" providerId="ADAL" clId="{D59BA079-2D81-42B2-9E2D-198C5F90099E}" dt="2026-04-29T14:41:35.971" v="129"/>
          <ac:spMkLst>
            <pc:docMk/>
            <pc:sldMk cId="3463339464" sldId="318"/>
            <ac:spMk id="135" creationId="{B829107F-5E5C-3E2A-9E4F-520B53D3BEDC}"/>
          </ac:spMkLst>
        </pc:spChg>
        <pc:spChg chg="mod">
          <ac:chgData name="Tiago Janela" userId="ee1a79fe-c79c-4f34-9602-7f6f2f0482b3" providerId="ADAL" clId="{D59BA079-2D81-42B2-9E2D-198C5F90099E}" dt="2026-04-29T14:41:35.971" v="129"/>
          <ac:spMkLst>
            <pc:docMk/>
            <pc:sldMk cId="3463339464" sldId="318"/>
            <ac:spMk id="136" creationId="{A4F65601-106E-8065-3458-BB8532110E46}"/>
          </ac:spMkLst>
        </pc:spChg>
        <pc:spChg chg="mod">
          <ac:chgData name="Tiago Janela" userId="ee1a79fe-c79c-4f34-9602-7f6f2f0482b3" providerId="ADAL" clId="{D59BA079-2D81-42B2-9E2D-198C5F90099E}" dt="2026-04-29T14:41:35.971" v="129"/>
          <ac:spMkLst>
            <pc:docMk/>
            <pc:sldMk cId="3463339464" sldId="318"/>
            <ac:spMk id="137" creationId="{77093375-B44E-C5DC-ACAB-C7C9B1A2DB3F}"/>
          </ac:spMkLst>
        </pc:spChg>
        <pc:spChg chg="mod">
          <ac:chgData name="Tiago Janela" userId="ee1a79fe-c79c-4f34-9602-7f6f2f0482b3" providerId="ADAL" clId="{D59BA079-2D81-42B2-9E2D-198C5F90099E}" dt="2026-04-29T14:41:35.971" v="129"/>
          <ac:spMkLst>
            <pc:docMk/>
            <pc:sldMk cId="3463339464" sldId="318"/>
            <ac:spMk id="138" creationId="{57B8DB79-D5DA-C9F8-4D80-37707F255543}"/>
          </ac:spMkLst>
        </pc:spChg>
        <pc:spChg chg="mod">
          <ac:chgData name="Tiago Janela" userId="ee1a79fe-c79c-4f34-9602-7f6f2f0482b3" providerId="ADAL" clId="{D59BA079-2D81-42B2-9E2D-198C5F90099E}" dt="2026-04-29T14:41:35.971" v="129"/>
          <ac:spMkLst>
            <pc:docMk/>
            <pc:sldMk cId="3463339464" sldId="318"/>
            <ac:spMk id="144" creationId="{BBFE61C1-30F9-7A9B-A5ED-945AB26263C7}"/>
          </ac:spMkLst>
        </pc:spChg>
        <pc:spChg chg="mod">
          <ac:chgData name="Tiago Janela" userId="ee1a79fe-c79c-4f34-9602-7f6f2f0482b3" providerId="ADAL" clId="{D59BA079-2D81-42B2-9E2D-198C5F90099E}" dt="2026-04-29T14:41:35.971" v="129"/>
          <ac:spMkLst>
            <pc:docMk/>
            <pc:sldMk cId="3463339464" sldId="318"/>
            <ac:spMk id="146" creationId="{8B4C8C75-2AC9-CCA5-FFEA-E8FFE77233AB}"/>
          </ac:spMkLst>
        </pc:spChg>
        <pc:spChg chg="mod">
          <ac:chgData name="Tiago Janela" userId="ee1a79fe-c79c-4f34-9602-7f6f2f0482b3" providerId="ADAL" clId="{D59BA079-2D81-42B2-9E2D-198C5F90099E}" dt="2026-04-29T14:41:35.971" v="129"/>
          <ac:spMkLst>
            <pc:docMk/>
            <pc:sldMk cId="3463339464" sldId="318"/>
            <ac:spMk id="147" creationId="{4F3F7314-C4FE-D90A-40CE-8AB2AF92E07D}"/>
          </ac:spMkLst>
        </pc:spChg>
        <pc:spChg chg="mod">
          <ac:chgData name="Tiago Janela" userId="ee1a79fe-c79c-4f34-9602-7f6f2f0482b3" providerId="ADAL" clId="{D59BA079-2D81-42B2-9E2D-198C5F90099E}" dt="2026-04-29T14:43:18.457" v="144"/>
          <ac:spMkLst>
            <pc:docMk/>
            <pc:sldMk cId="3463339464" sldId="318"/>
            <ac:spMk id="151" creationId="{642F2191-AE11-A105-A28D-1F95B6A96892}"/>
          </ac:spMkLst>
        </pc:spChg>
        <pc:spChg chg="mod">
          <ac:chgData name="Tiago Janela" userId="ee1a79fe-c79c-4f34-9602-7f6f2f0482b3" providerId="ADAL" clId="{D59BA079-2D81-42B2-9E2D-198C5F90099E}" dt="2026-04-29T14:43:18.457" v="144"/>
          <ac:spMkLst>
            <pc:docMk/>
            <pc:sldMk cId="3463339464" sldId="318"/>
            <ac:spMk id="153" creationId="{9FC20A8D-A898-3943-9340-FFE9261F04B4}"/>
          </ac:spMkLst>
        </pc:spChg>
        <pc:spChg chg="mod">
          <ac:chgData name="Tiago Janela" userId="ee1a79fe-c79c-4f34-9602-7f6f2f0482b3" providerId="ADAL" clId="{D59BA079-2D81-42B2-9E2D-198C5F90099E}" dt="2026-04-29T14:43:46.109" v="154" actId="1076"/>
          <ac:spMkLst>
            <pc:docMk/>
            <pc:sldMk cId="3463339464" sldId="318"/>
            <ac:spMk id="154" creationId="{B75BF1D5-19E8-2D4C-DD40-5E4F9B0D92FF}"/>
          </ac:spMkLst>
        </pc:spChg>
        <pc:spChg chg="mod">
          <ac:chgData name="Tiago Janela" userId="ee1a79fe-c79c-4f34-9602-7f6f2f0482b3" providerId="ADAL" clId="{D59BA079-2D81-42B2-9E2D-198C5F90099E}" dt="2026-04-29T14:43:18.457" v="144"/>
          <ac:spMkLst>
            <pc:docMk/>
            <pc:sldMk cId="3463339464" sldId="318"/>
            <ac:spMk id="155" creationId="{BD1FFE74-07FF-C306-4452-F1A48A611999}"/>
          </ac:spMkLst>
        </pc:spChg>
        <pc:spChg chg="mod">
          <ac:chgData name="Tiago Janela" userId="ee1a79fe-c79c-4f34-9602-7f6f2f0482b3" providerId="ADAL" clId="{D59BA079-2D81-42B2-9E2D-198C5F90099E}" dt="2026-04-29T14:43:18.457" v="144"/>
          <ac:spMkLst>
            <pc:docMk/>
            <pc:sldMk cId="3463339464" sldId="318"/>
            <ac:spMk id="156" creationId="{6F238688-2311-35BF-4F94-971FEF816E39}"/>
          </ac:spMkLst>
        </pc:spChg>
        <pc:spChg chg="mod">
          <ac:chgData name="Tiago Janela" userId="ee1a79fe-c79c-4f34-9602-7f6f2f0482b3" providerId="ADAL" clId="{D59BA079-2D81-42B2-9E2D-198C5F90099E}" dt="2026-04-29T14:43:18.457" v="144"/>
          <ac:spMkLst>
            <pc:docMk/>
            <pc:sldMk cId="3463339464" sldId="318"/>
            <ac:spMk id="162" creationId="{F5558767-FDAA-D45E-3AC5-CF6A5C3268C9}"/>
          </ac:spMkLst>
        </pc:spChg>
        <pc:spChg chg="mod">
          <ac:chgData name="Tiago Janela" userId="ee1a79fe-c79c-4f34-9602-7f6f2f0482b3" providerId="ADAL" clId="{D59BA079-2D81-42B2-9E2D-198C5F90099E}" dt="2026-04-29T14:43:18.457" v="144"/>
          <ac:spMkLst>
            <pc:docMk/>
            <pc:sldMk cId="3463339464" sldId="318"/>
            <ac:spMk id="165" creationId="{CD5729C5-8B36-552A-F410-B2D2ACFF52DB}"/>
          </ac:spMkLst>
        </pc:spChg>
        <pc:spChg chg="mod">
          <ac:chgData name="Tiago Janela" userId="ee1a79fe-c79c-4f34-9602-7f6f2f0482b3" providerId="ADAL" clId="{D59BA079-2D81-42B2-9E2D-198C5F90099E}" dt="2026-04-29T14:43:18.457" v="144"/>
          <ac:spMkLst>
            <pc:docMk/>
            <pc:sldMk cId="3463339464" sldId="318"/>
            <ac:spMk id="166" creationId="{6A57B814-ADB9-965C-78F4-9CFF2C476CA1}"/>
          </ac:spMkLst>
        </pc:spChg>
        <pc:grpChg chg="del">
          <ac:chgData name="Tiago Janela" userId="ee1a79fe-c79c-4f34-9602-7f6f2f0482b3" providerId="ADAL" clId="{D59BA079-2D81-42B2-9E2D-198C5F90099E}" dt="2026-04-29T14:38:45.095" v="19" actId="478"/>
          <ac:grpSpMkLst>
            <pc:docMk/>
            <pc:sldMk cId="3463339464" sldId="318"/>
            <ac:grpSpMk id="20" creationId="{81A65B80-1110-F1AF-A893-8B82ECA10662}"/>
          </ac:grpSpMkLst>
        </pc:grpChg>
        <pc:grpChg chg="add mod">
          <ac:chgData name="Tiago Janela" userId="ee1a79fe-c79c-4f34-9602-7f6f2f0482b3" providerId="ADAL" clId="{D59BA079-2D81-42B2-9E2D-198C5F90099E}" dt="2026-04-29T14:39:08.519" v="21" actId="164"/>
          <ac:grpSpMkLst>
            <pc:docMk/>
            <pc:sldMk cId="3463339464" sldId="318"/>
            <ac:grpSpMk id="21" creationId="{851E801A-07D0-EC46-EC69-B1E3BDC4A0EE}"/>
          </ac:grpSpMkLst>
        </pc:grpChg>
        <pc:grpChg chg="add mod">
          <ac:chgData name="Tiago Janela" userId="ee1a79fe-c79c-4f34-9602-7f6f2f0482b3" providerId="ADAL" clId="{D59BA079-2D81-42B2-9E2D-198C5F90099E}" dt="2026-04-29T14:39:08.519" v="21" actId="164"/>
          <ac:grpSpMkLst>
            <pc:docMk/>
            <pc:sldMk cId="3463339464" sldId="318"/>
            <ac:grpSpMk id="26" creationId="{9472E490-A369-C15A-DECA-AE1255870DC8}"/>
          </ac:grpSpMkLst>
        </pc:grpChg>
        <pc:grpChg chg="mod">
          <ac:chgData name="Tiago Janela" userId="ee1a79fe-c79c-4f34-9602-7f6f2f0482b3" providerId="ADAL" clId="{D59BA079-2D81-42B2-9E2D-198C5F90099E}" dt="2026-04-29T14:39:06.477" v="20"/>
          <ac:grpSpMkLst>
            <pc:docMk/>
            <pc:sldMk cId="3463339464" sldId="318"/>
            <ac:grpSpMk id="27" creationId="{C867F122-D459-E4D8-E91E-39D4FB20E8FB}"/>
          </ac:grpSpMkLst>
        </pc:grpChg>
        <pc:grpChg chg="mod">
          <ac:chgData name="Tiago Janela" userId="ee1a79fe-c79c-4f34-9602-7f6f2f0482b3" providerId="ADAL" clId="{D59BA079-2D81-42B2-9E2D-198C5F90099E}" dt="2026-04-29T14:39:06.477" v="20"/>
          <ac:grpSpMkLst>
            <pc:docMk/>
            <pc:sldMk cId="3463339464" sldId="318"/>
            <ac:grpSpMk id="28" creationId="{31D67220-A5A3-C982-ABAA-76BF27D3A610}"/>
          </ac:grpSpMkLst>
        </pc:grpChg>
        <pc:grpChg chg="add mod">
          <ac:chgData name="Tiago Janela" userId="ee1a79fe-c79c-4f34-9602-7f6f2f0482b3" providerId="ADAL" clId="{D59BA079-2D81-42B2-9E2D-198C5F90099E}" dt="2026-04-29T14:39:08.519" v="21" actId="164"/>
          <ac:grpSpMkLst>
            <pc:docMk/>
            <pc:sldMk cId="3463339464" sldId="318"/>
            <ac:grpSpMk id="34" creationId="{0D4F3181-F484-3C7A-63BE-FADB4F9C8C2E}"/>
          </ac:grpSpMkLst>
        </pc:grpChg>
        <pc:grpChg chg="mod">
          <ac:chgData name="Tiago Janela" userId="ee1a79fe-c79c-4f34-9602-7f6f2f0482b3" providerId="ADAL" clId="{D59BA079-2D81-42B2-9E2D-198C5F90099E}" dt="2026-04-29T14:39:06.477" v="20"/>
          <ac:grpSpMkLst>
            <pc:docMk/>
            <pc:sldMk cId="3463339464" sldId="318"/>
            <ac:grpSpMk id="35" creationId="{315A4BFF-0CA9-D528-2306-83671A721F96}"/>
          </ac:grpSpMkLst>
        </pc:grpChg>
        <pc:grpChg chg="mod">
          <ac:chgData name="Tiago Janela" userId="ee1a79fe-c79c-4f34-9602-7f6f2f0482b3" providerId="ADAL" clId="{D59BA079-2D81-42B2-9E2D-198C5F90099E}" dt="2026-04-29T14:39:06.477" v="20"/>
          <ac:grpSpMkLst>
            <pc:docMk/>
            <pc:sldMk cId="3463339464" sldId="318"/>
            <ac:grpSpMk id="36" creationId="{40F329E8-016F-7B2E-D6E4-F9F4E0BE7A34}"/>
          </ac:grpSpMkLst>
        </pc:grpChg>
        <pc:grpChg chg="add del mod">
          <ac:chgData name="Tiago Janela" userId="ee1a79fe-c79c-4f34-9602-7f6f2f0482b3" providerId="ADAL" clId="{D59BA079-2D81-42B2-9E2D-198C5F90099E}" dt="2026-05-04T09:04:14.293" v="203" actId="478"/>
          <ac:grpSpMkLst>
            <pc:docMk/>
            <pc:sldMk cId="3463339464" sldId="318"/>
            <ac:grpSpMk id="43" creationId="{F82C89B3-047B-9A9D-4CE0-2F5ECB7C024A}"/>
          </ac:grpSpMkLst>
        </pc:grpChg>
        <pc:grpChg chg="add del mod">
          <ac:chgData name="Tiago Janela" userId="ee1a79fe-c79c-4f34-9602-7f6f2f0482b3" providerId="ADAL" clId="{D59BA079-2D81-42B2-9E2D-198C5F90099E}" dt="2026-05-04T09:04:18.877" v="205" actId="478"/>
          <ac:grpSpMkLst>
            <pc:docMk/>
            <pc:sldMk cId="3463339464" sldId="318"/>
            <ac:grpSpMk id="46" creationId="{CD48E29D-F3CB-93DF-7120-8F34C9F5EB3C}"/>
          </ac:grpSpMkLst>
        </pc:grpChg>
        <pc:grpChg chg="add del mod ord">
          <ac:chgData name="Tiago Janela" userId="ee1a79fe-c79c-4f34-9602-7f6f2f0482b3" providerId="ADAL" clId="{D59BA079-2D81-42B2-9E2D-198C5F90099E}" dt="2026-05-04T09:04:22.885" v="208" actId="478"/>
          <ac:grpSpMkLst>
            <pc:docMk/>
            <pc:sldMk cId="3463339464" sldId="318"/>
            <ac:grpSpMk id="49" creationId="{C31E6F76-4E7C-1639-9021-CCC76ADA5882}"/>
          </ac:grpSpMkLst>
        </pc:grpChg>
        <pc:grpChg chg="add mod">
          <ac:chgData name="Tiago Janela" userId="ee1a79fe-c79c-4f34-9602-7f6f2f0482b3" providerId="ADAL" clId="{D59BA079-2D81-42B2-9E2D-198C5F90099E}" dt="2026-04-29T14:41:05.450" v="44"/>
          <ac:grpSpMkLst>
            <pc:docMk/>
            <pc:sldMk cId="3463339464" sldId="318"/>
            <ac:grpSpMk id="50" creationId="{D57CAE1F-4C69-E55E-DD88-2C06EA9E4CC5}"/>
          </ac:grpSpMkLst>
        </pc:grpChg>
        <pc:grpChg chg="mod">
          <ac:chgData name="Tiago Janela" userId="ee1a79fe-c79c-4f34-9602-7f6f2f0482b3" providerId="ADAL" clId="{D59BA079-2D81-42B2-9E2D-198C5F90099E}" dt="2026-04-29T14:41:05.450" v="44"/>
          <ac:grpSpMkLst>
            <pc:docMk/>
            <pc:sldMk cId="3463339464" sldId="318"/>
            <ac:grpSpMk id="52" creationId="{64D5765C-B2EC-B5F9-4D64-418DF9E0721F}"/>
          </ac:grpSpMkLst>
        </pc:grpChg>
        <pc:grpChg chg="mod">
          <ac:chgData name="Tiago Janela" userId="ee1a79fe-c79c-4f34-9602-7f6f2f0482b3" providerId="ADAL" clId="{D59BA079-2D81-42B2-9E2D-198C5F90099E}" dt="2026-04-29T14:41:05.450" v="44"/>
          <ac:grpSpMkLst>
            <pc:docMk/>
            <pc:sldMk cId="3463339464" sldId="318"/>
            <ac:grpSpMk id="57" creationId="{91F3A9FD-192C-B5F3-BAD0-3527115F76D0}"/>
          </ac:grpSpMkLst>
        </pc:grpChg>
        <pc:grpChg chg="mod">
          <ac:chgData name="Tiago Janela" userId="ee1a79fe-c79c-4f34-9602-7f6f2f0482b3" providerId="ADAL" clId="{D59BA079-2D81-42B2-9E2D-198C5F90099E}" dt="2026-04-29T14:41:05.450" v="44"/>
          <ac:grpSpMkLst>
            <pc:docMk/>
            <pc:sldMk cId="3463339464" sldId="318"/>
            <ac:grpSpMk id="58" creationId="{FAFFF705-7A29-74F1-4F40-839BF442E1CA}"/>
          </ac:grpSpMkLst>
        </pc:grpChg>
        <pc:grpChg chg="add del mod">
          <ac:chgData name="Tiago Janela" userId="ee1a79fe-c79c-4f34-9602-7f6f2f0482b3" providerId="ADAL" clId="{D59BA079-2D81-42B2-9E2D-198C5F90099E}" dt="2026-04-29T14:42:06.188" v="132" actId="478"/>
          <ac:grpSpMkLst>
            <pc:docMk/>
            <pc:sldMk cId="3463339464" sldId="318"/>
            <ac:grpSpMk id="132" creationId="{7D679A1A-9811-6F80-6988-A652D18905E3}"/>
          </ac:grpSpMkLst>
        </pc:grpChg>
        <pc:grpChg chg="mod">
          <ac:chgData name="Tiago Janela" userId="ee1a79fe-c79c-4f34-9602-7f6f2f0482b3" providerId="ADAL" clId="{D59BA079-2D81-42B2-9E2D-198C5F90099E}" dt="2026-04-29T14:41:35.971" v="129"/>
          <ac:grpSpMkLst>
            <pc:docMk/>
            <pc:sldMk cId="3463339464" sldId="318"/>
            <ac:grpSpMk id="134" creationId="{51B65499-5373-FCE8-2856-3910277BE174}"/>
          </ac:grpSpMkLst>
        </pc:grpChg>
        <pc:grpChg chg="mod">
          <ac:chgData name="Tiago Janela" userId="ee1a79fe-c79c-4f34-9602-7f6f2f0482b3" providerId="ADAL" clId="{D59BA079-2D81-42B2-9E2D-198C5F90099E}" dt="2026-04-29T14:41:35.971" v="129"/>
          <ac:grpSpMkLst>
            <pc:docMk/>
            <pc:sldMk cId="3463339464" sldId="318"/>
            <ac:grpSpMk id="139" creationId="{191878A7-B36A-37F2-B0BF-A4620279843D}"/>
          </ac:grpSpMkLst>
        </pc:grpChg>
        <pc:grpChg chg="mod">
          <ac:chgData name="Tiago Janela" userId="ee1a79fe-c79c-4f34-9602-7f6f2f0482b3" providerId="ADAL" clId="{D59BA079-2D81-42B2-9E2D-198C5F90099E}" dt="2026-04-29T14:41:35.971" v="129"/>
          <ac:grpSpMkLst>
            <pc:docMk/>
            <pc:sldMk cId="3463339464" sldId="318"/>
            <ac:grpSpMk id="140" creationId="{D9AD3D22-66A3-A6A1-5BAB-BDEA94034AFD}"/>
          </ac:grpSpMkLst>
        </pc:grpChg>
        <pc:grpChg chg="add del mod ord">
          <ac:chgData name="Tiago Janela" userId="ee1a79fe-c79c-4f34-9602-7f6f2f0482b3" providerId="ADAL" clId="{D59BA079-2D81-42B2-9E2D-198C5F90099E}" dt="2026-04-29T14:43:51.811" v="155" actId="478"/>
          <ac:grpSpMkLst>
            <pc:docMk/>
            <pc:sldMk cId="3463339464" sldId="318"/>
            <ac:grpSpMk id="150" creationId="{0E889340-EEAD-529D-0667-5EC3D102D360}"/>
          </ac:grpSpMkLst>
        </pc:grpChg>
        <pc:grpChg chg="mod">
          <ac:chgData name="Tiago Janela" userId="ee1a79fe-c79c-4f34-9602-7f6f2f0482b3" providerId="ADAL" clId="{D59BA079-2D81-42B2-9E2D-198C5F90099E}" dt="2026-04-29T14:43:18.457" v="144"/>
          <ac:grpSpMkLst>
            <pc:docMk/>
            <pc:sldMk cId="3463339464" sldId="318"/>
            <ac:grpSpMk id="152" creationId="{0C8C51CC-EB9B-D489-F562-F672BF7EA67F}"/>
          </ac:grpSpMkLst>
        </pc:grpChg>
        <pc:grpChg chg="mod">
          <ac:chgData name="Tiago Janela" userId="ee1a79fe-c79c-4f34-9602-7f6f2f0482b3" providerId="ADAL" clId="{D59BA079-2D81-42B2-9E2D-198C5F90099E}" dt="2026-04-29T14:43:18.457" v="144"/>
          <ac:grpSpMkLst>
            <pc:docMk/>
            <pc:sldMk cId="3463339464" sldId="318"/>
            <ac:grpSpMk id="157" creationId="{6AD1BC14-680D-9A2F-3A7A-A5A523B365A3}"/>
          </ac:grpSpMkLst>
        </pc:grpChg>
        <pc:grpChg chg="mod">
          <ac:chgData name="Tiago Janela" userId="ee1a79fe-c79c-4f34-9602-7f6f2f0482b3" providerId="ADAL" clId="{D59BA079-2D81-42B2-9E2D-198C5F90099E}" dt="2026-04-29T14:43:18.457" v="144"/>
          <ac:grpSpMkLst>
            <pc:docMk/>
            <pc:sldMk cId="3463339464" sldId="318"/>
            <ac:grpSpMk id="158" creationId="{9FB94B2B-B250-2B0F-D8EA-4B7606C3EDD4}"/>
          </ac:grpSpMkLst>
        </pc:grpChg>
        <pc:picChg chg="mod">
          <ac:chgData name="Tiago Janela" userId="ee1a79fe-c79c-4f34-9602-7f6f2f0482b3" providerId="ADAL" clId="{D59BA079-2D81-42B2-9E2D-198C5F90099E}" dt="2026-04-29T14:39:06.477" v="20"/>
          <ac:picMkLst>
            <pc:docMk/>
            <pc:sldMk cId="3463339464" sldId="318"/>
            <ac:picMk id="23" creationId="{0FAB87FB-66B8-682E-AC05-EA6B56D8F4FB}"/>
          </ac:picMkLst>
        </pc:picChg>
        <pc:picChg chg="mod">
          <ac:chgData name="Tiago Janela" userId="ee1a79fe-c79c-4f34-9602-7f6f2f0482b3" providerId="ADAL" clId="{D59BA079-2D81-42B2-9E2D-198C5F90099E}" dt="2026-04-29T14:39:06.477" v="20"/>
          <ac:picMkLst>
            <pc:docMk/>
            <pc:sldMk cId="3463339464" sldId="318"/>
            <ac:picMk id="24" creationId="{5AFB6878-0F86-C45A-E83E-50BAC05BCEF5}"/>
          </ac:picMkLst>
        </pc:picChg>
        <pc:picChg chg="mod">
          <ac:chgData name="Tiago Janela" userId="ee1a79fe-c79c-4f34-9602-7f6f2f0482b3" providerId="ADAL" clId="{D59BA079-2D81-42B2-9E2D-198C5F90099E}" dt="2026-04-29T14:39:06.477" v="20"/>
          <ac:picMkLst>
            <pc:docMk/>
            <pc:sldMk cId="3463339464" sldId="318"/>
            <ac:picMk id="30" creationId="{31CDC5D0-80F4-CF34-180C-1E2C5181119A}"/>
          </ac:picMkLst>
        </pc:picChg>
        <pc:picChg chg="mod">
          <ac:chgData name="Tiago Janela" userId="ee1a79fe-c79c-4f34-9602-7f6f2f0482b3" providerId="ADAL" clId="{D59BA079-2D81-42B2-9E2D-198C5F90099E}" dt="2026-04-29T14:39:06.477" v="20"/>
          <ac:picMkLst>
            <pc:docMk/>
            <pc:sldMk cId="3463339464" sldId="318"/>
            <ac:picMk id="31" creationId="{CA091874-25E2-30DF-B764-40BAC98019C4}"/>
          </ac:picMkLst>
        </pc:picChg>
        <pc:picChg chg="mod">
          <ac:chgData name="Tiago Janela" userId="ee1a79fe-c79c-4f34-9602-7f6f2f0482b3" providerId="ADAL" clId="{D59BA079-2D81-42B2-9E2D-198C5F90099E}" dt="2026-04-29T14:39:06.477" v="20"/>
          <ac:picMkLst>
            <pc:docMk/>
            <pc:sldMk cId="3463339464" sldId="318"/>
            <ac:picMk id="32" creationId="{5A34DEF1-BD9B-CD6A-A8D2-7AFC0C5C49C9}"/>
          </ac:picMkLst>
        </pc:picChg>
        <pc:picChg chg="mod">
          <ac:chgData name="Tiago Janela" userId="ee1a79fe-c79c-4f34-9602-7f6f2f0482b3" providerId="ADAL" clId="{D59BA079-2D81-42B2-9E2D-198C5F90099E}" dt="2026-04-29T14:39:06.477" v="20"/>
          <ac:picMkLst>
            <pc:docMk/>
            <pc:sldMk cId="3463339464" sldId="318"/>
            <ac:picMk id="33" creationId="{C3C561D4-D6EB-0889-183B-97DE0B45487D}"/>
          </ac:picMkLst>
        </pc:picChg>
        <pc:picChg chg="mod">
          <ac:chgData name="Tiago Janela" userId="ee1a79fe-c79c-4f34-9602-7f6f2f0482b3" providerId="ADAL" clId="{D59BA079-2D81-42B2-9E2D-198C5F90099E}" dt="2026-04-29T14:39:06.477" v="20"/>
          <ac:picMkLst>
            <pc:docMk/>
            <pc:sldMk cId="3463339464" sldId="318"/>
            <ac:picMk id="38" creationId="{48ACB3B0-1845-ABC3-5228-376A5949FA79}"/>
          </ac:picMkLst>
        </pc:picChg>
        <pc:picChg chg="mod">
          <ac:chgData name="Tiago Janela" userId="ee1a79fe-c79c-4f34-9602-7f6f2f0482b3" providerId="ADAL" clId="{D59BA079-2D81-42B2-9E2D-198C5F90099E}" dt="2026-04-29T14:39:06.477" v="20"/>
          <ac:picMkLst>
            <pc:docMk/>
            <pc:sldMk cId="3463339464" sldId="318"/>
            <ac:picMk id="39" creationId="{5D7062A3-FA42-FF24-FF7D-4729F61DD8A5}"/>
          </ac:picMkLst>
        </pc:picChg>
        <pc:picChg chg="mod">
          <ac:chgData name="Tiago Janela" userId="ee1a79fe-c79c-4f34-9602-7f6f2f0482b3" providerId="ADAL" clId="{D59BA079-2D81-42B2-9E2D-198C5F90099E}" dt="2026-04-29T14:39:06.477" v="20"/>
          <ac:picMkLst>
            <pc:docMk/>
            <pc:sldMk cId="3463339464" sldId="318"/>
            <ac:picMk id="40" creationId="{13934202-8C49-5877-EAF5-D53028B5669E}"/>
          </ac:picMkLst>
        </pc:picChg>
        <pc:picChg chg="mod">
          <ac:chgData name="Tiago Janela" userId="ee1a79fe-c79c-4f34-9602-7f6f2f0482b3" providerId="ADAL" clId="{D59BA079-2D81-42B2-9E2D-198C5F90099E}" dt="2026-04-29T14:39:06.477" v="20"/>
          <ac:picMkLst>
            <pc:docMk/>
            <pc:sldMk cId="3463339464" sldId="318"/>
            <ac:picMk id="41" creationId="{14AFA39F-495B-AE1F-EE0F-FC1A7BA10F05}"/>
          </ac:picMkLst>
        </pc:picChg>
        <pc:picChg chg="mod">
          <ac:chgData name="Tiago Janela" userId="ee1a79fe-c79c-4f34-9602-7f6f2f0482b3" providerId="ADAL" clId="{D59BA079-2D81-42B2-9E2D-198C5F90099E}" dt="2026-04-29T14:41:05.450" v="44"/>
          <ac:picMkLst>
            <pc:docMk/>
            <pc:sldMk cId="3463339464" sldId="318"/>
            <ac:picMk id="59" creationId="{A7C8E1B6-A4B3-0BCF-4C26-6186EF9F59FC}"/>
          </ac:picMkLst>
        </pc:picChg>
        <pc:picChg chg="mod">
          <ac:chgData name="Tiago Janela" userId="ee1a79fe-c79c-4f34-9602-7f6f2f0482b3" providerId="ADAL" clId="{D59BA079-2D81-42B2-9E2D-198C5F90099E}" dt="2026-04-29T14:41:05.450" v="44"/>
          <ac:picMkLst>
            <pc:docMk/>
            <pc:sldMk cId="3463339464" sldId="318"/>
            <ac:picMk id="60" creationId="{9F70AD18-D8E1-8976-31FE-EA304180A270}"/>
          </ac:picMkLst>
        </pc:picChg>
        <pc:picChg chg="mod">
          <ac:chgData name="Tiago Janela" userId="ee1a79fe-c79c-4f34-9602-7f6f2f0482b3" providerId="ADAL" clId="{D59BA079-2D81-42B2-9E2D-198C5F90099E}" dt="2026-04-29T14:41:05.450" v="44"/>
          <ac:picMkLst>
            <pc:docMk/>
            <pc:sldMk cId="3463339464" sldId="318"/>
            <ac:picMk id="130" creationId="{8EC36DA4-D2FA-908D-744E-6BE08EC2741F}"/>
          </ac:picMkLst>
        </pc:picChg>
        <pc:picChg chg="mod">
          <ac:chgData name="Tiago Janela" userId="ee1a79fe-c79c-4f34-9602-7f6f2f0482b3" providerId="ADAL" clId="{D59BA079-2D81-42B2-9E2D-198C5F90099E}" dt="2026-04-29T14:41:05.450" v="44"/>
          <ac:picMkLst>
            <pc:docMk/>
            <pc:sldMk cId="3463339464" sldId="318"/>
            <ac:picMk id="131" creationId="{47FB0CB4-CD0C-2991-DB50-A8C57D1E8B0C}"/>
          </ac:picMkLst>
        </pc:picChg>
        <pc:picChg chg="mod">
          <ac:chgData name="Tiago Janela" userId="ee1a79fe-c79c-4f34-9602-7f6f2f0482b3" providerId="ADAL" clId="{D59BA079-2D81-42B2-9E2D-198C5F90099E}" dt="2026-04-29T14:41:35.971" v="129"/>
          <ac:picMkLst>
            <pc:docMk/>
            <pc:sldMk cId="3463339464" sldId="318"/>
            <ac:picMk id="141" creationId="{F4EFBF1D-95ED-A3F4-12D0-3C0D2F64959A}"/>
          </ac:picMkLst>
        </pc:picChg>
        <pc:picChg chg="mod">
          <ac:chgData name="Tiago Janela" userId="ee1a79fe-c79c-4f34-9602-7f6f2f0482b3" providerId="ADAL" clId="{D59BA079-2D81-42B2-9E2D-198C5F90099E}" dt="2026-04-29T14:41:35.971" v="129"/>
          <ac:picMkLst>
            <pc:docMk/>
            <pc:sldMk cId="3463339464" sldId="318"/>
            <ac:picMk id="142" creationId="{6B9ADBB7-EC72-A5FB-3287-F4C504614D51}"/>
          </ac:picMkLst>
        </pc:picChg>
        <pc:picChg chg="mod">
          <ac:chgData name="Tiago Janela" userId="ee1a79fe-c79c-4f34-9602-7f6f2f0482b3" providerId="ADAL" clId="{D59BA079-2D81-42B2-9E2D-198C5F90099E}" dt="2026-04-29T14:41:35.971" v="129"/>
          <ac:picMkLst>
            <pc:docMk/>
            <pc:sldMk cId="3463339464" sldId="318"/>
            <ac:picMk id="148" creationId="{8D6D62EA-8483-E0E7-6627-BBF48FE888C3}"/>
          </ac:picMkLst>
        </pc:picChg>
        <pc:picChg chg="mod">
          <ac:chgData name="Tiago Janela" userId="ee1a79fe-c79c-4f34-9602-7f6f2f0482b3" providerId="ADAL" clId="{D59BA079-2D81-42B2-9E2D-198C5F90099E}" dt="2026-04-29T14:41:35.971" v="129"/>
          <ac:picMkLst>
            <pc:docMk/>
            <pc:sldMk cId="3463339464" sldId="318"/>
            <ac:picMk id="149" creationId="{A4CD2FF9-44D8-CCD7-5C68-26A6C6065822}"/>
          </ac:picMkLst>
        </pc:picChg>
        <pc:picChg chg="mod">
          <ac:chgData name="Tiago Janela" userId="ee1a79fe-c79c-4f34-9602-7f6f2f0482b3" providerId="ADAL" clId="{D59BA079-2D81-42B2-9E2D-198C5F90099E}" dt="2026-04-29T14:43:18.457" v="144"/>
          <ac:picMkLst>
            <pc:docMk/>
            <pc:sldMk cId="3463339464" sldId="318"/>
            <ac:picMk id="159" creationId="{CD4358F0-D05E-D3C3-BA5B-D932178076D9}"/>
          </ac:picMkLst>
        </pc:picChg>
        <pc:picChg chg="mod">
          <ac:chgData name="Tiago Janela" userId="ee1a79fe-c79c-4f34-9602-7f6f2f0482b3" providerId="ADAL" clId="{D59BA079-2D81-42B2-9E2D-198C5F90099E}" dt="2026-04-29T14:43:18.457" v="144"/>
          <ac:picMkLst>
            <pc:docMk/>
            <pc:sldMk cId="3463339464" sldId="318"/>
            <ac:picMk id="160" creationId="{73C8AF2B-2691-7122-1A4E-6C9D94961867}"/>
          </ac:picMkLst>
        </pc:picChg>
        <pc:picChg chg="mod">
          <ac:chgData name="Tiago Janela" userId="ee1a79fe-c79c-4f34-9602-7f6f2f0482b3" providerId="ADAL" clId="{D59BA079-2D81-42B2-9E2D-198C5F90099E}" dt="2026-04-29T14:43:18.457" v="144"/>
          <ac:picMkLst>
            <pc:docMk/>
            <pc:sldMk cId="3463339464" sldId="318"/>
            <ac:picMk id="167" creationId="{B02D8D15-3F25-55BC-1A08-36302AD97557}"/>
          </ac:picMkLst>
        </pc:picChg>
        <pc:picChg chg="mod">
          <ac:chgData name="Tiago Janela" userId="ee1a79fe-c79c-4f34-9602-7f6f2f0482b3" providerId="ADAL" clId="{D59BA079-2D81-42B2-9E2D-198C5F90099E}" dt="2026-04-29T14:43:18.457" v="144"/>
          <ac:picMkLst>
            <pc:docMk/>
            <pc:sldMk cId="3463339464" sldId="318"/>
            <ac:picMk id="168" creationId="{04CEB11B-B6F1-FDD0-37A8-2EE7ABE5730D}"/>
          </ac:picMkLst>
        </pc:picChg>
        <pc:cxnChg chg="del mod">
          <ac:chgData name="Tiago Janela" userId="ee1a79fe-c79c-4f34-9602-7f6f2f0482b3" providerId="ADAL" clId="{D59BA079-2D81-42B2-9E2D-198C5F90099E}" dt="2026-05-04T09:04:24.276" v="209" actId="478"/>
          <ac:cxnSpMkLst>
            <pc:docMk/>
            <pc:sldMk cId="3463339464" sldId="318"/>
            <ac:cxnSpMk id="44" creationId="{7CA5671C-1E1D-11B4-C48F-3C328C72BA42}"/>
          </ac:cxnSpMkLst>
        </pc:cxnChg>
        <pc:cxnChg chg="del mod">
          <ac:chgData name="Tiago Janela" userId="ee1a79fe-c79c-4f34-9602-7f6f2f0482b3" providerId="ADAL" clId="{D59BA079-2D81-42B2-9E2D-198C5F90099E}" dt="2026-05-04T09:04:20.300" v="206" actId="478"/>
          <ac:cxnSpMkLst>
            <pc:docMk/>
            <pc:sldMk cId="3463339464" sldId="318"/>
            <ac:cxnSpMk id="47" creationId="{FB8D1494-CCA9-D25B-F957-26E4BF3049A5}"/>
          </ac:cxnSpMkLst>
        </pc:cxnChg>
        <pc:cxnChg chg="mod">
          <ac:chgData name="Tiago Janela" userId="ee1a79fe-c79c-4f34-9602-7f6f2f0482b3" providerId="ADAL" clId="{D59BA079-2D81-42B2-9E2D-198C5F90099E}" dt="2026-04-29T14:41:05.450" v="44"/>
          <ac:cxnSpMkLst>
            <pc:docMk/>
            <pc:sldMk cId="3463339464" sldId="318"/>
            <ac:cxnSpMk id="61" creationId="{08938A15-2979-EEF5-6991-05431F61F7F4}"/>
          </ac:cxnSpMkLst>
        </pc:cxnChg>
        <pc:cxnChg chg="mod">
          <ac:chgData name="Tiago Janela" userId="ee1a79fe-c79c-4f34-9602-7f6f2f0482b3" providerId="ADAL" clId="{D59BA079-2D81-42B2-9E2D-198C5F90099E}" dt="2026-04-29T14:41:05.450" v="44"/>
          <ac:cxnSpMkLst>
            <pc:docMk/>
            <pc:sldMk cId="3463339464" sldId="318"/>
            <ac:cxnSpMk id="63" creationId="{023AB4D1-06EE-3BE9-021F-711AEB51150A}"/>
          </ac:cxnSpMkLst>
        </pc:cxnChg>
        <pc:cxnChg chg="mod">
          <ac:chgData name="Tiago Janela" userId="ee1a79fe-c79c-4f34-9602-7f6f2f0482b3" providerId="ADAL" clId="{D59BA079-2D81-42B2-9E2D-198C5F90099E}" dt="2026-04-29T14:41:35.971" v="129"/>
          <ac:cxnSpMkLst>
            <pc:docMk/>
            <pc:sldMk cId="3463339464" sldId="318"/>
            <ac:cxnSpMk id="143" creationId="{654790C0-C0D3-2DDF-798E-09EA80122BAE}"/>
          </ac:cxnSpMkLst>
        </pc:cxnChg>
        <pc:cxnChg chg="mod">
          <ac:chgData name="Tiago Janela" userId="ee1a79fe-c79c-4f34-9602-7f6f2f0482b3" providerId="ADAL" clId="{D59BA079-2D81-42B2-9E2D-198C5F90099E}" dt="2026-04-29T14:41:35.971" v="129"/>
          <ac:cxnSpMkLst>
            <pc:docMk/>
            <pc:sldMk cId="3463339464" sldId="318"/>
            <ac:cxnSpMk id="145" creationId="{05D2589C-68B7-FD26-BF17-001ABF5A487D}"/>
          </ac:cxnSpMkLst>
        </pc:cxnChg>
        <pc:cxnChg chg="mod">
          <ac:chgData name="Tiago Janela" userId="ee1a79fe-c79c-4f34-9602-7f6f2f0482b3" providerId="ADAL" clId="{D59BA079-2D81-42B2-9E2D-198C5F90099E}" dt="2026-04-29T14:43:18.457" v="144"/>
          <ac:cxnSpMkLst>
            <pc:docMk/>
            <pc:sldMk cId="3463339464" sldId="318"/>
            <ac:cxnSpMk id="161" creationId="{718FF3FF-38E3-8534-3375-DE97E2E87C02}"/>
          </ac:cxnSpMkLst>
        </pc:cxnChg>
        <pc:cxnChg chg="mod">
          <ac:chgData name="Tiago Janela" userId="ee1a79fe-c79c-4f34-9602-7f6f2f0482b3" providerId="ADAL" clId="{D59BA079-2D81-42B2-9E2D-198C5F90099E}" dt="2026-04-29T14:43:18.457" v="144"/>
          <ac:cxnSpMkLst>
            <pc:docMk/>
            <pc:sldMk cId="3463339464" sldId="318"/>
            <ac:cxnSpMk id="164" creationId="{55BB8492-C6E7-A17E-F1E3-D4F852B87E2E}"/>
          </ac:cxnSpMkLst>
        </pc:cxnChg>
      </pc:sldChg>
      <pc:sldChg chg="modSp add mod">
        <pc:chgData name="Tiago Janela" userId="ee1a79fe-c79c-4f34-9602-7f6f2f0482b3" providerId="ADAL" clId="{D59BA079-2D81-42B2-9E2D-198C5F90099E}" dt="2026-05-04T08:58:42.332" v="182" actId="1076"/>
        <pc:sldMkLst>
          <pc:docMk/>
          <pc:sldMk cId="2762316217" sldId="319"/>
        </pc:sldMkLst>
        <pc:spChg chg="mod">
          <ac:chgData name="Tiago Janela" userId="ee1a79fe-c79c-4f34-9602-7f6f2f0482b3" providerId="ADAL" clId="{D59BA079-2D81-42B2-9E2D-198C5F90099E}" dt="2026-05-04T08:58:37.333" v="181" actId="14100"/>
          <ac:spMkLst>
            <pc:docMk/>
            <pc:sldMk cId="2762316217" sldId="319"/>
            <ac:spMk id="2" creationId="{FE3717CC-511B-C320-EE65-AEB70D6AF7E1}"/>
          </ac:spMkLst>
        </pc:spChg>
        <pc:picChg chg="mod">
          <ac:chgData name="Tiago Janela" userId="ee1a79fe-c79c-4f34-9602-7f6f2f0482b3" providerId="ADAL" clId="{D59BA079-2D81-42B2-9E2D-198C5F90099E}" dt="2026-05-04T08:58:42.332" v="182" actId="1076"/>
          <ac:picMkLst>
            <pc:docMk/>
            <pc:sldMk cId="2762316217" sldId="319"/>
            <ac:picMk id="5" creationId="{5D579DF9-477D-8242-B734-6B7D32EB2F05}"/>
          </ac:picMkLst>
        </pc:picChg>
      </pc:sldChg>
      <pc:sldChg chg="modSp mod">
        <pc:chgData name="Tiago Janela" userId="ee1a79fe-c79c-4f34-9602-7f6f2f0482b3" providerId="ADAL" clId="{D59BA079-2D81-42B2-9E2D-198C5F90099E}" dt="2026-05-04T09:23:25.921" v="515" actId="20577"/>
        <pc:sldMkLst>
          <pc:docMk/>
          <pc:sldMk cId="1364698237" sldId="324"/>
        </pc:sldMkLst>
        <pc:spChg chg="mod">
          <ac:chgData name="Tiago Janela" userId="ee1a79fe-c79c-4f34-9602-7f6f2f0482b3" providerId="ADAL" clId="{D59BA079-2D81-42B2-9E2D-198C5F90099E}" dt="2026-05-04T09:23:25.921" v="515" actId="20577"/>
          <ac:spMkLst>
            <pc:docMk/>
            <pc:sldMk cId="1364698237" sldId="324"/>
            <ac:spMk id="2" creationId="{9FA20452-FA65-AFDC-8768-AEF2985C28BC}"/>
          </ac:spMkLst>
        </pc:spChg>
      </pc:sldChg>
      <pc:sldChg chg="mod ord modShow">
        <pc:chgData name="Tiago Janela" userId="ee1a79fe-c79c-4f34-9602-7f6f2f0482b3" providerId="ADAL" clId="{D59BA079-2D81-42B2-9E2D-198C5F90099E}" dt="2026-05-04T09:13:03.110" v="475"/>
        <pc:sldMkLst>
          <pc:docMk/>
          <pc:sldMk cId="1124214697" sldId="325"/>
        </pc:sldMkLst>
      </pc:sldChg>
      <pc:sldChg chg="modSp mod">
        <pc:chgData name="Tiago Janela" userId="ee1a79fe-c79c-4f34-9602-7f6f2f0482b3" providerId="ADAL" clId="{D59BA079-2D81-42B2-9E2D-198C5F90099E}" dt="2026-05-04T09:17:13.203" v="514" actId="113"/>
        <pc:sldMkLst>
          <pc:docMk/>
          <pc:sldMk cId="3755464060" sldId="326"/>
        </pc:sldMkLst>
        <pc:spChg chg="mod">
          <ac:chgData name="Tiago Janela" userId="ee1a79fe-c79c-4f34-9602-7f6f2f0482b3" providerId="ADAL" clId="{D59BA079-2D81-42B2-9E2D-198C5F90099E}" dt="2026-05-04T09:17:13.203" v="514" actId="113"/>
          <ac:spMkLst>
            <pc:docMk/>
            <pc:sldMk cId="3755464060" sldId="326"/>
            <ac:spMk id="51" creationId="{DF18DC75-5559-4AE8-827D-B973B6EC4160}"/>
          </ac:spMkLst>
        </pc:spChg>
        <pc:spChg chg="mod">
          <ac:chgData name="Tiago Janela" userId="ee1a79fe-c79c-4f34-9602-7f6f2f0482b3" providerId="ADAL" clId="{D59BA079-2D81-42B2-9E2D-198C5F90099E}" dt="2026-05-04T09:16:52.960" v="513" actId="1038"/>
          <ac:spMkLst>
            <pc:docMk/>
            <pc:sldMk cId="3755464060" sldId="326"/>
            <ac:spMk id="52" creationId="{F922DABE-82AE-48AF-85C5-9440C52C0694}"/>
          </ac:spMkLst>
        </pc:spChg>
      </pc:sldChg>
      <pc:sldChg chg="modSp mod">
        <pc:chgData name="Tiago Janela" userId="ee1a79fe-c79c-4f34-9602-7f6f2f0482b3" providerId="ADAL" clId="{D59BA079-2D81-42B2-9E2D-198C5F90099E}" dt="2026-05-04T09:13:30.516" v="477" actId="2062"/>
        <pc:sldMkLst>
          <pc:docMk/>
          <pc:sldMk cId="3779158166" sldId="328"/>
        </pc:sldMkLst>
        <pc:graphicFrameChg chg="modGraphic">
          <ac:chgData name="Tiago Janela" userId="ee1a79fe-c79c-4f34-9602-7f6f2f0482b3" providerId="ADAL" clId="{D59BA079-2D81-42B2-9E2D-198C5F90099E}" dt="2026-05-04T09:13:30.516" v="477" actId="2062"/>
          <ac:graphicFrameMkLst>
            <pc:docMk/>
            <pc:sldMk cId="3779158166" sldId="328"/>
            <ac:graphicFrameMk id="6" creationId="{345F29B8-8023-4EF0-AFA3-5E9CFB608765}"/>
          </ac:graphicFrameMkLst>
        </pc:graphicFrameChg>
      </pc:sldChg>
      <pc:sldChg chg="modSp add mod">
        <pc:chgData name="Tiago Janela" userId="ee1a79fe-c79c-4f34-9602-7f6f2f0482b3" providerId="ADAL" clId="{D59BA079-2D81-42B2-9E2D-198C5F90099E}" dt="2026-05-04T08:58:20.817" v="179" actId="12"/>
        <pc:sldMkLst>
          <pc:docMk/>
          <pc:sldMk cId="3444204440" sldId="336"/>
        </pc:sldMkLst>
        <pc:spChg chg="mod">
          <ac:chgData name="Tiago Janela" userId="ee1a79fe-c79c-4f34-9602-7f6f2f0482b3" providerId="ADAL" clId="{D59BA079-2D81-42B2-9E2D-198C5F90099E}" dt="2026-05-04T08:58:20.817" v="179" actId="12"/>
          <ac:spMkLst>
            <pc:docMk/>
            <pc:sldMk cId="3444204440" sldId="336"/>
            <ac:spMk id="6" creationId="{D7B2428B-EA79-8914-0F18-377276EFBD21}"/>
          </ac:spMkLst>
        </pc:spChg>
        <pc:picChg chg="mod">
          <ac:chgData name="Tiago Janela" userId="ee1a79fe-c79c-4f34-9602-7f6f2f0482b3" providerId="ADAL" clId="{D59BA079-2D81-42B2-9E2D-198C5F90099E}" dt="2026-05-04T08:58:09.933" v="178" actId="1076"/>
          <ac:picMkLst>
            <pc:docMk/>
            <pc:sldMk cId="3444204440" sldId="336"/>
            <ac:picMk id="5" creationId="{5D579DF9-477D-8242-B734-6B7D32EB2F05}"/>
          </ac:picMkLst>
        </pc:picChg>
      </pc:sldChg>
      <pc:sldChg chg="delSp modSp add mod">
        <pc:chgData name="Tiago Janela" userId="ee1a79fe-c79c-4f34-9602-7f6f2f0482b3" providerId="ADAL" clId="{D59BA079-2D81-42B2-9E2D-198C5F90099E}" dt="2026-05-04T09:08:17.788" v="326" actId="20577"/>
        <pc:sldMkLst>
          <pc:docMk/>
          <pc:sldMk cId="4055496896" sldId="337"/>
        </pc:sldMkLst>
        <pc:spChg chg="mod">
          <ac:chgData name="Tiago Janela" userId="ee1a79fe-c79c-4f34-9602-7f6f2f0482b3" providerId="ADAL" clId="{D59BA079-2D81-42B2-9E2D-198C5F90099E}" dt="2026-05-04T09:08:17.788" v="326" actId="20577"/>
          <ac:spMkLst>
            <pc:docMk/>
            <pc:sldMk cId="4055496896" sldId="337"/>
            <ac:spMk id="2" creationId="{870990D0-7AC5-46BA-6FC4-274F8E0A3ABE}"/>
          </ac:spMkLst>
        </pc:spChg>
        <pc:spChg chg="del">
          <ac:chgData name="Tiago Janela" userId="ee1a79fe-c79c-4f34-9602-7f6f2f0482b3" providerId="ADAL" clId="{D59BA079-2D81-42B2-9E2D-198C5F90099E}" dt="2026-05-04T09:06:17.038" v="234" actId="478"/>
          <ac:spMkLst>
            <pc:docMk/>
            <pc:sldMk cId="4055496896" sldId="337"/>
            <ac:spMk id="8" creationId="{A220120A-93C6-EC45-A145-4081B130C30E}"/>
          </ac:spMkLst>
        </pc:spChg>
        <pc:spChg chg="mod">
          <ac:chgData name="Tiago Janela" userId="ee1a79fe-c79c-4f34-9602-7f6f2f0482b3" providerId="ADAL" clId="{D59BA079-2D81-42B2-9E2D-198C5F90099E}" dt="2026-05-04T09:07:40.084" v="275" actId="20577"/>
          <ac:spMkLst>
            <pc:docMk/>
            <pc:sldMk cId="4055496896" sldId="337"/>
            <ac:spMk id="163" creationId="{57944F4B-F502-E7CC-8790-8737702BC6AC}"/>
          </ac:spMkLst>
        </pc:spChg>
        <pc:picChg chg="del">
          <ac:chgData name="Tiago Janela" userId="ee1a79fe-c79c-4f34-9602-7f6f2f0482b3" providerId="ADAL" clId="{D59BA079-2D81-42B2-9E2D-198C5F90099E}" dt="2026-05-04T09:06:19.196" v="237" actId="478"/>
          <ac:picMkLst>
            <pc:docMk/>
            <pc:sldMk cId="4055496896" sldId="337"/>
            <ac:picMk id="9" creationId="{EDEA14B7-C0BC-9848-C63F-327BCC90C2A2}"/>
          </ac:picMkLst>
        </pc:picChg>
        <pc:picChg chg="del">
          <ac:chgData name="Tiago Janela" userId="ee1a79fe-c79c-4f34-9602-7f6f2f0482b3" providerId="ADAL" clId="{D59BA079-2D81-42B2-9E2D-198C5F90099E}" dt="2026-05-04T09:06:18.644" v="236" actId="478"/>
          <ac:picMkLst>
            <pc:docMk/>
            <pc:sldMk cId="4055496896" sldId="337"/>
            <ac:picMk id="10" creationId="{AEC186C5-E5F9-A5FB-266D-877A0F3143EA}"/>
          </ac:picMkLst>
        </pc:picChg>
        <pc:cxnChg chg="del mod">
          <ac:chgData name="Tiago Janela" userId="ee1a79fe-c79c-4f34-9602-7f6f2f0482b3" providerId="ADAL" clId="{D59BA079-2D81-42B2-9E2D-198C5F90099E}" dt="2026-05-04T09:06:17.841" v="235" actId="478"/>
          <ac:cxnSpMkLst>
            <pc:docMk/>
            <pc:sldMk cId="4055496896" sldId="337"/>
            <ac:cxnSpMk id="11" creationId="{800D65FB-8069-2F90-2859-B2A57A9BB2C4}"/>
          </ac:cxnSpMkLst>
        </pc:cxnChg>
      </pc:sldChg>
    </pc:docChg>
  </pc:docChgLst>
  <pc:docChgLst>
    <pc:chgData name="Tiago Janela" userId="ee1a79fe-c79c-4f34-9602-7f6f2f0482b3" providerId="ADAL" clId="{A1A622BE-A8AD-47B7-8802-BAC61BCE5126}"/>
    <pc:docChg chg="undo custSel modSld">
      <pc:chgData name="Tiago Janela" userId="ee1a79fe-c79c-4f34-9602-7f6f2f0482b3" providerId="ADAL" clId="{A1A622BE-A8AD-47B7-8802-BAC61BCE5126}" dt="2026-04-02T12:40:40.607" v="50" actId="478"/>
      <pc:docMkLst>
        <pc:docMk/>
      </pc:docMkLst>
      <pc:sldChg chg="addSp delSp modSp mod">
        <pc:chgData name="Tiago Janela" userId="ee1a79fe-c79c-4f34-9602-7f6f2f0482b3" providerId="ADAL" clId="{A1A622BE-A8AD-47B7-8802-BAC61BCE5126}" dt="2026-04-02T12:40:40.607" v="50" actId="478"/>
        <pc:sldMkLst>
          <pc:docMk/>
          <pc:sldMk cId="1707478755" sldId="299"/>
        </pc:sldMkLst>
        <pc:graphicFrameChg chg="add del modGraphic">
          <ac:chgData name="Tiago Janela" userId="ee1a79fe-c79c-4f34-9602-7f6f2f0482b3" providerId="ADAL" clId="{A1A622BE-A8AD-47B7-8802-BAC61BCE5126}" dt="2026-04-02T12:40:40.607" v="50" actId="478"/>
          <ac:graphicFrameMkLst>
            <pc:docMk/>
            <pc:sldMk cId="1707478755" sldId="299"/>
            <ac:graphicFrameMk id="4" creationId="{689F2044-8E26-DCF5-DE2D-9AD979C8C1EE}"/>
          </ac:graphicFrameMkLst>
        </pc:graphicFrameChg>
      </pc:sldChg>
    </pc:docChg>
  </pc:docChgLst>
  <pc:docChgLst>
    <pc:chgData name="Tiago Janela" userId="ee1a79fe-c79c-4f34-9602-7f6f2f0482b3" providerId="ADAL" clId="{67D2C233-DF3C-4C6D-9040-D7553E3BCB8A}"/>
    <pc:docChg chg="delSld modSld">
      <pc:chgData name="Tiago Janela" userId="ee1a79fe-c79c-4f34-9602-7f6f2f0482b3" providerId="ADAL" clId="{67D2C233-DF3C-4C6D-9040-D7553E3BCB8A}" dt="2026-03-16T14:03:02.466" v="54" actId="20577"/>
      <pc:docMkLst>
        <pc:docMk/>
      </pc:docMkLst>
      <pc:sldChg chg="modSp mod">
        <pc:chgData name="Tiago Janela" userId="ee1a79fe-c79c-4f34-9602-7f6f2f0482b3" providerId="ADAL" clId="{67D2C233-DF3C-4C6D-9040-D7553E3BCB8A}" dt="2026-03-16T14:03:02.466" v="54" actId="20577"/>
        <pc:sldMkLst>
          <pc:docMk/>
          <pc:sldMk cId="829672710" sldId="297"/>
        </pc:sldMkLst>
        <pc:spChg chg="mod">
          <ac:chgData name="Tiago Janela" userId="ee1a79fe-c79c-4f34-9602-7f6f2f0482b3" providerId="ADAL" clId="{67D2C233-DF3C-4C6D-9040-D7553E3BCB8A}" dt="2026-03-16T14:03:02.466" v="54" actId="20577"/>
          <ac:spMkLst>
            <pc:docMk/>
            <pc:sldMk cId="829672710" sldId="297"/>
            <ac:spMk id="156" creationId="{00000000-0000-0000-0000-000000000000}"/>
          </ac:spMkLst>
        </pc:spChg>
      </pc:sldChg>
      <pc:sldChg chg="modSp mod">
        <pc:chgData name="Tiago Janela" userId="ee1a79fe-c79c-4f34-9602-7f6f2f0482b3" providerId="ADAL" clId="{67D2C233-DF3C-4C6D-9040-D7553E3BCB8A}" dt="2026-03-16T14:02:34.148" v="0" actId="20577"/>
        <pc:sldMkLst>
          <pc:docMk/>
          <pc:sldMk cId="721732568" sldId="298"/>
        </pc:sldMkLst>
        <pc:spChg chg="mod">
          <ac:chgData name="Tiago Janela" userId="ee1a79fe-c79c-4f34-9602-7f6f2f0482b3" providerId="ADAL" clId="{67D2C233-DF3C-4C6D-9040-D7553E3BCB8A}" dt="2026-03-16T14:02:34.148" v="0" actId="20577"/>
          <ac:spMkLst>
            <pc:docMk/>
            <pc:sldMk cId="721732568" sldId="298"/>
            <ac:spMk id="2" creationId="{870990D0-7AC5-46BA-6FC4-274F8E0A3ABE}"/>
          </ac:spMkLst>
        </pc:spChg>
      </pc:sldChg>
    </pc:docChg>
  </pc:docChgLst>
  <pc:docChgLst>
    <pc:chgData name="Tiago Janela" userId="ee1a79fe-c79c-4f34-9602-7f6f2f0482b3" providerId="ADAL" clId="{97693404-9C1B-400A-95DF-A7B72570E7A0}"/>
    <pc:docChg chg="undo custSel addSld delSld modSld sldOrd">
      <pc:chgData name="Tiago Janela" userId="ee1a79fe-c79c-4f34-9602-7f6f2f0482b3" providerId="ADAL" clId="{97693404-9C1B-400A-95DF-A7B72570E7A0}" dt="2026-03-09T10:33:25.226" v="5259" actId="20577"/>
      <pc:docMkLst>
        <pc:docMk/>
      </pc:docMkLst>
      <pc:sldChg chg="modSp mod">
        <pc:chgData name="Tiago Janela" userId="ee1a79fe-c79c-4f34-9602-7f6f2f0482b3" providerId="ADAL" clId="{97693404-9C1B-400A-95DF-A7B72570E7A0}" dt="2026-03-09T10:32:29.235" v="5249" actId="20577"/>
        <pc:sldMkLst>
          <pc:docMk/>
          <pc:sldMk cId="721732568" sldId="298"/>
        </pc:sldMkLst>
        <pc:spChg chg="mod">
          <ac:chgData name="Tiago Janela" userId="ee1a79fe-c79c-4f34-9602-7f6f2f0482b3" providerId="ADAL" clId="{97693404-9C1B-400A-95DF-A7B72570E7A0}" dt="2026-03-09T10:32:29.235" v="5249" actId="20577"/>
          <ac:spMkLst>
            <pc:docMk/>
            <pc:sldMk cId="721732568" sldId="298"/>
            <ac:spMk id="2" creationId="{870990D0-7AC5-46BA-6FC4-274F8E0A3AB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3EC3DE1-3765-45C5-94E7-BC41A6E38B2C}" type="datetimeFigureOut">
              <a:rPr lang="en-US" smtClean="0"/>
              <a:t>5/4/2026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90EBC085-3709-4EED-9401-54C6FC7AFFB6}" type="slidenum">
              <a:rPr lang="en-US" smtClean="0"/>
              <a:t>‹#›</a:t>
            </a:fld>
            <a:endParaRPr lang="en-US"/>
          </a:p>
        </p:txBody>
      </p:sp>
    </p:spTree>
    <p:extLst>
      <p:ext uri="{BB962C8B-B14F-4D97-AF65-F5344CB8AC3E}">
        <p14:creationId xmlns:p14="http://schemas.microsoft.com/office/powerpoint/2010/main" val="1265496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7</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8</a:t>
            </a:fld>
            <a:endParaRPr lang="en-US"/>
          </a:p>
        </p:txBody>
      </p:sp>
    </p:spTree>
    <p:extLst>
      <p:ext uri="{BB962C8B-B14F-4D97-AF65-F5344CB8AC3E}">
        <p14:creationId xmlns:p14="http://schemas.microsoft.com/office/powerpoint/2010/main" val="42660992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10</a:t>
            </a:fld>
            <a:endParaRPr lang="en-US"/>
          </a:p>
        </p:txBody>
      </p:sp>
    </p:spTree>
    <p:extLst>
      <p:ext uri="{BB962C8B-B14F-4D97-AF65-F5344CB8AC3E}">
        <p14:creationId xmlns:p14="http://schemas.microsoft.com/office/powerpoint/2010/main" val="1621614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11</a:t>
            </a:fld>
            <a:endParaRPr lang="en-US"/>
          </a:p>
        </p:txBody>
      </p:sp>
    </p:spTree>
    <p:extLst>
      <p:ext uri="{BB962C8B-B14F-4D97-AF65-F5344CB8AC3E}">
        <p14:creationId xmlns:p14="http://schemas.microsoft.com/office/powerpoint/2010/main" val="189603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13</a:t>
            </a:fld>
            <a:endParaRPr lang="en-US"/>
          </a:p>
        </p:txBody>
      </p:sp>
    </p:spTree>
    <p:extLst>
      <p:ext uri="{BB962C8B-B14F-4D97-AF65-F5344CB8AC3E}">
        <p14:creationId xmlns:p14="http://schemas.microsoft.com/office/powerpoint/2010/main" val="4656273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14</a:t>
            </a:fld>
            <a:endParaRPr lang="en-US"/>
          </a:p>
        </p:txBody>
      </p:sp>
    </p:spTree>
    <p:extLst>
      <p:ext uri="{BB962C8B-B14F-4D97-AF65-F5344CB8AC3E}">
        <p14:creationId xmlns:p14="http://schemas.microsoft.com/office/powerpoint/2010/main" val="2271441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15</a:t>
            </a:fld>
            <a:endParaRPr lang="en-US"/>
          </a:p>
        </p:txBody>
      </p:sp>
    </p:spTree>
    <p:extLst>
      <p:ext uri="{BB962C8B-B14F-4D97-AF65-F5344CB8AC3E}">
        <p14:creationId xmlns:p14="http://schemas.microsoft.com/office/powerpoint/2010/main" val="1270597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17</a:t>
            </a:fld>
            <a:endParaRPr lang="en-US"/>
          </a:p>
        </p:txBody>
      </p:sp>
    </p:spTree>
    <p:extLst>
      <p:ext uri="{BB962C8B-B14F-4D97-AF65-F5344CB8AC3E}">
        <p14:creationId xmlns:p14="http://schemas.microsoft.com/office/powerpoint/2010/main" val="1478445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18</a:t>
            </a:fld>
            <a:endParaRPr lang="en-US"/>
          </a:p>
        </p:txBody>
      </p:sp>
    </p:spTree>
    <p:extLst>
      <p:ext uri="{BB962C8B-B14F-4D97-AF65-F5344CB8AC3E}">
        <p14:creationId xmlns:p14="http://schemas.microsoft.com/office/powerpoint/2010/main" val="2442194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19</a:t>
            </a:fld>
            <a:endParaRPr lang="en-US"/>
          </a:p>
        </p:txBody>
      </p:sp>
    </p:spTree>
    <p:extLst>
      <p:ext uri="{BB962C8B-B14F-4D97-AF65-F5344CB8AC3E}">
        <p14:creationId xmlns:p14="http://schemas.microsoft.com/office/powerpoint/2010/main" val="452253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20</a:t>
            </a:fld>
            <a:endParaRPr lang="en-US"/>
          </a:p>
        </p:txBody>
      </p:sp>
    </p:spTree>
    <p:extLst>
      <p:ext uri="{BB962C8B-B14F-4D97-AF65-F5344CB8AC3E}">
        <p14:creationId xmlns:p14="http://schemas.microsoft.com/office/powerpoint/2010/main" val="23397772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25</a:t>
            </a:fld>
            <a:endParaRPr lang="en-US"/>
          </a:p>
        </p:txBody>
      </p:sp>
    </p:spTree>
    <p:extLst>
      <p:ext uri="{BB962C8B-B14F-4D97-AF65-F5344CB8AC3E}">
        <p14:creationId xmlns:p14="http://schemas.microsoft.com/office/powerpoint/2010/main" val="36226326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26</a:t>
            </a:fld>
            <a:endParaRPr lang="en-US"/>
          </a:p>
        </p:txBody>
      </p:sp>
    </p:spTree>
    <p:extLst>
      <p:ext uri="{BB962C8B-B14F-4D97-AF65-F5344CB8AC3E}">
        <p14:creationId xmlns:p14="http://schemas.microsoft.com/office/powerpoint/2010/main" val="22038193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EBC085-3709-4EED-9401-54C6FC7AFFB6}" type="slidenum">
              <a:rPr lang="en-US" smtClean="0"/>
              <a:t>27</a:t>
            </a:fld>
            <a:endParaRPr lang="en-US"/>
          </a:p>
        </p:txBody>
      </p:sp>
    </p:spTree>
    <p:extLst>
      <p:ext uri="{BB962C8B-B14F-4D97-AF65-F5344CB8AC3E}">
        <p14:creationId xmlns:p14="http://schemas.microsoft.com/office/powerpoint/2010/main" val="27748899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6"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7"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8"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59"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1"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2"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4"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66"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7"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68"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0"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1"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2"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4"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6"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78"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79"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8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1"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2"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3"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4"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5"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86"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7"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8"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89"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0"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91"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120"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1" name="PlaceHolder 2"/>
          <p:cNvSpPr>
            <a:spLocks noGrp="1"/>
          </p:cNvSpPr>
          <p:nvPr>
            <p:ph type="subTitle"/>
          </p:nvPr>
        </p:nvSpPr>
        <p:spPr>
          <a:xfrm>
            <a:off x="382680" y="1371600"/>
            <a:ext cx="8380080" cy="464796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3" name="PlaceHolder 2"/>
          <p:cNvSpPr>
            <a:spLocks noGrp="1"/>
          </p:cNvSpPr>
          <p:nvPr>
            <p:ph/>
          </p:nvPr>
        </p:nvSpPr>
        <p:spPr>
          <a:xfrm>
            <a:off x="382680" y="1371600"/>
            <a:ext cx="838008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25"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26"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28" name="PlaceHolder 1"/>
          <p:cNvSpPr>
            <a:spLocks noGrp="1"/>
          </p:cNvSpPr>
          <p:nvPr>
            <p:ph type="subTitle"/>
          </p:nvPr>
        </p:nvSpPr>
        <p:spPr>
          <a:xfrm>
            <a:off x="380880" y="228600"/>
            <a:ext cx="8380080" cy="3884400"/>
          </a:xfrm>
          <a:prstGeom prst="rect">
            <a:avLst/>
          </a:prstGeom>
          <a:noFill/>
          <a:ln w="0">
            <a:noFill/>
          </a:ln>
        </p:spPr>
        <p:txBody>
          <a:bodyPr lIns="0" tIns="0" rIns="0" bIns="0" anchor="ctr">
            <a:noAutofit/>
          </a:bodyPr>
          <a:lstStyle/>
          <a:p>
            <a:pPr algn="ctr">
              <a:buNone/>
            </a:pPr>
            <a:endParaRPr lang="en-GB"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2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0"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1" name="PlaceHolder 3"/>
          <p:cNvSpPr>
            <a:spLocks noGrp="1"/>
          </p:cNvSpPr>
          <p:nvPr>
            <p:ph/>
          </p:nvPr>
        </p:nvSpPr>
        <p:spPr>
          <a:xfrm>
            <a:off x="467676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2"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33"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4" name="PlaceHolder 2"/>
          <p:cNvSpPr>
            <a:spLocks noGrp="1"/>
          </p:cNvSpPr>
          <p:nvPr>
            <p:ph/>
          </p:nvPr>
        </p:nvSpPr>
        <p:spPr>
          <a:xfrm>
            <a:off x="382680" y="1371600"/>
            <a:ext cx="4089240" cy="464796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5"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6" name="PlaceHolder 4"/>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38"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39"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0" name="PlaceHolder 4"/>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2" name="PlaceHolder 2"/>
          <p:cNvSpPr>
            <a:spLocks noGrp="1"/>
          </p:cNvSpPr>
          <p:nvPr>
            <p:ph/>
          </p:nvPr>
        </p:nvSpPr>
        <p:spPr>
          <a:xfrm>
            <a:off x="382680" y="137160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3" name="PlaceHolder 3"/>
          <p:cNvSpPr>
            <a:spLocks noGrp="1"/>
          </p:cNvSpPr>
          <p:nvPr>
            <p:ph/>
          </p:nvPr>
        </p:nvSpPr>
        <p:spPr>
          <a:xfrm>
            <a:off x="382680" y="3799440"/>
            <a:ext cx="838008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44"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45" name="PlaceHolder 2"/>
          <p:cNvSpPr>
            <a:spLocks noGrp="1"/>
          </p:cNvSpPr>
          <p:nvPr>
            <p:ph/>
          </p:nvPr>
        </p:nvSpPr>
        <p:spPr>
          <a:xfrm>
            <a:off x="38268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6" name="PlaceHolder 3"/>
          <p:cNvSpPr>
            <a:spLocks noGrp="1"/>
          </p:cNvSpPr>
          <p:nvPr>
            <p:ph/>
          </p:nvPr>
        </p:nvSpPr>
        <p:spPr>
          <a:xfrm>
            <a:off x="4676760" y="137160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7" name="PlaceHolder 4"/>
          <p:cNvSpPr>
            <a:spLocks noGrp="1"/>
          </p:cNvSpPr>
          <p:nvPr>
            <p:ph/>
          </p:nvPr>
        </p:nvSpPr>
        <p:spPr>
          <a:xfrm>
            <a:off x="38268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48" name="PlaceHolder 5"/>
          <p:cNvSpPr>
            <a:spLocks noGrp="1"/>
          </p:cNvSpPr>
          <p:nvPr>
            <p:ph/>
          </p:nvPr>
        </p:nvSpPr>
        <p:spPr>
          <a:xfrm>
            <a:off x="4676760" y="3799440"/>
            <a:ext cx="408924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380880" y="228600"/>
            <a:ext cx="8380080" cy="837720"/>
          </a:xfrm>
          <a:prstGeom prst="rect">
            <a:avLst/>
          </a:prstGeom>
          <a:noFill/>
          <a:ln w="0">
            <a:noFill/>
          </a:ln>
        </p:spPr>
        <p:txBody>
          <a:bodyPr lIns="0" tIns="0" rIns="0" bIns="0" anchor="ctr">
            <a:noAutofit/>
          </a:bodyPr>
          <a:lstStyle/>
          <a:p>
            <a:endParaRPr lang="en-US" sz="1800" b="0" strike="noStrike" spc="-1">
              <a:solidFill>
                <a:srgbClr val="000000"/>
              </a:solidFill>
              <a:latin typeface="Century Gothic"/>
            </a:endParaRPr>
          </a:p>
        </p:txBody>
      </p:sp>
      <p:sp>
        <p:nvSpPr>
          <p:cNvPr id="150" name="PlaceHolder 2"/>
          <p:cNvSpPr>
            <a:spLocks noGrp="1"/>
          </p:cNvSpPr>
          <p:nvPr>
            <p:ph/>
          </p:nvPr>
        </p:nvSpPr>
        <p:spPr>
          <a:xfrm>
            <a:off x="38268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1" name="PlaceHolder 3"/>
          <p:cNvSpPr>
            <a:spLocks noGrp="1"/>
          </p:cNvSpPr>
          <p:nvPr>
            <p:ph/>
          </p:nvPr>
        </p:nvSpPr>
        <p:spPr>
          <a:xfrm>
            <a:off x="321624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2" name="PlaceHolder 4"/>
          <p:cNvSpPr>
            <a:spLocks noGrp="1"/>
          </p:cNvSpPr>
          <p:nvPr>
            <p:ph/>
          </p:nvPr>
        </p:nvSpPr>
        <p:spPr>
          <a:xfrm>
            <a:off x="6049800" y="137160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3" name="PlaceHolder 5"/>
          <p:cNvSpPr>
            <a:spLocks noGrp="1"/>
          </p:cNvSpPr>
          <p:nvPr>
            <p:ph/>
          </p:nvPr>
        </p:nvSpPr>
        <p:spPr>
          <a:xfrm>
            <a:off x="38268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4" name="PlaceHolder 6"/>
          <p:cNvSpPr>
            <a:spLocks noGrp="1"/>
          </p:cNvSpPr>
          <p:nvPr>
            <p:ph/>
          </p:nvPr>
        </p:nvSpPr>
        <p:spPr>
          <a:xfrm>
            <a:off x="321624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
        <p:nvSpPr>
          <p:cNvPr id="155" name="PlaceHolder 7"/>
          <p:cNvSpPr>
            <a:spLocks noGrp="1"/>
          </p:cNvSpPr>
          <p:nvPr>
            <p:ph/>
          </p:nvPr>
        </p:nvSpPr>
        <p:spPr>
          <a:xfrm>
            <a:off x="6049800" y="3799440"/>
            <a:ext cx="2698200" cy="2216880"/>
          </a:xfrm>
          <a:prstGeom prst="rect">
            <a:avLst/>
          </a:prstGeom>
          <a:noFill/>
          <a:ln w="0">
            <a:noFill/>
          </a:ln>
        </p:spPr>
        <p:txBody>
          <a:bodyPr lIns="0" tIns="0" rIns="0" bIns="0" anchor="t">
            <a:normAutofit/>
          </a:bodyPr>
          <a:lstStyle/>
          <a:p>
            <a:endParaRPr lang="en-US" sz="2800" b="0" strike="noStrike" spc="-1">
              <a:solidFill>
                <a:srgbClr val="000000"/>
              </a:solidFill>
              <a:latin typeface="Century Gothic"/>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1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4.jpeg"/><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19" Type="http://schemas.openxmlformats.org/officeDocument/2006/relationships/image" Target="../media/image6.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6" Type="http://schemas.openxmlformats.org/officeDocument/2006/relationships/image" Target="../media/image3.png"/><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image" Target="../media/image2.jpeg"/><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6" name="Picture 4" descr="bit-lsi-logo-final"/>
          <p:cNvPicPr/>
          <p:nvPr/>
        </p:nvPicPr>
        <p:blipFill>
          <a:blip r:embed="rId14"/>
          <a:stretch/>
        </p:blipFill>
        <p:spPr>
          <a:xfrm>
            <a:off x="303840" y="6204960"/>
            <a:ext cx="850320" cy="606600"/>
          </a:xfrm>
          <a:prstGeom prst="rect">
            <a:avLst/>
          </a:prstGeom>
          <a:ln w="0">
            <a:noFill/>
          </a:ln>
        </p:spPr>
      </p:pic>
      <p:pic>
        <p:nvPicPr>
          <p:cNvPr id="57" name="Picture 14"/>
          <p:cNvPicPr/>
          <p:nvPr/>
        </p:nvPicPr>
        <p:blipFill>
          <a:blip r:embed="rId15"/>
          <a:stretch/>
        </p:blipFill>
        <p:spPr>
          <a:xfrm>
            <a:off x="5330880" y="6248520"/>
            <a:ext cx="1327320" cy="452880"/>
          </a:xfrm>
          <a:prstGeom prst="rect">
            <a:avLst/>
          </a:prstGeom>
          <a:ln w="0">
            <a:noFill/>
          </a:ln>
        </p:spPr>
      </p:pic>
      <p:sp>
        <p:nvSpPr>
          <p:cNvPr id="2"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4" name="Gruppieren 69"/>
          <p:cNvGrpSpPr/>
          <p:nvPr/>
        </p:nvGrpSpPr>
        <p:grpSpPr>
          <a:xfrm>
            <a:off x="7525080" y="6248520"/>
            <a:ext cx="1126800" cy="453600"/>
            <a:chOff x="7525080" y="6248520"/>
            <a:chExt cx="1126800" cy="453600"/>
          </a:xfrm>
        </p:grpSpPr>
        <p:sp>
          <p:nvSpPr>
            <p:cNvPr id="5"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6"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7"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8"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2"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3"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4"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5"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6"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7"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8"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9"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0"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1"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2"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23"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24"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pic>
        <p:nvPicPr>
          <p:cNvPr id="25" name="Picture 1"/>
          <p:cNvPicPr/>
          <p:nvPr/>
        </p:nvPicPr>
        <p:blipFill>
          <a:blip r:embed="rId17"/>
          <a:stretch/>
        </p:blipFill>
        <p:spPr>
          <a:xfrm>
            <a:off x="6580080" y="329400"/>
            <a:ext cx="1954080" cy="667080"/>
          </a:xfrm>
          <a:prstGeom prst="rect">
            <a:avLst/>
          </a:prstGeom>
          <a:ln w="0">
            <a:noFill/>
          </a:ln>
        </p:spPr>
      </p:pic>
      <p:sp>
        <p:nvSpPr>
          <p:cNvPr id="2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US" sz="3200" b="0" strike="noStrike" spc="-1">
                <a:solidFill>
                  <a:srgbClr val="0064C8"/>
                </a:solidFill>
                <a:latin typeface="Century Gothic"/>
              </a:rPr>
              <a:t>My talk – first line</a:t>
            </a:r>
            <a:br/>
            <a:r>
              <a:rPr lang="en-US" sz="3200" b="0" strike="noStrike" spc="-1">
                <a:solidFill>
                  <a:srgbClr val="0064C8"/>
                </a:solidFill>
                <a:latin typeface="Century Gothic"/>
              </a:rPr>
              <a:t>second line</a:t>
            </a:r>
            <a:endParaRPr lang="en-US" sz="3200" b="0" strike="noStrike" spc="-1">
              <a:solidFill>
                <a:srgbClr val="000000"/>
              </a:solidFill>
              <a:latin typeface="Century Gothic"/>
            </a:endParaRPr>
          </a:p>
        </p:txBody>
      </p:sp>
      <p:pic>
        <p:nvPicPr>
          <p:cNvPr id="27" name="Picture 4" descr="bit-lsi-logo-final"/>
          <p:cNvPicPr/>
          <p:nvPr/>
        </p:nvPicPr>
        <p:blipFill>
          <a:blip r:embed="rId18"/>
          <a:stretch/>
        </p:blipFill>
        <p:spPr>
          <a:xfrm>
            <a:off x="609480" y="317520"/>
            <a:ext cx="1433520" cy="1022760"/>
          </a:xfrm>
          <a:prstGeom prst="rect">
            <a:avLst/>
          </a:prstGeom>
          <a:ln w="0">
            <a:noFill/>
          </a:ln>
        </p:spPr>
      </p:pic>
      <p:sp>
        <p:nvSpPr>
          <p:cNvPr id="28" name="Line 7"/>
          <p:cNvSpPr/>
          <p:nvPr/>
        </p:nvSpPr>
        <p:spPr>
          <a:xfrm>
            <a:off x="687240" y="2060280"/>
            <a:ext cx="777096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29" name="Line 8"/>
          <p:cNvSpPr/>
          <p:nvPr/>
        </p:nvSpPr>
        <p:spPr>
          <a:xfrm>
            <a:off x="687240" y="2060280"/>
            <a:ext cx="360" cy="83520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0" name="Line 9"/>
          <p:cNvSpPr/>
          <p:nvPr/>
        </p:nvSpPr>
        <p:spPr>
          <a:xfrm>
            <a:off x="1829880" y="4190760"/>
            <a:ext cx="662832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31" name="Line 10"/>
          <p:cNvSpPr/>
          <p:nvPr/>
        </p:nvSpPr>
        <p:spPr>
          <a:xfrm>
            <a:off x="687240" y="2060280"/>
            <a:ext cx="777096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2" name="Line 11"/>
          <p:cNvSpPr/>
          <p:nvPr/>
        </p:nvSpPr>
        <p:spPr>
          <a:xfrm>
            <a:off x="687240" y="2060280"/>
            <a:ext cx="360" cy="83520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sp>
        <p:nvSpPr>
          <p:cNvPr id="33" name="Line 12"/>
          <p:cNvSpPr/>
          <p:nvPr/>
        </p:nvSpPr>
        <p:spPr>
          <a:xfrm>
            <a:off x="1829880" y="4190760"/>
            <a:ext cx="662832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pic>
        <p:nvPicPr>
          <p:cNvPr id="54" name="Picture 5" descr="A blue and pink triangle on a black background&#10;&#10;Description automatically generated"/>
          <p:cNvPicPr/>
          <p:nvPr/>
        </p:nvPicPr>
        <p:blipFill>
          <a:blip r:embed="rId19"/>
          <a:stretch/>
        </p:blipFill>
        <p:spPr>
          <a:xfrm>
            <a:off x="2913840" y="76320"/>
            <a:ext cx="2455200" cy="1353960"/>
          </a:xfrm>
          <a:prstGeom prst="rect">
            <a:avLst/>
          </a:prstGeom>
          <a:ln w="0">
            <a:noFill/>
          </a:ln>
        </p:spPr>
      </p:pic>
      <p:sp>
        <p:nvSpPr>
          <p:cNvPr id="55"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entury Gothic"/>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entury Gothic"/>
              </a:rPr>
              <a:t>Second Outline Level</a:t>
            </a:r>
          </a:p>
          <a:p>
            <a:pPr marL="1296000" lvl="2" indent="-288000">
              <a:spcBef>
                <a:spcPts val="850"/>
              </a:spcBef>
              <a:buClr>
                <a:srgbClr val="000000"/>
              </a:buClr>
              <a:buSzPct val="45000"/>
              <a:buFont typeface="Wingdings" charset="2"/>
              <a:buChar char=""/>
            </a:pPr>
            <a:r>
              <a:rPr lang="en-US" sz="1600" b="0" strike="noStrike" spc="-1">
                <a:solidFill>
                  <a:srgbClr val="000000"/>
                </a:solidFill>
                <a:latin typeface="Century Gothic"/>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Century Gothic"/>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entury Gothic"/>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entury Gothic"/>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entury Gothic"/>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2" name="Picture 4" descr="bit-lsi-logo-final"/>
          <p:cNvPicPr/>
          <p:nvPr/>
        </p:nvPicPr>
        <p:blipFill>
          <a:blip r:embed="rId14"/>
          <a:stretch/>
        </p:blipFill>
        <p:spPr>
          <a:xfrm>
            <a:off x="303840" y="6204960"/>
            <a:ext cx="850320" cy="606600"/>
          </a:xfrm>
          <a:prstGeom prst="rect">
            <a:avLst/>
          </a:prstGeom>
          <a:ln w="0">
            <a:noFill/>
          </a:ln>
        </p:spPr>
      </p:pic>
      <p:pic>
        <p:nvPicPr>
          <p:cNvPr id="93" name="Picture 14"/>
          <p:cNvPicPr/>
          <p:nvPr/>
        </p:nvPicPr>
        <p:blipFill>
          <a:blip r:embed="rId15"/>
          <a:stretch/>
        </p:blipFill>
        <p:spPr>
          <a:xfrm>
            <a:off x="5330880" y="6248520"/>
            <a:ext cx="1327320" cy="452880"/>
          </a:xfrm>
          <a:prstGeom prst="rect">
            <a:avLst/>
          </a:prstGeom>
          <a:ln w="0">
            <a:noFill/>
          </a:ln>
        </p:spPr>
      </p:pic>
      <p:sp>
        <p:nvSpPr>
          <p:cNvPr id="94" name="Line 7"/>
          <p:cNvSpPr/>
          <p:nvPr/>
        </p:nvSpPr>
        <p:spPr>
          <a:xfrm>
            <a:off x="306000" y="6172200"/>
            <a:ext cx="8533080" cy="360"/>
          </a:xfrm>
          <a:prstGeom prst="line">
            <a:avLst/>
          </a:prstGeom>
          <a:ln w="19050">
            <a:solidFill>
              <a:srgbClr val="016AC9"/>
            </a:solidFill>
            <a:round/>
          </a:ln>
        </p:spPr>
        <p:style>
          <a:lnRef idx="0">
            <a:scrgbClr r="0" g="0" b="0"/>
          </a:lnRef>
          <a:fillRef idx="0">
            <a:scrgbClr r="0" g="0" b="0"/>
          </a:fillRef>
          <a:effectRef idx="0">
            <a:scrgbClr r="0" g="0" b="0"/>
          </a:effectRef>
          <a:fontRef idx="minor"/>
        </p:style>
        <p:txBody>
          <a:bodyPr/>
          <a:lstStyle/>
          <a:p>
            <a:endParaRPr lang="pt-PT"/>
          </a:p>
        </p:txBody>
      </p:sp>
      <p:sp>
        <p:nvSpPr>
          <p:cNvPr id="95" name="Line 8"/>
          <p:cNvSpPr/>
          <p:nvPr/>
        </p:nvSpPr>
        <p:spPr>
          <a:xfrm>
            <a:off x="306000" y="6172200"/>
            <a:ext cx="8533080" cy="360"/>
          </a:xfrm>
          <a:prstGeom prst="line">
            <a:avLst/>
          </a:prstGeom>
          <a:ln w="19050">
            <a:solidFill>
              <a:srgbClr val="0064C8"/>
            </a:solidFill>
            <a:round/>
          </a:ln>
        </p:spPr>
        <p:style>
          <a:lnRef idx="0">
            <a:scrgbClr r="0" g="0" b="0"/>
          </a:lnRef>
          <a:fillRef idx="0">
            <a:scrgbClr r="0" g="0" b="0"/>
          </a:fillRef>
          <a:effectRef idx="0">
            <a:scrgbClr r="0" g="0" b="0"/>
          </a:effectRef>
          <a:fontRef idx="minor"/>
        </p:style>
        <p:txBody>
          <a:bodyPr/>
          <a:lstStyle/>
          <a:p>
            <a:endParaRPr lang="pt-PT"/>
          </a:p>
        </p:txBody>
      </p:sp>
      <p:grpSp>
        <p:nvGrpSpPr>
          <p:cNvPr id="96" name="Gruppieren 69"/>
          <p:cNvGrpSpPr/>
          <p:nvPr/>
        </p:nvGrpSpPr>
        <p:grpSpPr>
          <a:xfrm>
            <a:off x="7525080" y="6248520"/>
            <a:ext cx="1126800" cy="453600"/>
            <a:chOff x="7525080" y="6248520"/>
            <a:chExt cx="1126800" cy="453600"/>
          </a:xfrm>
        </p:grpSpPr>
        <p:sp>
          <p:nvSpPr>
            <p:cNvPr id="97" name="AutoShape 3"/>
            <p:cNvSpPr/>
            <p:nvPr/>
          </p:nvSpPr>
          <p:spPr>
            <a:xfrm>
              <a:off x="7525080" y="6248520"/>
              <a:ext cx="1126800" cy="453600"/>
            </a:xfrm>
            <a:prstGeom prst="rect">
              <a:avLst/>
            </a:prstGeom>
            <a:noFill/>
            <a:ln w="0">
              <a:noFill/>
            </a:ln>
          </p:spPr>
          <p:style>
            <a:lnRef idx="0">
              <a:scrgbClr r="0" g="0" b="0"/>
            </a:lnRef>
            <a:fillRef idx="0">
              <a:scrgbClr r="0" g="0" b="0"/>
            </a:fillRef>
            <a:effectRef idx="0">
              <a:scrgbClr r="0" g="0" b="0"/>
            </a:effectRef>
            <a:fontRef idx="minor"/>
          </p:style>
          <p:txBody>
            <a:bodyPr/>
            <a:lstStyle/>
            <a:p>
              <a:endParaRPr lang="pt-PT"/>
            </a:p>
          </p:txBody>
        </p:sp>
        <p:sp>
          <p:nvSpPr>
            <p:cNvPr id="98" name="Freeform 5"/>
            <p:cNvSpPr/>
            <p:nvPr/>
          </p:nvSpPr>
          <p:spPr>
            <a:xfrm>
              <a:off x="8208720" y="6248520"/>
              <a:ext cx="273960" cy="247320"/>
            </a:xfrm>
            <a:custGeom>
              <a:avLst/>
              <a:gdLst/>
              <a:ahLst/>
              <a:cxnLst/>
              <a:rect l="l" t="t" r="r" b="b"/>
              <a:pathLst>
                <a:path w="1277" h="1104">
                  <a:moveTo>
                    <a:pt x="944" y="552"/>
                  </a:moveTo>
                  <a:cubicBezTo>
                    <a:pt x="1110" y="357"/>
                    <a:pt x="1203" y="197"/>
                    <a:pt x="1277" y="0"/>
                  </a:cubicBezTo>
                  <a:lnTo>
                    <a:pt x="0" y="0"/>
                  </a:lnTo>
                  <a:lnTo>
                    <a:pt x="0" y="1104"/>
                  </a:lnTo>
                  <a:cubicBezTo>
                    <a:pt x="253" y="1070"/>
                    <a:pt x="607" y="949"/>
                    <a:pt x="944" y="552"/>
                  </a:cubicBezTo>
                  <a:close/>
                </a:path>
              </a:pathLst>
            </a:custGeom>
            <a:solidFill>
              <a:srgbClr val="07529A"/>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99" name="Rectangle 6"/>
            <p:cNvSpPr/>
            <p:nvPr/>
          </p:nvSpPr>
          <p:spPr>
            <a:xfrm>
              <a:off x="8208720" y="6570000"/>
              <a:ext cx="429840" cy="126000"/>
            </a:xfrm>
            <a:prstGeom prst="rect">
              <a:avLst/>
            </a:prstGeom>
            <a:solidFill>
              <a:srgbClr val="EAB90C"/>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0" name="Freeform 7"/>
            <p:cNvSpPr/>
            <p:nvPr/>
          </p:nvSpPr>
          <p:spPr>
            <a:xfrm>
              <a:off x="8208720" y="6248520"/>
              <a:ext cx="429840" cy="301320"/>
            </a:xfrm>
            <a:custGeom>
              <a:avLst/>
              <a:gdLst/>
              <a:ahLst/>
              <a:cxnLst/>
              <a:rect l="l" t="t" r="r" b="b"/>
              <a:pathLst>
                <a:path w="2000" h="1349">
                  <a:moveTo>
                    <a:pt x="2000" y="0"/>
                  </a:moveTo>
                  <a:lnTo>
                    <a:pt x="1361" y="0"/>
                  </a:lnTo>
                  <a:cubicBezTo>
                    <a:pt x="1285" y="208"/>
                    <a:pt x="1168" y="419"/>
                    <a:pt x="992" y="627"/>
                  </a:cubicBezTo>
                  <a:cubicBezTo>
                    <a:pt x="644" y="1036"/>
                    <a:pt x="259" y="1159"/>
                    <a:pt x="0" y="1193"/>
                  </a:cubicBezTo>
                  <a:lnTo>
                    <a:pt x="0" y="1349"/>
                  </a:lnTo>
                  <a:lnTo>
                    <a:pt x="2000" y="1349"/>
                  </a:lnTo>
                  <a:lnTo>
                    <a:pt x="2000" y="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1" name="Freeform 8"/>
            <p:cNvSpPr/>
            <p:nvPr/>
          </p:nvSpPr>
          <p:spPr>
            <a:xfrm>
              <a:off x="8228520" y="6593040"/>
              <a:ext cx="56880" cy="82800"/>
            </a:xfrm>
            <a:custGeom>
              <a:avLst/>
              <a:gdLst/>
              <a:ahLst/>
              <a:cxnLst/>
              <a:rect l="l" t="t" r="r" b="b"/>
              <a:pathLst>
                <a:path w="264" h="371">
                  <a:moveTo>
                    <a:pt x="134" y="318"/>
                  </a:moveTo>
                  <a:cubicBezTo>
                    <a:pt x="183" y="318"/>
                    <a:pt x="198" y="308"/>
                    <a:pt x="198" y="265"/>
                  </a:cubicBezTo>
                  <a:cubicBezTo>
                    <a:pt x="198" y="216"/>
                    <a:pt x="182" y="204"/>
                    <a:pt x="132" y="203"/>
                  </a:cubicBezTo>
                  <a:lnTo>
                    <a:pt x="65" y="203"/>
                  </a:lnTo>
                  <a:lnTo>
                    <a:pt x="65" y="318"/>
                  </a:lnTo>
                  <a:lnTo>
                    <a:pt x="134" y="318"/>
                  </a:lnTo>
                  <a:close/>
                  <a:moveTo>
                    <a:pt x="65" y="53"/>
                  </a:moveTo>
                  <a:lnTo>
                    <a:pt x="65" y="155"/>
                  </a:lnTo>
                  <a:lnTo>
                    <a:pt x="131" y="155"/>
                  </a:lnTo>
                  <a:cubicBezTo>
                    <a:pt x="175" y="155"/>
                    <a:pt x="190" y="145"/>
                    <a:pt x="190" y="103"/>
                  </a:cubicBezTo>
                  <a:cubicBezTo>
                    <a:pt x="190" y="63"/>
                    <a:pt x="174" y="53"/>
                    <a:pt x="126" y="53"/>
                  </a:cubicBezTo>
                  <a:lnTo>
                    <a:pt x="65" y="53"/>
                  </a:lnTo>
                  <a:close/>
                  <a:moveTo>
                    <a:pt x="191" y="180"/>
                  </a:moveTo>
                  <a:cubicBezTo>
                    <a:pt x="245" y="185"/>
                    <a:pt x="264" y="219"/>
                    <a:pt x="264" y="277"/>
                  </a:cubicBezTo>
                  <a:cubicBezTo>
                    <a:pt x="264" y="351"/>
                    <a:pt x="230" y="371"/>
                    <a:pt x="145" y="371"/>
                  </a:cubicBezTo>
                  <a:cubicBezTo>
                    <a:pt x="79" y="371"/>
                    <a:pt x="44" y="371"/>
                    <a:pt x="0" y="367"/>
                  </a:cubicBezTo>
                  <a:lnTo>
                    <a:pt x="0" y="4"/>
                  </a:lnTo>
                  <a:cubicBezTo>
                    <a:pt x="39" y="1"/>
                    <a:pt x="71" y="0"/>
                    <a:pt x="129" y="0"/>
                  </a:cubicBezTo>
                  <a:cubicBezTo>
                    <a:pt x="220" y="0"/>
                    <a:pt x="253" y="20"/>
                    <a:pt x="253" y="95"/>
                  </a:cubicBezTo>
                  <a:cubicBezTo>
                    <a:pt x="253" y="147"/>
                    <a:pt x="235" y="174"/>
                    <a:pt x="191" y="178"/>
                  </a:cubicBezTo>
                  <a:lnTo>
                    <a:pt x="191" y="18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2" name="Freeform 9"/>
            <p:cNvSpPr/>
            <p:nvPr/>
          </p:nvSpPr>
          <p:spPr>
            <a:xfrm>
              <a:off x="8297640" y="6591960"/>
              <a:ext cx="63720" cy="83880"/>
            </a:xfrm>
            <a:custGeom>
              <a:avLst/>
              <a:gdLst/>
              <a:ahLst/>
              <a:cxnLst/>
              <a:rect l="l" t="t" r="r" b="b"/>
              <a:pathLst>
                <a:path w="299" h="376">
                  <a:moveTo>
                    <a:pt x="69" y="188"/>
                  </a:moveTo>
                  <a:cubicBezTo>
                    <a:pt x="69" y="289"/>
                    <a:pt x="88" y="320"/>
                    <a:pt x="149" y="320"/>
                  </a:cubicBezTo>
                  <a:cubicBezTo>
                    <a:pt x="211" y="320"/>
                    <a:pt x="230" y="289"/>
                    <a:pt x="230" y="188"/>
                  </a:cubicBezTo>
                  <a:cubicBezTo>
                    <a:pt x="230" y="87"/>
                    <a:pt x="211" y="56"/>
                    <a:pt x="149" y="56"/>
                  </a:cubicBezTo>
                  <a:cubicBezTo>
                    <a:pt x="88" y="56"/>
                    <a:pt x="69" y="87"/>
                    <a:pt x="69" y="188"/>
                  </a:cubicBezTo>
                  <a:close/>
                  <a:moveTo>
                    <a:pt x="299" y="188"/>
                  </a:moveTo>
                  <a:cubicBezTo>
                    <a:pt x="299" y="332"/>
                    <a:pt x="260" y="376"/>
                    <a:pt x="149" y="376"/>
                  </a:cubicBezTo>
                  <a:cubicBezTo>
                    <a:pt x="39" y="376"/>
                    <a:pt x="0" y="332"/>
                    <a:pt x="0" y="188"/>
                  </a:cubicBezTo>
                  <a:cubicBezTo>
                    <a:pt x="0" y="44"/>
                    <a:pt x="39" y="0"/>
                    <a:pt x="149" y="0"/>
                  </a:cubicBezTo>
                  <a:cubicBezTo>
                    <a:pt x="260" y="0"/>
                    <a:pt x="299" y="44"/>
                    <a:pt x="299" y="18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3" name="Freeform 10"/>
            <p:cNvSpPr/>
            <p:nvPr/>
          </p:nvSpPr>
          <p:spPr>
            <a:xfrm>
              <a:off x="8376840" y="6594120"/>
              <a:ext cx="62640" cy="80640"/>
            </a:xfrm>
            <a:custGeom>
              <a:avLst/>
              <a:gdLst/>
              <a:ahLst/>
              <a:cxnLst/>
              <a:rect l="l" t="t" r="r" b="b"/>
              <a:pathLst>
                <a:path w="295" h="363">
                  <a:moveTo>
                    <a:pt x="295" y="339"/>
                  </a:moveTo>
                  <a:cubicBezTo>
                    <a:pt x="295" y="355"/>
                    <a:pt x="287" y="363"/>
                    <a:pt x="271" y="363"/>
                  </a:cubicBezTo>
                  <a:lnTo>
                    <a:pt x="219" y="363"/>
                  </a:lnTo>
                  <a:cubicBezTo>
                    <a:pt x="205" y="363"/>
                    <a:pt x="197" y="357"/>
                    <a:pt x="192" y="343"/>
                  </a:cubicBezTo>
                  <a:lnTo>
                    <a:pt x="90"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4"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4" name="Freeform 11"/>
            <p:cNvSpPr/>
            <p:nvPr/>
          </p:nvSpPr>
          <p:spPr>
            <a:xfrm>
              <a:off x="8457120" y="6594120"/>
              <a:ext cx="62640" cy="80640"/>
            </a:xfrm>
            <a:custGeom>
              <a:avLst/>
              <a:gdLst/>
              <a:ahLst/>
              <a:cxnLst/>
              <a:rect l="l" t="t" r="r" b="b"/>
              <a:pathLst>
                <a:path w="295" h="363">
                  <a:moveTo>
                    <a:pt x="295" y="339"/>
                  </a:moveTo>
                  <a:cubicBezTo>
                    <a:pt x="295" y="355"/>
                    <a:pt x="286" y="363"/>
                    <a:pt x="271" y="363"/>
                  </a:cubicBezTo>
                  <a:lnTo>
                    <a:pt x="219" y="363"/>
                  </a:lnTo>
                  <a:cubicBezTo>
                    <a:pt x="204" y="363"/>
                    <a:pt x="197" y="357"/>
                    <a:pt x="191" y="343"/>
                  </a:cubicBezTo>
                  <a:lnTo>
                    <a:pt x="89" y="121"/>
                  </a:lnTo>
                  <a:cubicBezTo>
                    <a:pt x="83" y="106"/>
                    <a:pt x="72" y="84"/>
                    <a:pt x="68" y="67"/>
                  </a:cubicBezTo>
                  <a:lnTo>
                    <a:pt x="62" y="67"/>
                  </a:lnTo>
                  <a:cubicBezTo>
                    <a:pt x="64" y="85"/>
                    <a:pt x="65" y="104"/>
                    <a:pt x="65" y="121"/>
                  </a:cubicBezTo>
                  <a:lnTo>
                    <a:pt x="65" y="363"/>
                  </a:lnTo>
                  <a:lnTo>
                    <a:pt x="0" y="363"/>
                  </a:lnTo>
                  <a:lnTo>
                    <a:pt x="0" y="25"/>
                  </a:lnTo>
                  <a:cubicBezTo>
                    <a:pt x="0" y="9"/>
                    <a:pt x="9" y="0"/>
                    <a:pt x="25" y="0"/>
                  </a:cubicBezTo>
                  <a:lnTo>
                    <a:pt x="76" y="0"/>
                  </a:lnTo>
                  <a:cubicBezTo>
                    <a:pt x="90" y="0"/>
                    <a:pt x="97" y="7"/>
                    <a:pt x="103" y="20"/>
                  </a:cubicBezTo>
                  <a:lnTo>
                    <a:pt x="202" y="237"/>
                  </a:lnTo>
                  <a:cubicBezTo>
                    <a:pt x="209" y="252"/>
                    <a:pt x="219" y="274"/>
                    <a:pt x="227" y="294"/>
                  </a:cubicBezTo>
                  <a:lnTo>
                    <a:pt x="233" y="294"/>
                  </a:lnTo>
                  <a:cubicBezTo>
                    <a:pt x="232" y="274"/>
                    <a:pt x="231" y="254"/>
                    <a:pt x="231" y="235"/>
                  </a:cubicBezTo>
                  <a:lnTo>
                    <a:pt x="231" y="0"/>
                  </a:lnTo>
                  <a:lnTo>
                    <a:pt x="295" y="0"/>
                  </a:lnTo>
                  <a:lnTo>
                    <a:pt x="295" y="339"/>
                  </a:lnTo>
                  <a:close/>
                </a:path>
              </a:pathLst>
            </a:custGeom>
            <a:solidFill>
              <a:srgbClr val="FFFFFF"/>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5" name="Freeform 12"/>
            <p:cNvSpPr/>
            <p:nvPr/>
          </p:nvSpPr>
          <p:spPr>
            <a:xfrm>
              <a:off x="7525080" y="6594120"/>
              <a:ext cx="56880" cy="81720"/>
            </a:xfrm>
            <a:custGeom>
              <a:avLst/>
              <a:gdLst/>
              <a:ahLst/>
              <a:cxnLst/>
              <a:rect l="l" t="t" r="r" b="b"/>
              <a:pathLst>
                <a:path w="267" h="370">
                  <a:moveTo>
                    <a:pt x="267" y="223"/>
                  </a:moveTo>
                  <a:cubicBezTo>
                    <a:pt x="267" y="330"/>
                    <a:pt x="232" y="370"/>
                    <a:pt x="136" y="370"/>
                  </a:cubicBezTo>
                  <a:cubicBezTo>
                    <a:pt x="36" y="370"/>
                    <a:pt x="0" y="330"/>
                    <a:pt x="0" y="223"/>
                  </a:cubicBezTo>
                  <a:lnTo>
                    <a:pt x="0" y="0"/>
                  </a:lnTo>
                  <a:lnTo>
                    <a:pt x="53" y="0"/>
                  </a:lnTo>
                  <a:lnTo>
                    <a:pt x="53" y="223"/>
                  </a:lnTo>
                  <a:cubicBezTo>
                    <a:pt x="53" y="298"/>
                    <a:pt x="73" y="323"/>
                    <a:pt x="134" y="323"/>
                  </a:cubicBezTo>
                  <a:cubicBezTo>
                    <a:pt x="193" y="323"/>
                    <a:pt x="215" y="298"/>
                    <a:pt x="215" y="223"/>
                  </a:cubicBezTo>
                  <a:lnTo>
                    <a:pt x="215" y="0"/>
                  </a:lnTo>
                  <a:lnTo>
                    <a:pt x="267" y="0"/>
                  </a:lnTo>
                  <a:lnTo>
                    <a:pt x="267" y="22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6" name="Freeform 13"/>
            <p:cNvSpPr/>
            <p:nvPr/>
          </p:nvSpPr>
          <p:spPr>
            <a:xfrm>
              <a:off x="7600680" y="6594120"/>
              <a:ext cx="60840" cy="80640"/>
            </a:xfrm>
            <a:custGeom>
              <a:avLst/>
              <a:gdLst/>
              <a:ahLst/>
              <a:cxnLst/>
              <a:rect l="l" t="t" r="r" b="b"/>
              <a:pathLst>
                <a:path w="284" h="363">
                  <a:moveTo>
                    <a:pt x="284" y="343"/>
                  </a:moveTo>
                  <a:cubicBezTo>
                    <a:pt x="284" y="356"/>
                    <a:pt x="277" y="363"/>
                    <a:pt x="265" y="363"/>
                  </a:cubicBezTo>
                  <a:lnTo>
                    <a:pt x="215" y="363"/>
                  </a:lnTo>
                  <a:cubicBezTo>
                    <a:pt x="203" y="363"/>
                    <a:pt x="197" y="358"/>
                    <a:pt x="192" y="347"/>
                  </a:cubicBezTo>
                  <a:lnTo>
                    <a:pt x="79" y="100"/>
                  </a:lnTo>
                  <a:cubicBezTo>
                    <a:pt x="73" y="86"/>
                    <a:pt x="62" y="64"/>
                    <a:pt x="57" y="49"/>
                  </a:cubicBezTo>
                  <a:lnTo>
                    <a:pt x="50" y="49"/>
                  </a:lnTo>
                  <a:cubicBezTo>
                    <a:pt x="52" y="66"/>
                    <a:pt x="53" y="83"/>
                    <a:pt x="53" y="100"/>
                  </a:cubicBezTo>
                  <a:lnTo>
                    <a:pt x="53" y="363"/>
                  </a:lnTo>
                  <a:lnTo>
                    <a:pt x="0" y="363"/>
                  </a:lnTo>
                  <a:lnTo>
                    <a:pt x="0" y="21"/>
                  </a:lnTo>
                  <a:cubicBezTo>
                    <a:pt x="0" y="7"/>
                    <a:pt x="7" y="0"/>
                    <a:pt x="20" y="0"/>
                  </a:cubicBezTo>
                  <a:lnTo>
                    <a:pt x="68" y="0"/>
                  </a:lnTo>
                  <a:cubicBezTo>
                    <a:pt x="80" y="0"/>
                    <a:pt x="86" y="6"/>
                    <a:pt x="92" y="17"/>
                  </a:cubicBezTo>
                  <a:lnTo>
                    <a:pt x="202" y="257"/>
                  </a:lnTo>
                  <a:cubicBezTo>
                    <a:pt x="208" y="272"/>
                    <a:pt x="219" y="293"/>
                    <a:pt x="227" y="312"/>
                  </a:cubicBezTo>
                  <a:lnTo>
                    <a:pt x="235" y="312"/>
                  </a:lnTo>
                  <a:cubicBezTo>
                    <a:pt x="233" y="293"/>
                    <a:pt x="232" y="274"/>
                    <a:pt x="232" y="255"/>
                  </a:cubicBezTo>
                  <a:lnTo>
                    <a:pt x="232" y="0"/>
                  </a:lnTo>
                  <a:lnTo>
                    <a:pt x="284" y="0"/>
                  </a:lnTo>
                  <a:lnTo>
                    <a:pt x="284" y="343"/>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7" name="Rectangle 14"/>
            <p:cNvSpPr/>
            <p:nvPr/>
          </p:nvSpPr>
          <p:spPr>
            <a:xfrm>
              <a:off x="768096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8" name="Freeform 15"/>
            <p:cNvSpPr/>
            <p:nvPr/>
          </p:nvSpPr>
          <p:spPr>
            <a:xfrm>
              <a:off x="7703640" y="6594120"/>
              <a:ext cx="65520" cy="80640"/>
            </a:xfrm>
            <a:custGeom>
              <a:avLst/>
              <a:gdLst/>
              <a:ahLst/>
              <a:cxnLst/>
              <a:rect l="l" t="t" r="r" b="b"/>
              <a:pathLst>
                <a:path w="306" h="363">
                  <a:moveTo>
                    <a:pt x="199" y="348"/>
                  </a:moveTo>
                  <a:cubicBezTo>
                    <a:pt x="197" y="357"/>
                    <a:pt x="189" y="363"/>
                    <a:pt x="179" y="363"/>
                  </a:cubicBezTo>
                  <a:lnTo>
                    <a:pt x="128" y="363"/>
                  </a:lnTo>
                  <a:cubicBezTo>
                    <a:pt x="118" y="363"/>
                    <a:pt x="110" y="357"/>
                    <a:pt x="108" y="348"/>
                  </a:cubicBezTo>
                  <a:lnTo>
                    <a:pt x="0" y="0"/>
                  </a:lnTo>
                  <a:lnTo>
                    <a:pt x="55" y="0"/>
                  </a:lnTo>
                  <a:lnTo>
                    <a:pt x="137" y="283"/>
                  </a:lnTo>
                  <a:cubicBezTo>
                    <a:pt x="140" y="296"/>
                    <a:pt x="143" y="310"/>
                    <a:pt x="147" y="323"/>
                  </a:cubicBezTo>
                  <a:lnTo>
                    <a:pt x="161" y="323"/>
                  </a:lnTo>
                  <a:cubicBezTo>
                    <a:pt x="163" y="310"/>
                    <a:pt x="167" y="296"/>
                    <a:pt x="171" y="283"/>
                  </a:cubicBezTo>
                  <a:lnTo>
                    <a:pt x="252" y="0"/>
                  </a:lnTo>
                  <a:lnTo>
                    <a:pt x="306" y="0"/>
                  </a:lnTo>
                  <a:lnTo>
                    <a:pt x="199" y="348"/>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09" name="Freeform 16"/>
            <p:cNvSpPr/>
            <p:nvPr/>
          </p:nvSpPr>
          <p:spPr>
            <a:xfrm>
              <a:off x="7780320" y="6594120"/>
              <a:ext cx="48240" cy="80640"/>
            </a:xfrm>
            <a:custGeom>
              <a:avLst/>
              <a:gdLst/>
              <a:ahLst/>
              <a:cxnLst/>
              <a:rect l="l" t="t" r="r" b="b"/>
              <a:pathLst>
                <a:path w="228" h="365">
                  <a:moveTo>
                    <a:pt x="228" y="361"/>
                  </a:moveTo>
                  <a:cubicBezTo>
                    <a:pt x="180" y="365"/>
                    <a:pt x="125" y="365"/>
                    <a:pt x="73" y="365"/>
                  </a:cubicBezTo>
                  <a:cubicBezTo>
                    <a:pt x="27" y="365"/>
                    <a:pt x="0" y="340"/>
                    <a:pt x="0" y="300"/>
                  </a:cubicBezTo>
                  <a:lnTo>
                    <a:pt x="0" y="65"/>
                  </a:lnTo>
                  <a:cubicBezTo>
                    <a:pt x="0" y="25"/>
                    <a:pt x="28" y="0"/>
                    <a:pt x="73" y="0"/>
                  </a:cubicBezTo>
                  <a:cubicBezTo>
                    <a:pt x="125" y="0"/>
                    <a:pt x="180" y="0"/>
                    <a:pt x="228" y="4"/>
                  </a:cubicBezTo>
                  <a:lnTo>
                    <a:pt x="226" y="45"/>
                  </a:lnTo>
                  <a:lnTo>
                    <a:pt x="82" y="45"/>
                  </a:lnTo>
                  <a:cubicBezTo>
                    <a:pt x="61" y="45"/>
                    <a:pt x="53" y="54"/>
                    <a:pt x="53" y="79"/>
                  </a:cubicBezTo>
                  <a:lnTo>
                    <a:pt x="53" y="152"/>
                  </a:lnTo>
                  <a:lnTo>
                    <a:pt x="206" y="152"/>
                  </a:lnTo>
                  <a:lnTo>
                    <a:pt x="206" y="194"/>
                  </a:lnTo>
                  <a:lnTo>
                    <a:pt x="53" y="194"/>
                  </a:lnTo>
                  <a:lnTo>
                    <a:pt x="53" y="287"/>
                  </a:lnTo>
                  <a:cubicBezTo>
                    <a:pt x="53" y="312"/>
                    <a:pt x="61" y="321"/>
                    <a:pt x="82" y="321"/>
                  </a:cubicBezTo>
                  <a:lnTo>
                    <a:pt x="226" y="321"/>
                  </a:lnTo>
                  <a:lnTo>
                    <a:pt x="228" y="361"/>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0" name="Freeform 17"/>
            <p:cNvSpPr/>
            <p:nvPr/>
          </p:nvSpPr>
          <p:spPr>
            <a:xfrm>
              <a:off x="7844400" y="6593040"/>
              <a:ext cx="55080" cy="81720"/>
            </a:xfrm>
            <a:custGeom>
              <a:avLst/>
              <a:gdLst/>
              <a:ahLst/>
              <a:cxnLst/>
              <a:rect l="l" t="t" r="r" b="b"/>
              <a:pathLst>
                <a:path w="260" h="367">
                  <a:moveTo>
                    <a:pt x="126" y="173"/>
                  </a:moveTo>
                  <a:cubicBezTo>
                    <a:pt x="177" y="172"/>
                    <a:pt x="194" y="158"/>
                    <a:pt x="194" y="108"/>
                  </a:cubicBezTo>
                  <a:cubicBezTo>
                    <a:pt x="194" y="58"/>
                    <a:pt x="177" y="45"/>
                    <a:pt x="126" y="45"/>
                  </a:cubicBezTo>
                  <a:cubicBezTo>
                    <a:pt x="98" y="45"/>
                    <a:pt x="72" y="45"/>
                    <a:pt x="52" y="45"/>
                  </a:cubicBezTo>
                  <a:lnTo>
                    <a:pt x="52" y="173"/>
                  </a:lnTo>
                  <a:lnTo>
                    <a:pt x="126" y="173"/>
                  </a:lnTo>
                  <a:close/>
                  <a:moveTo>
                    <a:pt x="204" y="367"/>
                  </a:moveTo>
                  <a:lnTo>
                    <a:pt x="173" y="254"/>
                  </a:lnTo>
                  <a:cubicBezTo>
                    <a:pt x="164" y="228"/>
                    <a:pt x="150" y="218"/>
                    <a:pt x="127" y="218"/>
                  </a:cubicBezTo>
                  <a:lnTo>
                    <a:pt x="52" y="217"/>
                  </a:lnTo>
                  <a:lnTo>
                    <a:pt x="52" y="367"/>
                  </a:lnTo>
                  <a:lnTo>
                    <a:pt x="0" y="367"/>
                  </a:lnTo>
                  <a:lnTo>
                    <a:pt x="0" y="4"/>
                  </a:lnTo>
                  <a:cubicBezTo>
                    <a:pt x="40" y="0"/>
                    <a:pt x="68" y="0"/>
                    <a:pt x="127" y="0"/>
                  </a:cubicBezTo>
                  <a:cubicBezTo>
                    <a:pt x="212" y="0"/>
                    <a:pt x="247" y="23"/>
                    <a:pt x="247" y="105"/>
                  </a:cubicBezTo>
                  <a:cubicBezTo>
                    <a:pt x="247" y="162"/>
                    <a:pt x="229" y="191"/>
                    <a:pt x="180" y="197"/>
                  </a:cubicBezTo>
                  <a:lnTo>
                    <a:pt x="180" y="200"/>
                  </a:lnTo>
                  <a:cubicBezTo>
                    <a:pt x="198" y="205"/>
                    <a:pt x="218" y="221"/>
                    <a:pt x="226" y="252"/>
                  </a:cubicBezTo>
                  <a:lnTo>
                    <a:pt x="260" y="367"/>
                  </a:lnTo>
                  <a:lnTo>
                    <a:pt x="204" y="36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1" name="Freeform 18"/>
            <p:cNvSpPr/>
            <p:nvPr/>
          </p:nvSpPr>
          <p:spPr>
            <a:xfrm>
              <a:off x="7911360" y="6591960"/>
              <a:ext cx="51120" cy="83880"/>
            </a:xfrm>
            <a:custGeom>
              <a:avLst/>
              <a:gdLst/>
              <a:ahLst/>
              <a:cxnLst/>
              <a:rect l="l" t="t" r="r" b="b"/>
              <a:pathLst>
                <a:path w="243" h="375">
                  <a:moveTo>
                    <a:pt x="229" y="11"/>
                  </a:moveTo>
                  <a:lnTo>
                    <a:pt x="226" y="49"/>
                  </a:lnTo>
                  <a:cubicBezTo>
                    <a:pt x="195" y="48"/>
                    <a:pt x="156" y="47"/>
                    <a:pt x="122" y="47"/>
                  </a:cubicBezTo>
                  <a:cubicBezTo>
                    <a:pt x="72" y="47"/>
                    <a:pt x="53" y="49"/>
                    <a:pt x="53" y="97"/>
                  </a:cubicBezTo>
                  <a:cubicBezTo>
                    <a:pt x="53" y="135"/>
                    <a:pt x="67" y="145"/>
                    <a:pt x="97" y="152"/>
                  </a:cubicBezTo>
                  <a:lnTo>
                    <a:pt x="169" y="172"/>
                  </a:lnTo>
                  <a:cubicBezTo>
                    <a:pt x="225" y="188"/>
                    <a:pt x="243" y="221"/>
                    <a:pt x="243" y="276"/>
                  </a:cubicBezTo>
                  <a:cubicBezTo>
                    <a:pt x="243" y="359"/>
                    <a:pt x="206" y="375"/>
                    <a:pt x="119" y="375"/>
                  </a:cubicBezTo>
                  <a:cubicBezTo>
                    <a:pt x="96" y="375"/>
                    <a:pt x="56" y="374"/>
                    <a:pt x="5" y="365"/>
                  </a:cubicBezTo>
                  <a:lnTo>
                    <a:pt x="9" y="326"/>
                  </a:lnTo>
                  <a:cubicBezTo>
                    <a:pt x="75" y="328"/>
                    <a:pt x="93" y="329"/>
                    <a:pt x="120" y="329"/>
                  </a:cubicBezTo>
                  <a:cubicBezTo>
                    <a:pt x="173" y="328"/>
                    <a:pt x="189" y="320"/>
                    <a:pt x="189" y="275"/>
                  </a:cubicBezTo>
                  <a:cubicBezTo>
                    <a:pt x="189" y="236"/>
                    <a:pt x="175" y="227"/>
                    <a:pt x="146" y="219"/>
                  </a:cubicBezTo>
                  <a:lnTo>
                    <a:pt x="72" y="199"/>
                  </a:lnTo>
                  <a:cubicBezTo>
                    <a:pt x="19" y="184"/>
                    <a:pt x="0" y="151"/>
                    <a:pt x="0" y="96"/>
                  </a:cubicBezTo>
                  <a:cubicBezTo>
                    <a:pt x="0" y="12"/>
                    <a:pt x="38" y="0"/>
                    <a:pt x="120" y="0"/>
                  </a:cubicBezTo>
                  <a:cubicBezTo>
                    <a:pt x="154" y="0"/>
                    <a:pt x="192" y="2"/>
                    <a:pt x="229" y="11"/>
                  </a:cubicBez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2" name="Rectangle 19"/>
            <p:cNvSpPr/>
            <p:nvPr/>
          </p:nvSpPr>
          <p:spPr>
            <a:xfrm>
              <a:off x="7978320" y="6594120"/>
              <a:ext cx="11160" cy="80640"/>
            </a:xfrm>
            <a:prstGeom prst="rect">
              <a:avLst/>
            </a:pr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3" name="Freeform 20"/>
            <p:cNvSpPr/>
            <p:nvPr/>
          </p:nvSpPr>
          <p:spPr>
            <a:xfrm>
              <a:off x="8001000" y="6594120"/>
              <a:ext cx="60840" cy="80640"/>
            </a:xfrm>
            <a:custGeom>
              <a:avLst/>
              <a:gdLst/>
              <a:ahLst/>
              <a:cxnLst/>
              <a:rect l="l" t="t" r="r" b="b"/>
              <a:pathLst>
                <a:path w="283" h="363">
                  <a:moveTo>
                    <a:pt x="168" y="47"/>
                  </a:moveTo>
                  <a:lnTo>
                    <a:pt x="168" y="363"/>
                  </a:lnTo>
                  <a:lnTo>
                    <a:pt x="114" y="363"/>
                  </a:lnTo>
                  <a:lnTo>
                    <a:pt x="114" y="47"/>
                  </a:lnTo>
                  <a:lnTo>
                    <a:pt x="0" y="47"/>
                  </a:lnTo>
                  <a:lnTo>
                    <a:pt x="0" y="0"/>
                  </a:lnTo>
                  <a:lnTo>
                    <a:pt x="283" y="0"/>
                  </a:lnTo>
                  <a:lnTo>
                    <a:pt x="283" y="47"/>
                  </a:lnTo>
                  <a:lnTo>
                    <a:pt x="168"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4" name="Freeform 21"/>
            <p:cNvSpPr/>
            <p:nvPr/>
          </p:nvSpPr>
          <p:spPr>
            <a:xfrm>
              <a:off x="8059320" y="6572160"/>
              <a:ext cx="68400" cy="102960"/>
            </a:xfrm>
            <a:custGeom>
              <a:avLst/>
              <a:gdLst/>
              <a:ahLst/>
              <a:cxnLst/>
              <a:rect l="l" t="t" r="r" b="b"/>
              <a:pathLst>
                <a:path w="321" h="459">
                  <a:moveTo>
                    <a:pt x="199" y="57"/>
                  </a:moveTo>
                  <a:cubicBezTo>
                    <a:pt x="189" y="57"/>
                    <a:pt x="185" y="53"/>
                    <a:pt x="185" y="43"/>
                  </a:cubicBezTo>
                  <a:lnTo>
                    <a:pt x="185" y="14"/>
                  </a:lnTo>
                  <a:cubicBezTo>
                    <a:pt x="185" y="6"/>
                    <a:pt x="189" y="0"/>
                    <a:pt x="199" y="0"/>
                  </a:cubicBezTo>
                  <a:lnTo>
                    <a:pt x="215" y="0"/>
                  </a:lnTo>
                  <a:cubicBezTo>
                    <a:pt x="224" y="0"/>
                    <a:pt x="230" y="6"/>
                    <a:pt x="230" y="14"/>
                  </a:cubicBezTo>
                  <a:lnTo>
                    <a:pt x="230" y="43"/>
                  </a:lnTo>
                  <a:cubicBezTo>
                    <a:pt x="230" y="53"/>
                    <a:pt x="224" y="57"/>
                    <a:pt x="215" y="57"/>
                  </a:cubicBezTo>
                  <a:lnTo>
                    <a:pt x="199" y="57"/>
                  </a:lnTo>
                  <a:close/>
                  <a:moveTo>
                    <a:pt x="176" y="166"/>
                  </a:moveTo>
                  <a:cubicBezTo>
                    <a:pt x="173" y="157"/>
                    <a:pt x="170" y="146"/>
                    <a:pt x="167" y="137"/>
                  </a:cubicBezTo>
                  <a:lnTo>
                    <a:pt x="153" y="137"/>
                  </a:lnTo>
                  <a:cubicBezTo>
                    <a:pt x="150" y="146"/>
                    <a:pt x="147" y="157"/>
                    <a:pt x="144" y="166"/>
                  </a:cubicBezTo>
                  <a:lnTo>
                    <a:pt x="102" y="304"/>
                  </a:lnTo>
                  <a:lnTo>
                    <a:pt x="218" y="304"/>
                  </a:lnTo>
                  <a:lnTo>
                    <a:pt x="176" y="166"/>
                  </a:lnTo>
                  <a:close/>
                  <a:moveTo>
                    <a:pt x="105" y="57"/>
                  </a:moveTo>
                  <a:cubicBezTo>
                    <a:pt x="96" y="57"/>
                    <a:pt x="92" y="53"/>
                    <a:pt x="92" y="43"/>
                  </a:cubicBezTo>
                  <a:lnTo>
                    <a:pt x="92" y="14"/>
                  </a:lnTo>
                  <a:cubicBezTo>
                    <a:pt x="92" y="6"/>
                    <a:pt x="96" y="0"/>
                    <a:pt x="105" y="0"/>
                  </a:cubicBezTo>
                  <a:lnTo>
                    <a:pt x="122" y="0"/>
                  </a:lnTo>
                  <a:cubicBezTo>
                    <a:pt x="132" y="0"/>
                    <a:pt x="136" y="6"/>
                    <a:pt x="136" y="14"/>
                  </a:cubicBezTo>
                  <a:lnTo>
                    <a:pt x="136" y="43"/>
                  </a:lnTo>
                  <a:cubicBezTo>
                    <a:pt x="136" y="53"/>
                    <a:pt x="132" y="57"/>
                    <a:pt x="122" y="57"/>
                  </a:cubicBezTo>
                  <a:lnTo>
                    <a:pt x="105" y="57"/>
                  </a:lnTo>
                  <a:close/>
                  <a:moveTo>
                    <a:pt x="88" y="350"/>
                  </a:moveTo>
                  <a:lnTo>
                    <a:pt x="54" y="459"/>
                  </a:lnTo>
                  <a:lnTo>
                    <a:pt x="0" y="459"/>
                  </a:lnTo>
                  <a:lnTo>
                    <a:pt x="114" y="110"/>
                  </a:lnTo>
                  <a:cubicBezTo>
                    <a:pt x="116" y="102"/>
                    <a:pt x="124" y="96"/>
                    <a:pt x="133" y="96"/>
                  </a:cubicBezTo>
                  <a:lnTo>
                    <a:pt x="187" y="96"/>
                  </a:lnTo>
                  <a:cubicBezTo>
                    <a:pt x="196" y="96"/>
                    <a:pt x="204" y="102"/>
                    <a:pt x="206" y="110"/>
                  </a:cubicBezTo>
                  <a:lnTo>
                    <a:pt x="321" y="459"/>
                  </a:lnTo>
                  <a:lnTo>
                    <a:pt x="266" y="459"/>
                  </a:lnTo>
                  <a:lnTo>
                    <a:pt x="233" y="350"/>
                  </a:lnTo>
                  <a:lnTo>
                    <a:pt x="88" y="350"/>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sp>
          <p:nvSpPr>
            <p:cNvPr id="115" name="Freeform 22"/>
            <p:cNvSpPr/>
            <p:nvPr/>
          </p:nvSpPr>
          <p:spPr>
            <a:xfrm>
              <a:off x="8125560" y="6594120"/>
              <a:ext cx="59760" cy="80640"/>
            </a:xfrm>
            <a:custGeom>
              <a:avLst/>
              <a:gdLst/>
              <a:ahLst/>
              <a:cxnLst/>
              <a:rect l="l" t="t" r="r" b="b"/>
              <a:pathLst>
                <a:path w="282" h="363">
                  <a:moveTo>
                    <a:pt x="167" y="47"/>
                  </a:moveTo>
                  <a:lnTo>
                    <a:pt x="167" y="363"/>
                  </a:lnTo>
                  <a:lnTo>
                    <a:pt x="114" y="363"/>
                  </a:lnTo>
                  <a:lnTo>
                    <a:pt x="114" y="47"/>
                  </a:lnTo>
                  <a:lnTo>
                    <a:pt x="0" y="47"/>
                  </a:lnTo>
                  <a:lnTo>
                    <a:pt x="0" y="0"/>
                  </a:lnTo>
                  <a:lnTo>
                    <a:pt x="282" y="0"/>
                  </a:lnTo>
                  <a:lnTo>
                    <a:pt x="282" y="47"/>
                  </a:lnTo>
                  <a:lnTo>
                    <a:pt x="167" y="47"/>
                  </a:lnTo>
                  <a:close/>
                </a:path>
              </a:pathLst>
            </a:custGeom>
            <a:solidFill>
              <a:srgbClr val="909085"/>
            </a:solidFill>
            <a:ln w="0">
              <a:noFill/>
            </a:ln>
          </p:spPr>
          <p:style>
            <a:lnRef idx="0">
              <a:scrgbClr r="0" g="0" b="0"/>
            </a:lnRef>
            <a:fillRef idx="0">
              <a:scrgbClr r="0" g="0" b="0"/>
            </a:fillRef>
            <a:effectRef idx="0">
              <a:scrgbClr r="0" g="0" b="0"/>
            </a:effectRef>
            <a:fontRef idx="minor"/>
          </p:style>
          <p:txBody>
            <a:bodyPr/>
            <a:lstStyle/>
            <a:p>
              <a:endParaRPr lang="pt-PT"/>
            </a:p>
          </p:txBody>
        </p:sp>
      </p:grpSp>
      <p:pic>
        <p:nvPicPr>
          <p:cNvPr id="116" name="Picture 5" descr="A blue and pink triangle on a black background&#10;&#10;Description automatically generated"/>
          <p:cNvPicPr/>
          <p:nvPr/>
        </p:nvPicPr>
        <p:blipFill>
          <a:blip r:embed="rId16"/>
          <a:stretch/>
        </p:blipFill>
        <p:spPr>
          <a:xfrm>
            <a:off x="2514600" y="6095880"/>
            <a:ext cx="1505520" cy="830160"/>
          </a:xfrm>
          <a:prstGeom prst="rect">
            <a:avLst/>
          </a:prstGeom>
          <a:ln w="0">
            <a:noFill/>
          </a:ln>
        </p:spPr>
      </p:pic>
      <p:sp>
        <p:nvSpPr>
          <p:cNvPr id="117" name="PlaceHolder 1"/>
          <p:cNvSpPr>
            <a:spLocks noGrp="1"/>
          </p:cNvSpPr>
          <p:nvPr>
            <p:ph type="title"/>
          </p:nvPr>
        </p:nvSpPr>
        <p:spPr>
          <a:xfrm>
            <a:off x="380880" y="228600"/>
            <a:ext cx="8380080" cy="837720"/>
          </a:xfrm>
          <a:prstGeom prst="rect">
            <a:avLst/>
          </a:prstGeom>
          <a:noFill/>
          <a:ln w="0">
            <a:noFill/>
          </a:ln>
        </p:spPr>
        <p:txBody>
          <a:bodyPr numCol="1" spcCol="0" anchor="ctr">
            <a:noAutofit/>
          </a:bodyPr>
          <a:lstStyle/>
          <a:p>
            <a:r>
              <a:rPr lang="en-US" sz="3200" b="0" strike="noStrike" spc="-1">
                <a:solidFill>
                  <a:srgbClr val="000000"/>
                </a:solidFill>
                <a:latin typeface="Century Gothic"/>
              </a:rPr>
              <a:t>Click to edit the title text format</a:t>
            </a:r>
          </a:p>
        </p:txBody>
      </p:sp>
      <p:sp>
        <p:nvSpPr>
          <p:cNvPr id="118" name="PlaceHolder 2"/>
          <p:cNvSpPr>
            <a:spLocks noGrp="1"/>
          </p:cNvSpPr>
          <p:nvPr>
            <p:ph type="body"/>
          </p:nvPr>
        </p:nvSpPr>
        <p:spPr>
          <a:xfrm>
            <a:off x="382680" y="1371600"/>
            <a:ext cx="8380080" cy="4647960"/>
          </a:xfrm>
          <a:prstGeom prst="rect">
            <a:avLst/>
          </a:prstGeom>
          <a:noFill/>
          <a:ln w="0">
            <a:noFill/>
          </a:ln>
        </p:spPr>
        <p:txBody>
          <a:bodyPr numCol="1" spcCol="0" anchor="t">
            <a:noAutofit/>
          </a:bodyPr>
          <a:lstStyle/>
          <a:p>
            <a:pPr marL="343080" indent="-343080">
              <a:lnSpc>
                <a:spcPct val="100000"/>
              </a:lnSpc>
              <a:spcBef>
                <a:spcPts val="400"/>
              </a:spcBef>
              <a:spcAft>
                <a:spcPts val="601"/>
              </a:spcAft>
              <a:buClr>
                <a:srgbClr val="0064C8"/>
              </a:buClr>
              <a:buFont typeface="Wingdings 2" charset="2"/>
              <a:buChar char=""/>
            </a:pPr>
            <a:r>
              <a:rPr lang="en-US" sz="2000" b="0" strike="noStrike" spc="-1">
                <a:solidFill>
                  <a:srgbClr val="000000"/>
                </a:solidFill>
                <a:latin typeface="Century Gothic"/>
              </a:rPr>
              <a:t>Click to edit Master text styles</a:t>
            </a:r>
          </a:p>
          <a:p>
            <a:pPr marL="743040" lvl="1" indent="-285840">
              <a:lnSpc>
                <a:spcPct val="100000"/>
              </a:lnSpc>
              <a:spcBef>
                <a:spcPts val="360"/>
              </a:spcBef>
              <a:spcAft>
                <a:spcPts val="601"/>
              </a:spcAft>
              <a:buClr>
                <a:srgbClr val="0064C8"/>
              </a:buClr>
              <a:buSzPct val="125000"/>
              <a:buFont typeface="StarSymbol"/>
              <a:buChar char="-"/>
            </a:pPr>
            <a:r>
              <a:rPr lang="en-US" sz="1800" b="0" strike="noStrike" spc="-1">
                <a:solidFill>
                  <a:srgbClr val="000000"/>
                </a:solidFill>
                <a:latin typeface="Century Gothic"/>
              </a:rPr>
              <a:t>Second level</a:t>
            </a:r>
          </a:p>
          <a:p>
            <a:pPr marL="1143000" lvl="2" indent="-228600">
              <a:lnSpc>
                <a:spcPct val="100000"/>
              </a:lnSpc>
              <a:spcBef>
                <a:spcPts val="320"/>
              </a:spcBef>
              <a:spcAft>
                <a:spcPts val="601"/>
              </a:spcAft>
              <a:buClr>
                <a:srgbClr val="0064C8"/>
              </a:buClr>
              <a:buFont typeface="Wingdings 2" charset="2"/>
              <a:buChar char=""/>
            </a:pPr>
            <a:r>
              <a:rPr lang="en-US" sz="1600" b="0" strike="noStrike" spc="-1">
                <a:solidFill>
                  <a:srgbClr val="000000"/>
                </a:solidFill>
                <a:latin typeface="Century Gothic"/>
              </a:rPr>
              <a:t>Third level</a:t>
            </a:r>
          </a:p>
          <a:p>
            <a:pPr marL="1600200" lvl="3" indent="-228600">
              <a:lnSpc>
                <a:spcPct val="100000"/>
              </a:lnSpc>
              <a:spcBef>
                <a:spcPts val="241"/>
              </a:spcBef>
              <a:spcAft>
                <a:spcPts val="601"/>
              </a:spcAft>
              <a:buClr>
                <a:srgbClr val="0064C8"/>
              </a:buClr>
              <a:buSzPct val="125000"/>
              <a:buFont typeface="Calibri"/>
              <a:buChar char="-"/>
            </a:pPr>
            <a:r>
              <a:rPr lang="en-US" sz="1200" b="0" strike="noStrike" spc="-1">
                <a:solidFill>
                  <a:srgbClr val="000000"/>
                </a:solidFill>
                <a:latin typeface="Century Gothic"/>
              </a:rPr>
              <a:t>Fourth level</a:t>
            </a:r>
          </a:p>
          <a:p>
            <a:pPr marL="1828800">
              <a:lnSpc>
                <a:spcPct val="100000"/>
              </a:lnSpc>
              <a:spcBef>
                <a:spcPts val="241"/>
              </a:spcBef>
              <a:spcAft>
                <a:spcPts val="601"/>
              </a:spcAft>
              <a:buNone/>
              <a:tabLst>
                <a:tab pos="0" algn="l"/>
              </a:tabLst>
            </a:pPr>
            <a:r>
              <a:rPr lang="en-US" sz="1200" b="0" strike="noStrike" spc="-1">
                <a:solidFill>
                  <a:srgbClr val="000000"/>
                </a:solidFill>
                <a:latin typeface="Century Gothic"/>
              </a:rPr>
              <a:t>Fifth level</a:t>
            </a:r>
          </a:p>
        </p:txBody>
      </p:sp>
      <p:sp>
        <p:nvSpPr>
          <p:cNvPr id="119" name="PlaceHolder 3"/>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F6156E8F-3799-4EE2-B4AD-B038F32766C1}" type="slidenum">
              <a:rPr lang="en-US" sz="1200" b="0" strike="noStrike" spc="-1">
                <a:solidFill>
                  <a:srgbClr val="8B8B8B"/>
                </a:solidFill>
                <a:latin typeface="Century Gothic"/>
              </a:r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13.png"/><Relationship Id="rId5" Type="http://schemas.openxmlformats.org/officeDocument/2006/relationships/image" Target="../media/image10.png"/><Relationship Id="rId4" Type="http://schemas.openxmlformats.org/officeDocument/2006/relationships/image" Target="../media/image9.sv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15.png"/><Relationship Id="rId5" Type="http://schemas.openxmlformats.org/officeDocument/2006/relationships/image" Target="../media/image10.png"/><Relationship Id="rId4" Type="http://schemas.openxmlformats.org/officeDocument/2006/relationships/image" Target="../media/image9.svg"/></Relationships>
</file>

<file path=ppt/slides/_rels/slide1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image" Target="../media/image9.sv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17.png"/><Relationship Id="rId5" Type="http://schemas.openxmlformats.org/officeDocument/2006/relationships/image" Target="../media/image10.png"/><Relationship Id="rId4" Type="http://schemas.openxmlformats.org/officeDocument/2006/relationships/image" Target="../media/image9.sv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0.png"/><Relationship Id="rId4" Type="http://schemas.openxmlformats.org/officeDocument/2006/relationships/image" Target="../media/image9.sv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0.png"/><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0.png"/><Relationship Id="rId4" Type="http://schemas.openxmlformats.org/officeDocument/2006/relationships/image" Target="../media/image9.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PlaceHolder 1"/>
          <p:cNvSpPr>
            <a:spLocks noGrp="1"/>
          </p:cNvSpPr>
          <p:nvPr>
            <p:ph type="title"/>
          </p:nvPr>
        </p:nvSpPr>
        <p:spPr>
          <a:xfrm>
            <a:off x="777960" y="2666880"/>
            <a:ext cx="7772400" cy="993240"/>
          </a:xfrm>
          <a:prstGeom prst="rect">
            <a:avLst/>
          </a:prstGeom>
          <a:noFill/>
          <a:ln w="0">
            <a:noFill/>
          </a:ln>
        </p:spPr>
        <p:txBody>
          <a:bodyPr numCol="1" spcCol="0" anchor="ctr">
            <a:noAutofit/>
          </a:bodyPr>
          <a:lstStyle/>
          <a:p>
            <a:pPr algn="ctr">
              <a:lnSpc>
                <a:spcPct val="100000"/>
              </a:lnSpc>
              <a:buNone/>
            </a:pPr>
            <a:r>
              <a:rPr lang="en-GB" sz="3200" b="0" strike="noStrike" spc="-1" dirty="0">
                <a:solidFill>
                  <a:srgbClr val="0064C8"/>
                </a:solidFill>
                <a:latin typeface="Century Gothic"/>
                <a:ea typeface="Calibri"/>
              </a:rPr>
              <a:t>AI Agent for Chemical Explainability</a:t>
            </a:r>
            <a:endParaRPr lang="en-US" sz="3200" strike="noStrike" spc="-1" dirty="0">
              <a:solidFill>
                <a:srgbClr val="000000"/>
              </a:solidFill>
              <a:latin typeface="Century Gothic"/>
            </a:endParaRPr>
          </a:p>
        </p:txBody>
      </p:sp>
      <p:sp>
        <p:nvSpPr>
          <p:cNvPr id="157" name="PlaceHolder 2"/>
          <p:cNvSpPr>
            <a:spLocks noGrp="1"/>
          </p:cNvSpPr>
          <p:nvPr>
            <p:ph type="subTitle"/>
          </p:nvPr>
        </p:nvSpPr>
        <p:spPr>
          <a:xfrm>
            <a:off x="686520" y="4361040"/>
            <a:ext cx="7997400" cy="1775520"/>
          </a:xfrm>
          <a:prstGeom prst="rect">
            <a:avLst/>
          </a:prstGeom>
          <a:noFill/>
          <a:ln w="0">
            <a:noFill/>
          </a:ln>
        </p:spPr>
        <p:txBody>
          <a:bodyPr numCol="1" spcCol="0" anchor="t">
            <a:noAutofit/>
          </a:bodyPr>
          <a:lstStyle/>
          <a:p>
            <a:pPr>
              <a:lnSpc>
                <a:spcPct val="100000"/>
              </a:lnSpc>
              <a:spcBef>
                <a:spcPts val="201"/>
              </a:spcBef>
              <a:buNone/>
              <a:tabLst>
                <a:tab pos="0" algn="l"/>
              </a:tabLst>
            </a:pPr>
            <a:endParaRPr lang="en-US" sz="2000" b="0" strike="noStrike" spc="-1" dirty="0">
              <a:solidFill>
                <a:srgbClr val="000000"/>
              </a:solidFill>
              <a:latin typeface="Century Gothic"/>
            </a:endParaRPr>
          </a:p>
          <a:p>
            <a:pPr>
              <a:lnSpc>
                <a:spcPct val="100000"/>
              </a:lnSpc>
              <a:spcBef>
                <a:spcPts val="201"/>
              </a:spcBef>
              <a:buNone/>
              <a:tabLst>
                <a:tab pos="0" algn="l"/>
              </a:tabLst>
            </a:pPr>
            <a:r>
              <a:rPr lang="en-US" sz="2000" b="0" strike="noStrike" spc="-1" dirty="0">
                <a:solidFill>
                  <a:srgbClr val="000000"/>
                </a:solidFill>
                <a:latin typeface="Century Gothic"/>
              </a:rPr>
              <a:t>Department of Life Science Informatics, B-IT</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Lamarr Institute for Machine Learning and Artificial Intelligence                   </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LIMES Institute Program Unit Medicinal Chemistry</a:t>
            </a:r>
            <a:endParaRPr lang="en-GB" sz="2000" b="0" strike="noStrike" spc="-1" dirty="0">
              <a:latin typeface="Arial"/>
            </a:endParaRPr>
          </a:p>
          <a:p>
            <a:pPr>
              <a:lnSpc>
                <a:spcPct val="100000"/>
              </a:lnSpc>
              <a:spcBef>
                <a:spcPts val="201"/>
              </a:spcBef>
              <a:buNone/>
              <a:tabLst>
                <a:tab pos="0" algn="l"/>
              </a:tabLst>
            </a:pPr>
            <a:r>
              <a:rPr lang="en-US" sz="2000" b="0" strike="noStrike" spc="-1" dirty="0">
                <a:solidFill>
                  <a:srgbClr val="000000"/>
                </a:solidFill>
                <a:latin typeface="Century Gothic"/>
              </a:rPr>
              <a:t>Rheinische Friedrich-Wilhelms-Universität Bonn</a:t>
            </a:r>
            <a:endParaRPr lang="en-GB" sz="2000" b="0" strike="noStrike" spc="-1" dirty="0">
              <a:latin typeface="Arial"/>
            </a:endParaRPr>
          </a:p>
          <a:p>
            <a:pPr>
              <a:lnSpc>
                <a:spcPct val="100000"/>
              </a:lnSpc>
              <a:spcBef>
                <a:spcPts val="201"/>
              </a:spcBef>
              <a:buNone/>
              <a:tabLst>
                <a:tab pos="0" algn="l"/>
              </a:tabLst>
            </a:pPr>
            <a:endParaRPr lang="en-GB" sz="2000" b="0" strike="noStrike" spc="-1" dirty="0">
              <a:latin typeface="Arial"/>
            </a:endParaRPr>
          </a:p>
        </p:txBody>
      </p:sp>
    </p:spTree>
    <p:extLst>
      <p:ext uri="{BB962C8B-B14F-4D97-AF65-F5344CB8AC3E}">
        <p14:creationId xmlns:p14="http://schemas.microsoft.com/office/powerpoint/2010/main" val="8296727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description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713065"/>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endParaRPr lang="en-US" sz="2000" b="1" spc="-1" dirty="0">
              <a:solidFill>
                <a:srgbClr val="000000"/>
              </a:solidFill>
              <a:latin typeface="Century Gothic"/>
            </a:endParaRPr>
          </a:p>
        </p:txBody>
      </p:sp>
      <p:pic>
        <p:nvPicPr>
          <p:cNvPr id="3" name="Picture 2">
            <a:extLst>
              <a:ext uri="{FF2B5EF4-FFF2-40B4-BE49-F238E27FC236}">
                <a16:creationId xmlns:a16="http://schemas.microsoft.com/office/drawing/2014/main" id="{C525295A-47E6-DB8C-78FD-5ACC25A8B445}"/>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1026" y="2445202"/>
            <a:ext cx="7159787" cy="3075263"/>
          </a:xfrm>
          <a:prstGeom prst="rect">
            <a:avLst/>
          </a:prstGeom>
        </p:spPr>
      </p:pic>
    </p:spTree>
    <p:extLst>
      <p:ext uri="{BB962C8B-B14F-4D97-AF65-F5344CB8AC3E}">
        <p14:creationId xmlns:p14="http://schemas.microsoft.com/office/powerpoint/2010/main" val="721732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goals</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3</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1463944"/>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the utility of Agentic AI combined with XAI</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Provide access to interpretable AI for non-coding chemists</a:t>
            </a:r>
          </a:p>
          <a:p>
            <a:pPr>
              <a:lnSpc>
                <a:spcPct val="100000"/>
              </a:lnSpc>
              <a:spcBef>
                <a:spcPts val="400"/>
              </a:spcBef>
              <a:spcAft>
                <a:spcPts val="601"/>
              </a:spcAft>
              <a:buClr>
                <a:srgbClr val="0064C8"/>
              </a:buClr>
              <a:buFont typeface="Wingdings" panose="05000000000000000000" pitchFamily="2" charset="2"/>
              <a:buChar char="§"/>
            </a:pPr>
            <a:r>
              <a:rPr lang="en-US" sz="1800" spc="-1" dirty="0">
                <a:solidFill>
                  <a:srgbClr val="000000"/>
                </a:solidFill>
                <a:latin typeface="Century Gothic"/>
              </a:rPr>
              <a:t>Highlight where using agentic AI can be an advantage over running analysis manually</a:t>
            </a:r>
          </a:p>
          <a:p>
            <a:pPr>
              <a:lnSpc>
                <a:spcPct val="100000"/>
              </a:lnSpc>
              <a:spcBef>
                <a:spcPts val="400"/>
              </a:spcBef>
              <a:spcAft>
                <a:spcPts val="601"/>
              </a:spcAft>
              <a:buClr>
                <a:srgbClr val="0064C8"/>
              </a:buClr>
            </a:pPr>
            <a:endParaRPr lang="en-US" sz="2000"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92106" y="2982097"/>
            <a:ext cx="7159787" cy="3075263"/>
          </a:xfrm>
          <a:prstGeom prst="rect">
            <a:avLst/>
          </a:prstGeom>
        </p:spPr>
      </p:pic>
    </p:spTree>
    <p:extLst>
      <p:ext uri="{BB962C8B-B14F-4D97-AF65-F5344CB8AC3E}">
        <p14:creationId xmlns:p14="http://schemas.microsoft.com/office/powerpoint/2010/main" val="9990101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Project setup</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4</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9" y="1355697"/>
            <a:ext cx="5248644"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Clr>
                <a:srgbClr val="0064C8"/>
              </a:buClr>
              <a:buNone/>
            </a:pPr>
            <a:r>
              <a:rPr lang="en-US" sz="1800" b="1" spc="-1" dirty="0">
                <a:solidFill>
                  <a:srgbClr val="000000"/>
                </a:solidFill>
                <a:latin typeface="Century Gothic"/>
              </a:rPr>
              <a:t>Framework</a:t>
            </a:r>
          </a:p>
          <a:p>
            <a:pPr>
              <a:lnSpc>
                <a:spcPct val="100000"/>
              </a:lnSpc>
              <a:spcBef>
                <a:spcPts val="400"/>
              </a:spcBef>
              <a:buClr>
                <a:srgbClr val="0064C8"/>
              </a:buClr>
            </a:pPr>
            <a:r>
              <a:rPr lang="en-US" sz="1400" spc="-1" dirty="0">
                <a:solidFill>
                  <a:srgbClr val="000000"/>
                </a:solidFill>
                <a:latin typeface="Century Gothic"/>
              </a:rPr>
              <a:t>LM Studio + Open Source LLM  (</a:t>
            </a:r>
            <a:r>
              <a:rPr lang="en-US" sz="1400" b="1" spc="-1" dirty="0" err="1">
                <a:solidFill>
                  <a:srgbClr val="000000"/>
                </a:solidFill>
                <a:latin typeface="Century Gothic"/>
              </a:rPr>
              <a:t>Qwen</a:t>
            </a:r>
            <a:r>
              <a:rPr lang="en-US" sz="1400" b="1" spc="-1" dirty="0">
                <a:solidFill>
                  <a:srgbClr val="000000"/>
                </a:solidFill>
                <a:latin typeface="Century Gothic"/>
              </a:rPr>
              <a:t> 3.6</a:t>
            </a:r>
            <a:r>
              <a:rPr lang="en-US" sz="1400" spc="-1" dirty="0">
                <a:solidFill>
                  <a:srgbClr val="000000"/>
                </a:solidFill>
                <a:latin typeface="Century Gothic"/>
              </a:rPr>
              <a:t>)</a:t>
            </a:r>
          </a:p>
          <a:p>
            <a:pPr marL="0" indent="0">
              <a:lnSpc>
                <a:spcPct val="100000"/>
              </a:lnSpc>
              <a:spcBef>
                <a:spcPts val="400"/>
              </a:spcBef>
              <a:buClr>
                <a:srgbClr val="0064C8"/>
              </a:buClr>
              <a:buNone/>
            </a:pPr>
            <a:r>
              <a:rPr lang="en-US" sz="1800" b="1" spc="-1" dirty="0">
                <a:solidFill>
                  <a:srgbClr val="000000"/>
                </a:solidFill>
                <a:latin typeface="Century Gothic"/>
              </a:rPr>
              <a:t>ML models</a:t>
            </a:r>
          </a:p>
          <a:p>
            <a:pPr>
              <a:lnSpc>
                <a:spcPct val="100000"/>
              </a:lnSpc>
              <a:spcBef>
                <a:spcPts val="400"/>
              </a:spcBef>
              <a:buClr>
                <a:srgbClr val="0064C8"/>
              </a:buClr>
            </a:pPr>
            <a:r>
              <a:rPr lang="en-US" sz="1400" spc="-1" dirty="0">
                <a:solidFill>
                  <a:srgbClr val="000000"/>
                </a:solidFill>
                <a:latin typeface="Century Gothic"/>
              </a:rPr>
              <a:t>Traditional ML – RF, BRF, SVM</a:t>
            </a:r>
          </a:p>
          <a:p>
            <a:pPr>
              <a:lnSpc>
                <a:spcPct val="100000"/>
              </a:lnSpc>
              <a:spcBef>
                <a:spcPts val="400"/>
              </a:spcBef>
              <a:buClr>
                <a:srgbClr val="0064C8"/>
              </a:buClr>
            </a:pPr>
            <a:r>
              <a:rPr lang="en-US" sz="1400" spc="-1" dirty="0">
                <a:solidFill>
                  <a:srgbClr val="000000"/>
                </a:solidFill>
                <a:latin typeface="Century Gothic"/>
              </a:rPr>
              <a:t>Deep learning – DNN, GNN (GCN, GAT etc.)</a:t>
            </a:r>
          </a:p>
          <a:p>
            <a:pPr marL="0" indent="0">
              <a:lnSpc>
                <a:spcPct val="100000"/>
              </a:lnSpc>
              <a:spcBef>
                <a:spcPts val="400"/>
              </a:spcBef>
              <a:buClr>
                <a:srgbClr val="0064C8"/>
              </a:buClr>
              <a:buNone/>
            </a:pPr>
            <a:r>
              <a:rPr lang="en-US" sz="1800" b="1" spc="-1" dirty="0">
                <a:solidFill>
                  <a:srgbClr val="000000"/>
                </a:solidFill>
                <a:latin typeface="Century Gothic"/>
              </a:rPr>
              <a:t>Datasets</a:t>
            </a:r>
          </a:p>
          <a:p>
            <a:pPr>
              <a:lnSpc>
                <a:spcPct val="100000"/>
              </a:lnSpc>
              <a:spcBef>
                <a:spcPts val="400"/>
              </a:spcBef>
              <a:buClr>
                <a:srgbClr val="0064C8"/>
              </a:buClr>
            </a:pPr>
            <a:r>
              <a:rPr lang="en-US" sz="1400" spc="-1" dirty="0">
                <a:solidFill>
                  <a:srgbClr val="000000"/>
                </a:solidFill>
                <a:latin typeface="Century Gothic"/>
              </a:rPr>
              <a:t>Binary bioactivity classification</a:t>
            </a:r>
          </a:p>
          <a:p>
            <a:pPr>
              <a:lnSpc>
                <a:spcPct val="100000"/>
              </a:lnSpc>
              <a:spcBef>
                <a:spcPts val="400"/>
              </a:spcBef>
              <a:buClr>
                <a:srgbClr val="0064C8"/>
              </a:buClr>
            </a:pPr>
            <a:r>
              <a:rPr lang="en-US" sz="1400" spc="-1" dirty="0">
                <a:solidFill>
                  <a:srgbClr val="000000"/>
                </a:solidFill>
                <a:latin typeface="Century Gothic"/>
              </a:rPr>
              <a:t>Multiclass selectivity prediction</a:t>
            </a:r>
          </a:p>
          <a:p>
            <a:pPr marL="0" indent="0">
              <a:lnSpc>
                <a:spcPct val="100000"/>
              </a:lnSpc>
              <a:spcBef>
                <a:spcPts val="400"/>
              </a:spcBef>
              <a:buClr>
                <a:srgbClr val="0064C8"/>
              </a:buClr>
              <a:buNone/>
            </a:pPr>
            <a:r>
              <a:rPr lang="en-US" sz="1800" b="1" spc="-1" dirty="0">
                <a:solidFill>
                  <a:srgbClr val="000000"/>
                </a:solidFill>
                <a:latin typeface="Century Gothic"/>
              </a:rPr>
              <a:t>Splitting strategies</a:t>
            </a:r>
          </a:p>
          <a:p>
            <a:pPr>
              <a:lnSpc>
                <a:spcPct val="100000"/>
              </a:lnSpc>
              <a:spcBef>
                <a:spcPts val="400"/>
              </a:spcBef>
              <a:buClr>
                <a:srgbClr val="0064C8"/>
              </a:buClr>
            </a:pPr>
            <a:r>
              <a:rPr lang="en-US" sz="1400" spc="-1" dirty="0">
                <a:solidFill>
                  <a:srgbClr val="000000"/>
                </a:solidFill>
                <a:latin typeface="Century Gothic"/>
              </a:rPr>
              <a:t>Random</a:t>
            </a:r>
          </a:p>
          <a:p>
            <a:pPr>
              <a:lnSpc>
                <a:spcPct val="100000"/>
              </a:lnSpc>
              <a:spcBef>
                <a:spcPts val="400"/>
              </a:spcBef>
              <a:buClr>
                <a:srgbClr val="0064C8"/>
              </a:buClr>
            </a:pPr>
            <a:r>
              <a:rPr lang="en-US" sz="1400" spc="-1" dirty="0">
                <a:solidFill>
                  <a:srgbClr val="000000"/>
                </a:solidFill>
                <a:latin typeface="Century Gothic"/>
              </a:rPr>
              <a:t>Scaffold</a:t>
            </a:r>
          </a:p>
          <a:p>
            <a:pPr marL="0" indent="0">
              <a:lnSpc>
                <a:spcPct val="100000"/>
              </a:lnSpc>
              <a:spcBef>
                <a:spcPts val="400"/>
              </a:spcBef>
              <a:buClr>
                <a:srgbClr val="0064C8"/>
              </a:buClr>
              <a:buNone/>
            </a:pPr>
            <a:r>
              <a:rPr lang="en-US" sz="1800" b="1" spc="-1" dirty="0" err="1">
                <a:solidFill>
                  <a:srgbClr val="000000"/>
                </a:solidFill>
                <a:latin typeface="Century Gothic"/>
              </a:rPr>
              <a:t>Explainability</a:t>
            </a:r>
            <a:r>
              <a:rPr lang="en-US" sz="1800" b="1" spc="-1" dirty="0">
                <a:solidFill>
                  <a:srgbClr val="000000"/>
                </a:solidFill>
                <a:latin typeface="Century Gothic"/>
              </a:rPr>
              <a:t> methods</a:t>
            </a:r>
          </a:p>
          <a:p>
            <a:pPr>
              <a:lnSpc>
                <a:spcPct val="100000"/>
              </a:lnSpc>
              <a:spcBef>
                <a:spcPts val="400"/>
              </a:spcBef>
              <a:buClr>
                <a:srgbClr val="0064C8"/>
              </a:buClr>
            </a:pPr>
            <a:r>
              <a:rPr lang="en-US" sz="1400" spc="-1" dirty="0">
                <a:solidFill>
                  <a:srgbClr val="000000"/>
                </a:solidFill>
                <a:latin typeface="Century Gothic"/>
              </a:rPr>
              <a:t>SHAP (</a:t>
            </a:r>
            <a:r>
              <a:rPr lang="en-US" sz="1400" spc="-1" dirty="0" err="1">
                <a:solidFill>
                  <a:srgbClr val="000000"/>
                </a:solidFill>
                <a:latin typeface="Century Gothic"/>
              </a:rPr>
              <a:t>EdgeSHAPer</a:t>
            </a:r>
            <a:r>
              <a:rPr lang="en-US" sz="1400" spc="-1" dirty="0">
                <a:solidFill>
                  <a:srgbClr val="000000"/>
                </a:solidFill>
                <a:latin typeface="Century Gothic"/>
              </a:rPr>
              <a:t>)</a:t>
            </a:r>
          </a:p>
          <a:p>
            <a:pPr>
              <a:lnSpc>
                <a:spcPct val="100000"/>
              </a:lnSpc>
              <a:spcBef>
                <a:spcPts val="400"/>
              </a:spcBef>
              <a:buClr>
                <a:srgbClr val="0064C8"/>
              </a:buClr>
            </a:pPr>
            <a:r>
              <a:rPr lang="en-US" sz="1400" spc="-1" dirty="0" err="1">
                <a:solidFill>
                  <a:srgbClr val="000000"/>
                </a:solidFill>
                <a:latin typeface="Century Gothic"/>
              </a:rPr>
              <a:t>MolAnchor</a:t>
            </a:r>
            <a:endParaRPr lang="en-US" sz="1400" spc="-1" dirty="0">
              <a:solidFill>
                <a:srgbClr val="000000"/>
              </a:solidFill>
              <a:latin typeface="Century Gothic"/>
            </a:endParaRPr>
          </a:p>
          <a:p>
            <a:pPr>
              <a:lnSpc>
                <a:spcPct val="100000"/>
              </a:lnSpc>
              <a:spcBef>
                <a:spcPts val="400"/>
              </a:spcBef>
              <a:buClr>
                <a:srgbClr val="0064C8"/>
              </a:buClr>
            </a:pPr>
            <a:r>
              <a:rPr lang="en-US" sz="1400" spc="-1" dirty="0">
                <a:solidFill>
                  <a:srgbClr val="000000"/>
                </a:solidFill>
                <a:latin typeface="Century Gothic"/>
              </a:rPr>
              <a:t>Contrastive (Counterfactuals, </a:t>
            </a:r>
            <a:r>
              <a:rPr lang="en-US" sz="1400" spc="-1" dirty="0" err="1">
                <a:solidFill>
                  <a:srgbClr val="000000"/>
                </a:solidFill>
                <a:latin typeface="Century Gothic"/>
              </a:rPr>
              <a:t>MolCE</a:t>
            </a:r>
            <a:r>
              <a:rPr lang="en-US" sz="1400" spc="-1" dirty="0">
                <a:solidFill>
                  <a:srgbClr val="000000"/>
                </a:solidFill>
                <a:latin typeface="Century Gothic"/>
              </a:rPr>
              <a:t>)</a:t>
            </a: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
        <p:nvSpPr>
          <p:cNvPr id="8" name="Rectangle 7">
            <a:extLst>
              <a:ext uri="{FF2B5EF4-FFF2-40B4-BE49-F238E27FC236}">
                <a16:creationId xmlns:a16="http://schemas.microsoft.com/office/drawing/2014/main" id="{A220120A-93C6-EC45-A145-4081B130C30E}"/>
              </a:ext>
            </a:extLst>
          </p:cNvPr>
          <p:cNvSpPr/>
          <p:nvPr/>
        </p:nvSpPr>
        <p:spPr>
          <a:xfrm>
            <a:off x="6394432" y="2383926"/>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Graphic 8" descr="Customer review with solid fill">
            <a:extLst>
              <a:ext uri="{FF2B5EF4-FFF2-40B4-BE49-F238E27FC236}">
                <a16:creationId xmlns:a16="http://schemas.microsoft.com/office/drawing/2014/main" id="{EDEA14B7-C0BC-9848-C63F-327BCC90C2A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803967" y="3573203"/>
            <a:ext cx="965534" cy="965534"/>
          </a:xfrm>
          <a:prstGeom prst="rect">
            <a:avLst/>
          </a:prstGeom>
        </p:spPr>
      </p:pic>
      <p:pic>
        <p:nvPicPr>
          <p:cNvPr id="10" name="Picture 9">
            <a:extLst>
              <a:ext uri="{FF2B5EF4-FFF2-40B4-BE49-F238E27FC236}">
                <a16:creationId xmlns:a16="http://schemas.microsoft.com/office/drawing/2014/main" id="{AEC186C5-E5F9-A5FB-266D-877A0F3143EA}"/>
              </a:ext>
            </a:extLst>
          </p:cNvPr>
          <p:cNvPicPr>
            <a:picLocks noChangeAspect="1"/>
          </p:cNvPicPr>
          <p:nvPr/>
        </p:nvPicPr>
        <p:blipFill>
          <a:blip r:embed="rId4"/>
          <a:stretch>
            <a:fillRect/>
          </a:stretch>
        </p:blipFill>
        <p:spPr>
          <a:xfrm>
            <a:off x="6530822" y="2480129"/>
            <a:ext cx="1525117" cy="996871"/>
          </a:xfrm>
          <a:prstGeom prst="rect">
            <a:avLst/>
          </a:prstGeom>
        </p:spPr>
      </p:pic>
      <p:cxnSp>
        <p:nvCxnSpPr>
          <p:cNvPr id="11" name="Connector: Elbow 10">
            <a:extLst>
              <a:ext uri="{FF2B5EF4-FFF2-40B4-BE49-F238E27FC236}">
                <a16:creationId xmlns:a16="http://schemas.microsoft.com/office/drawing/2014/main" id="{800D65FB-8069-2F90-2859-B2A57A9BB2C4}"/>
              </a:ext>
            </a:extLst>
          </p:cNvPr>
          <p:cNvCxnSpPr>
            <a:cxnSpLocks/>
            <a:endCxn id="8" idx="1"/>
          </p:cNvCxnSpPr>
          <p:nvPr/>
        </p:nvCxnSpPr>
        <p:spPr>
          <a:xfrm>
            <a:off x="4969565" y="1868557"/>
            <a:ext cx="1424867" cy="1670401"/>
          </a:xfrm>
          <a:prstGeom prst="bentConnector3">
            <a:avLst>
              <a:gd name="adj1" fmla="val 50000"/>
            </a:avLst>
          </a:prstGeom>
          <a:ln>
            <a:prstDash val="sysDash"/>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7074787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spc="-1" dirty="0">
                <a:solidFill>
                  <a:srgbClr val="0064C8"/>
                </a:solidFill>
                <a:latin typeface="Century Gothic"/>
              </a:rPr>
              <a:t>Study objectives</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5</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79" y="1355697"/>
            <a:ext cx="5248644" cy="4643307"/>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1800" b="1" spc="-1" dirty="0">
                <a:solidFill>
                  <a:srgbClr val="000000"/>
                </a:solidFill>
                <a:latin typeface="Century Gothic"/>
              </a:rPr>
              <a:t>Prompt 1 </a:t>
            </a:r>
            <a:endParaRPr lang="en-US" sz="1400" b="1" spc="-1" dirty="0">
              <a:solidFill>
                <a:srgbClr val="000000"/>
              </a:solidFill>
              <a:latin typeface="Century Gothic"/>
            </a:endParaRPr>
          </a:p>
          <a:p>
            <a:pPr lvl="1">
              <a:lnSpc>
                <a:spcPct val="100000"/>
              </a:lnSpc>
              <a:spcBef>
                <a:spcPts val="400"/>
              </a:spcBef>
              <a:buClr>
                <a:srgbClr val="0064C8"/>
              </a:buClr>
              <a:buFont typeface="Wingdings" panose="05000000000000000000" pitchFamily="2" charset="2"/>
              <a:buChar char="§"/>
            </a:pPr>
            <a:endParaRPr lang="en-US" sz="14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b="1" spc="-1" dirty="0">
                <a:solidFill>
                  <a:srgbClr val="000000"/>
                </a:solidFill>
                <a:latin typeface="Century Gothic"/>
              </a:rPr>
              <a:t>Prompt 2 </a:t>
            </a:r>
          </a:p>
          <a:p>
            <a:pPr>
              <a:lnSpc>
                <a:spcPct val="100000"/>
              </a:lnSpc>
              <a:spcBef>
                <a:spcPts val="400"/>
              </a:spcBef>
              <a:buClr>
                <a:srgbClr val="0064C8"/>
              </a:buClr>
              <a:buFont typeface="Wingdings" panose="05000000000000000000" pitchFamily="2" charset="2"/>
              <a:buChar char="§"/>
            </a:pPr>
            <a:endParaRPr lang="en-US" sz="1800" b="1"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1800" b="1" spc="-1" dirty="0">
                <a:solidFill>
                  <a:srgbClr val="000000"/>
                </a:solidFill>
                <a:latin typeface="Century Gothic"/>
              </a:rPr>
              <a:t>Prompt 3</a:t>
            </a:r>
            <a:endParaRPr lang="en-US" sz="14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lvl="1">
              <a:lnSpc>
                <a:spcPct val="100000"/>
              </a:lnSpc>
              <a:spcBef>
                <a:spcPts val="400"/>
              </a:spcBef>
              <a:buClr>
                <a:srgbClr val="0064C8"/>
              </a:buClr>
            </a:pPr>
            <a:endParaRPr lang="en-US" sz="1600" spc="-1" dirty="0">
              <a:solidFill>
                <a:srgbClr val="000000"/>
              </a:solidFill>
              <a:latin typeface="Century Gothic"/>
            </a:endParaRPr>
          </a:p>
          <a:p>
            <a:pPr marL="457200" lvl="1" indent="0">
              <a:lnSpc>
                <a:spcPct val="100000"/>
              </a:lnSpc>
              <a:spcBef>
                <a:spcPts val="400"/>
              </a:spcBef>
              <a:spcAft>
                <a:spcPts val="601"/>
              </a:spcAft>
              <a:buClr>
                <a:srgbClr val="0064C8"/>
              </a:buClr>
              <a:buNone/>
            </a:pPr>
            <a:endParaRPr lang="en-US" sz="16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4055496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Showcase that the AI agent is able to use tools correctly to reproduce known results</a:t>
            </a:r>
          </a:p>
          <a:p>
            <a:pPr>
              <a:lnSpc>
                <a:spcPct val="100000"/>
              </a:lnSpc>
              <a:spcBef>
                <a:spcPts val="400"/>
              </a:spcBef>
              <a:spcAft>
                <a:spcPts val="601"/>
              </a:spcAft>
              <a:buClr>
                <a:srgbClr val="0064C8"/>
              </a:buClr>
            </a:pPr>
            <a:r>
              <a:rPr lang="en-US" sz="2000" spc="-1" dirty="0">
                <a:solidFill>
                  <a:srgbClr val="000000"/>
                </a:solidFill>
                <a:latin typeface="Century Gothic"/>
              </a:rPr>
              <a:t>Can the agent derive verifiable, correct chemical insight from model explanations?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64035"/>
            <a:ext cx="5807670" cy="1382845"/>
          </a:xfrm>
          <a:prstGeom prst="wedgeRoundRectCallout">
            <a:avLst>
              <a:gd name="adj1" fmla="val -55184"/>
              <a:gd name="adj2" fmla="val 28620"/>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 reproducibility study for compound selectivity prediction. The goal is to train a Balanced Random Forest Classifier to distinguish PI3K-delta (</a:t>
            </a:r>
            <a:r>
              <a:rPr lang="en-US" sz="1200" dirty="0" err="1"/>
              <a:t>UniProt</a:t>
            </a:r>
            <a:r>
              <a:rPr lang="en-US" sz="1200" dirty="0"/>
              <a:t> O00329) vs PI3K-gamma (</a:t>
            </a:r>
            <a:r>
              <a:rPr lang="en-US" sz="1200" dirty="0" err="1"/>
              <a:t>UniProt</a:t>
            </a:r>
            <a:r>
              <a:rPr lang="en-US" sz="1200" dirty="0"/>
              <a:t> P48736) selective compounds, evaluate its performance, and identify recurrent molecular anchor fragments that drive the model's correct predictions for each selective class (class 1 &amp; 2) and discuss the chemical insight gained.</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131643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descr="A diagram of a molecule&#10;&#10;AI-generated content may be incorrect.">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3544" y="2544674"/>
            <a:ext cx="8794752" cy="3266504"/>
          </a:xfrm>
          <a:prstGeom prst="rect">
            <a:avLst/>
          </a:prstGeom>
        </p:spPr>
      </p:pic>
      <p:sp>
        <p:nvSpPr>
          <p:cNvPr id="6" name="PlaceHolder 2">
            <a:extLst>
              <a:ext uri="{FF2B5EF4-FFF2-40B4-BE49-F238E27FC236}">
                <a16:creationId xmlns:a16="http://schemas.microsoft.com/office/drawing/2014/main" id="{D7B2428B-EA79-8914-0F18-377276EFBD21}"/>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Anchors of the original paper were reproduced</a:t>
            </a:r>
          </a:p>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Chemical nomenclature is correct</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Tree>
    <p:extLst>
      <p:ext uri="{BB962C8B-B14F-4D97-AF65-F5344CB8AC3E}">
        <p14:creationId xmlns:p14="http://schemas.microsoft.com/office/powerpoint/2010/main" val="3444204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5" name="Picture 4">
            <a:extLst>
              <a:ext uri="{FF2B5EF4-FFF2-40B4-BE49-F238E27FC236}">
                <a16:creationId xmlns:a16="http://schemas.microsoft.com/office/drawing/2014/main" id="{5D579DF9-477D-8242-B734-6B7D32EB2F0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44748" y="2359563"/>
            <a:ext cx="8654504" cy="3425996"/>
          </a:xfrm>
          <a:prstGeom prst="rect">
            <a:avLst/>
          </a:prstGeom>
        </p:spPr>
      </p:pic>
      <p:sp>
        <p:nvSpPr>
          <p:cNvPr id="2" name="PlaceHolder 2">
            <a:extLst>
              <a:ext uri="{FF2B5EF4-FFF2-40B4-BE49-F238E27FC236}">
                <a16:creationId xmlns:a16="http://schemas.microsoft.com/office/drawing/2014/main" id="{FE3717CC-511B-C320-EE65-AEB70D6AF7E1}"/>
              </a:ext>
            </a:extLst>
          </p:cNvPr>
          <p:cNvSpPr txBox="1">
            <a:spLocks/>
          </p:cNvSpPr>
          <p:nvPr/>
        </p:nvSpPr>
        <p:spPr>
          <a:xfrm>
            <a:off x="380880" y="1375729"/>
            <a:ext cx="8380080" cy="7508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spcAft>
                <a:spcPts val="601"/>
              </a:spcAft>
              <a:buClr>
                <a:srgbClr val="0064C8"/>
              </a:buClr>
              <a:buFont typeface="Wingdings" panose="05000000000000000000" pitchFamily="2" charset="2"/>
              <a:buChar char="§"/>
            </a:pPr>
            <a:r>
              <a:rPr lang="en-US" sz="2000" spc="-1" dirty="0">
                <a:latin typeface="Century Gothic"/>
              </a:rPr>
              <a:t>Hinge-region binding, hydrogen-bond networks and allosteric pockets are rightfully mentioned</a:t>
            </a:r>
          </a:p>
          <a:p>
            <a:pPr marL="0" indent="0">
              <a:lnSpc>
                <a:spcPct val="100000"/>
              </a:lnSpc>
              <a:spcBef>
                <a:spcPts val="400"/>
              </a:spcBef>
              <a:spcAft>
                <a:spcPts val="601"/>
              </a:spcAft>
              <a:buClr>
                <a:srgbClr val="0064C8"/>
              </a:buClr>
              <a:buNone/>
            </a:pPr>
            <a:endParaRPr lang="en-US" sz="2000" spc="-1" dirty="0">
              <a:latin typeface="Century Gothic"/>
            </a:endParaRP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Tree>
    <p:extLst>
      <p:ext uri="{BB962C8B-B14F-4D97-AF65-F5344CB8AC3E}">
        <p14:creationId xmlns:p14="http://schemas.microsoft.com/office/powerpoint/2010/main" val="2762316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provide chemically intuitive explanations for model predictions </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interpret and compare explanations derived from different XAI methods?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04811" y="3708378"/>
            <a:ext cx="5799718" cy="1634901"/>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dirty="0"/>
              <a:t>You are running an explainability benchmarking study for compound bioactivity prediction. The goal is to train a Deep Neural Network to distinguish compounds active against the D(2) dopamine receptor (</a:t>
            </a:r>
            <a:r>
              <a:rPr lang="en-US" sz="1200" dirty="0" err="1"/>
              <a:t>UniProt</a:t>
            </a:r>
            <a:r>
              <a:rPr lang="en-US" sz="1200" dirty="0"/>
              <a:t> P14416) from inactive compounds, evaluate its performance, and then directly compare two pairs of explainability methods on the same on the same correctly predicted active compound:  </a:t>
            </a:r>
            <a:r>
              <a:rPr lang="en-US" sz="1200" dirty="0" err="1"/>
              <a:t>Molanchor</a:t>
            </a:r>
            <a:r>
              <a:rPr lang="en-US" sz="1200" dirty="0"/>
              <a:t> vs SHAP and </a:t>
            </a:r>
            <a:r>
              <a:rPr lang="en-US" sz="1200" dirty="0" err="1"/>
              <a:t>MolCE</a:t>
            </a:r>
            <a:r>
              <a:rPr lang="en-US" sz="1200" dirty="0"/>
              <a:t> vs Counterfactuals. Summarize where the methods agree on the structural determinants of the predictions and where they disagree.</a:t>
            </a:r>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3230935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380879" y="1186718"/>
            <a:ext cx="8171609" cy="4400556"/>
            <a:chOff x="232995" y="406630"/>
            <a:chExt cx="10956807" cy="5900434"/>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346840"/>
              <a:ext cx="10956807" cy="1960224"/>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a:t>
              </a:r>
              <a:r>
                <a:rPr lang="en-US" sz="1000" b="1" dirty="0"/>
                <a:t>converge on the morpholine-like ring </a:t>
              </a:r>
              <a:r>
                <a:rPr lang="en-US" sz="1000" dirty="0"/>
                <a:t>as the critical pharmacophore. </a:t>
              </a:r>
              <a:r>
                <a:rPr lang="en-US" sz="1000" dirty="0" err="1"/>
                <a:t>MolAnchor</a:t>
              </a:r>
              <a:r>
                <a:rPr lang="en-US" sz="1000" dirty="0"/>
                <a:t> identifies the ring as a </a:t>
              </a:r>
              <a:r>
                <a:rPr lang="en-US" sz="1000" b="1" dirty="0"/>
                <a:t>cohesive unit</a:t>
              </a:r>
              <a:r>
                <a:rPr lang="en-US" sz="1000" dirty="0"/>
                <a:t>, while SHAP confirms that the </a:t>
              </a:r>
              <a:r>
                <a:rPr lang="en-US" sz="1000" b="1" dirty="0"/>
                <a:t>atoms</a:t>
              </a:r>
              <a:r>
                <a:rPr lang="en-US" sz="1000" dirty="0"/>
                <a:t> comprising this ring are indeed the most influential.</a:t>
              </a:r>
            </a:p>
            <a:p>
              <a:pPr marL="228600" indent="-228600" algn="just">
                <a:buFont typeface="+mj-lt"/>
                <a:buAutoNum type="arabicPeriod"/>
              </a:pPr>
              <a:endParaRPr lang="en-US" sz="1000" dirty="0"/>
            </a:p>
            <a:p>
              <a:pPr marL="228600" indent="-228600" algn="just">
                <a:buFont typeface="+mj-lt"/>
                <a:buAutoNum type="arabicPeriod"/>
              </a:pPr>
              <a:r>
                <a:rPr lang="en-US" sz="1000" b="1" dirty="0"/>
                <a:t>Disagreement: </a:t>
              </a:r>
              <a:r>
                <a:rPr lang="en-US" sz="1000" dirty="0" err="1"/>
                <a:t>MolAnchor</a:t>
              </a:r>
              <a:r>
                <a:rPr lang="en-US" sz="1000" dirty="0"/>
                <a:t> focuses strictly on the highest-precision fragment, potentially downplaying the contribution of the aromatic substituents (benzyl/thiophene) that SHAP would assign non-zero values to</a:t>
              </a:r>
              <a:r>
                <a:rPr lang="en-US" sz="1000" b="1" dirty="0"/>
                <a:t>. </a:t>
              </a:r>
              <a:r>
                <a:rPr lang="en-US" sz="1000" b="1" dirty="0" err="1"/>
                <a:t>MolAnchor</a:t>
              </a:r>
              <a:r>
                <a:rPr lang="en-US" sz="1000" b="1" dirty="0"/>
                <a:t> is more "binary" (is this fragment present?), while SHAP is more "continuous" (how much does each atom contribute?).</a:t>
              </a:r>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4038832" y="406630"/>
              <a:ext cx="2444839" cy="438472"/>
            </a:xfrm>
            <a:prstGeom prst="rect">
              <a:avLst/>
            </a:prstGeom>
            <a:noFill/>
          </p:spPr>
          <p:txBody>
            <a:bodyPr wrap="square" rtlCol="0">
              <a:spAutoFit/>
            </a:bodyPr>
            <a:lstStyle/>
            <a:p>
              <a:pPr algn="ctr"/>
              <a:r>
                <a:rPr lang="en-US" sz="1600" b="1" dirty="0" err="1"/>
                <a:t>MolAnchor</a:t>
              </a:r>
              <a:endParaRPr lang="de-DE" sz="1600" b="1" dirty="0"/>
            </a:p>
          </p:txBody>
        </p:sp>
        <p:sp>
          <p:nvSpPr>
            <p:cNvPr id="9" name="TextBox 8">
              <a:extLst>
                <a:ext uri="{FF2B5EF4-FFF2-40B4-BE49-F238E27FC236}">
                  <a16:creationId xmlns:a16="http://schemas.microsoft.com/office/drawing/2014/main" id="{5B5E5C40-61E5-79E5-C05A-CA9180634650}"/>
                </a:ext>
              </a:extLst>
            </p:cNvPr>
            <p:cNvSpPr txBox="1"/>
            <p:nvPr/>
          </p:nvSpPr>
          <p:spPr>
            <a:xfrm>
              <a:off x="8311383" y="406630"/>
              <a:ext cx="2444839" cy="438472"/>
            </a:xfrm>
            <a:prstGeom prst="rect">
              <a:avLst/>
            </a:prstGeom>
            <a:noFill/>
          </p:spPr>
          <p:txBody>
            <a:bodyPr wrap="square" rtlCol="0">
              <a:spAutoFit/>
            </a:bodyPr>
            <a:lstStyle/>
            <a:p>
              <a:pPr algn="ctr"/>
              <a:r>
                <a:rPr lang="en-US" sz="1600" b="1" dirty="0"/>
                <a:t>SHAP</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A molecule of a chemical structure&#10;&#10;AI-generated content may be incorrect.">
              <a:extLst>
                <a:ext uri="{FF2B5EF4-FFF2-40B4-BE49-F238E27FC236}">
                  <a16:creationId xmlns:a16="http://schemas.microsoft.com/office/drawing/2014/main" id="{B00FBE90-B9A0-71D7-78B9-0470979D39BB}"/>
                </a:ext>
              </a:extLst>
            </p:cNvPr>
            <p:cNvPicPr>
              <a:picLocks noChangeAspect="1"/>
            </p:cNvPicPr>
            <p:nvPr/>
          </p:nvPicPr>
          <p:blipFill>
            <a:blip r:embed="rId6">
              <a:extLst>
                <a:ext uri="{28A0092B-C50C-407E-A947-70E740481C1C}">
                  <a14:useLocalDpi xmlns:a14="http://schemas.microsoft.com/office/drawing/2010/main" val="0"/>
                </a:ext>
              </a:extLst>
            </a:blip>
            <a:srcRect l="4101" t="21936" r="4499" b="21811"/>
            <a:stretch/>
          </p:blipFill>
          <p:spPr>
            <a:xfrm>
              <a:off x="3605250" y="1065529"/>
              <a:ext cx="3312000" cy="2038388"/>
            </a:xfrm>
            <a:prstGeom prst="rect">
              <a:avLst/>
            </a:prstGeom>
          </p:spPr>
        </p:pic>
        <p:pic>
          <p:nvPicPr>
            <p:cNvPr id="19" name="Picture 18" descr="A structure of a chemical formula&#10;&#10;AI-generated content may be incorrect.">
              <a:extLst>
                <a:ext uri="{FF2B5EF4-FFF2-40B4-BE49-F238E27FC236}">
                  <a16:creationId xmlns:a16="http://schemas.microsoft.com/office/drawing/2014/main" id="{8503AC68-78EB-31F3-DB36-6A64117ACE03}"/>
                </a:ext>
              </a:extLst>
            </p:cNvPr>
            <p:cNvPicPr>
              <a:picLocks noChangeAspect="1"/>
            </p:cNvPicPr>
            <p:nvPr/>
          </p:nvPicPr>
          <p:blipFill>
            <a:blip r:embed="rId7" cstate="print">
              <a:extLst>
                <a:ext uri="{28A0092B-C50C-407E-A947-70E740481C1C}">
                  <a14:useLocalDpi xmlns:a14="http://schemas.microsoft.com/office/drawing/2010/main" val="0"/>
                </a:ext>
              </a:extLst>
            </a:blip>
            <a:srcRect l="11528" t="25207" r="11064" b="25192"/>
            <a:stretch/>
          </p:blipFill>
          <p:spPr>
            <a:xfrm>
              <a:off x="7877802" y="1023609"/>
              <a:ext cx="3312000" cy="2122229"/>
            </a:xfrm>
            <a:prstGeom prst="rect">
              <a:avLst/>
            </a:prstGeom>
          </p:spPr>
        </p:pic>
      </p:grpSp>
    </p:spTree>
    <p:extLst>
      <p:ext uri="{BB962C8B-B14F-4D97-AF65-F5344CB8AC3E}">
        <p14:creationId xmlns:p14="http://schemas.microsoft.com/office/powerpoint/2010/main" val="33028567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8601794" cy="4349000"/>
            <a:chOff x="232995" y="406630"/>
            <a:chExt cx="11549227" cy="5839199"/>
          </a:xfrm>
        </p:grpSpPr>
        <p:sp>
          <p:nvSpPr>
            <p:cNvPr id="12" name="TextBox 11">
              <a:extLst>
                <a:ext uri="{FF2B5EF4-FFF2-40B4-BE49-F238E27FC236}">
                  <a16:creationId xmlns:a16="http://schemas.microsoft.com/office/drawing/2014/main" id="{84F2BFB3-8FF2-554F-E79D-F8FED4C6DB14}"/>
                </a:ext>
              </a:extLst>
            </p:cNvPr>
            <p:cNvSpPr txBox="1"/>
            <p:nvPr/>
          </p:nvSpPr>
          <p:spPr>
            <a:xfrm>
              <a:off x="232995" y="4344938"/>
              <a:ext cx="11197026" cy="1900891"/>
            </a:xfrm>
            <a:prstGeom prst="rect">
              <a:avLst/>
            </a:prstGeom>
            <a:noFill/>
          </p:spPr>
          <p:txBody>
            <a:bodyPr wrap="square">
              <a:spAutoFit/>
            </a:bodyPr>
            <a:lstStyle/>
            <a:p>
              <a:pPr algn="just"/>
              <a:r>
                <a:rPr lang="en-US" sz="1400" b="1" dirty="0"/>
                <a:t>Comparing XAI methods</a:t>
              </a:r>
            </a:p>
            <a:p>
              <a:pPr marL="171450" indent="-171450" algn="just">
                <a:buFont typeface="Arial" panose="020B0604020202020204" pitchFamily="34" charset="0"/>
                <a:buChar char="•"/>
              </a:pPr>
              <a:endParaRPr lang="en-US" sz="1200" b="1" dirty="0"/>
            </a:p>
            <a:p>
              <a:pPr marL="228600" indent="-228600" algn="just">
                <a:buFont typeface="+mj-lt"/>
                <a:buAutoNum type="arabicPeriod"/>
              </a:pPr>
              <a:r>
                <a:rPr lang="en-US" sz="1000" b="1" dirty="0"/>
                <a:t>Agreement: </a:t>
              </a:r>
              <a:r>
                <a:rPr lang="en-US" sz="1000" dirty="0"/>
                <a:t>Both methods highlight that modifications to the R-groups attached to the morpholine ring are the most sensitive levers for changing bioactivity.</a:t>
              </a:r>
            </a:p>
            <a:p>
              <a:pPr marL="228600" indent="-228600" algn="just">
                <a:buFont typeface="+mj-lt"/>
                <a:buAutoNum type="arabicPeriod"/>
              </a:pPr>
              <a:endParaRPr lang="en-US" sz="1000" b="1" dirty="0"/>
            </a:p>
            <a:p>
              <a:pPr marL="228600" indent="-228600" algn="just">
                <a:buFont typeface="+mj-lt"/>
                <a:buAutoNum type="arabicPeriod"/>
              </a:pPr>
              <a:r>
                <a:rPr lang="en-US" sz="1000" b="1" dirty="0"/>
                <a:t>Disagreement: </a:t>
              </a:r>
              <a:r>
                <a:rPr lang="en-US" sz="1000" dirty="0" err="1"/>
                <a:t>MolCE</a:t>
              </a:r>
              <a:r>
                <a:rPr lang="en-US" sz="1000" dirty="0"/>
                <a:t> provides a theoretical contrastive feature (a specific R-group that is "anti-activating"). Counterfactuals provides concrete examples of inactive molecules. </a:t>
              </a:r>
              <a:r>
                <a:rPr lang="en-US" sz="1000" dirty="0" err="1"/>
                <a:t>MolCE</a:t>
              </a:r>
              <a:r>
                <a:rPr lang="en-US" sz="1000" dirty="0"/>
                <a:t> might suggest an R-group not present in the immediate neighborhood of the query, whereas Counterfactuals are constrained by the available library of R-groups for substitution.</a:t>
              </a:r>
            </a:p>
          </p:txBody>
        </p:sp>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9472E490-A369-C15A-DECA-AE1255870DC8}"/>
                </a:ext>
              </a:extLst>
            </p:cNvPr>
            <p:cNvGrpSpPr/>
            <p:nvPr/>
          </p:nvGrpSpPr>
          <p:grpSpPr>
            <a:xfrm>
              <a:off x="3100852" y="406630"/>
              <a:ext cx="4177285" cy="3044438"/>
              <a:chOff x="2837001" y="180836"/>
              <a:chExt cx="4177285" cy="3044438"/>
            </a:xfrm>
          </p:grpSpPr>
          <p:grpSp>
            <p:nvGrpSpPr>
              <p:cNvPr id="27" name="Group 26">
                <a:extLst>
                  <a:ext uri="{FF2B5EF4-FFF2-40B4-BE49-F238E27FC236}">
                    <a16:creationId xmlns:a16="http://schemas.microsoft.com/office/drawing/2014/main" id="{C867F122-D459-E4D8-E91E-39D4FB20E8FB}"/>
                  </a:ext>
                </a:extLst>
              </p:cNvPr>
              <p:cNvGrpSpPr>
                <a:grpSpLocks noChangeAspect="1"/>
              </p:cNvGrpSpPr>
              <p:nvPr/>
            </p:nvGrpSpPr>
            <p:grpSpPr>
              <a:xfrm>
                <a:off x="2837001" y="756337"/>
                <a:ext cx="2160399" cy="2468937"/>
                <a:chOff x="3436044" y="2054607"/>
                <a:chExt cx="2487556" cy="2842817"/>
              </a:xfrm>
            </p:grpSpPr>
            <p:pic>
              <p:nvPicPr>
                <p:cNvPr id="32" name="Picture 31" descr="A screenshot of a graph&#10;&#10;AI-generated content may be incorrect.">
                  <a:extLst>
                    <a:ext uri="{FF2B5EF4-FFF2-40B4-BE49-F238E27FC236}">
                      <a16:creationId xmlns:a16="http://schemas.microsoft.com/office/drawing/2014/main" id="{5A34DEF1-BD9B-CD6A-A8D2-7AFC0C5C49C9}"/>
                    </a:ext>
                  </a:extLst>
                </p:cNvPr>
                <p:cNvPicPr>
                  <a:picLocks noChangeAspect="1"/>
                </p:cNvPicPr>
                <p:nvPr/>
              </p:nvPicPr>
              <p:blipFill>
                <a:blip r:embed="rId6">
                  <a:extLst>
                    <a:ext uri="{28A0092B-C50C-407E-A947-70E740481C1C}">
                      <a14:useLocalDpi xmlns:a14="http://schemas.microsoft.com/office/drawing/2010/main" val="0"/>
                    </a:ext>
                  </a:extLst>
                </a:blip>
                <a:srcRect l="31035" t="24006" r="53731" b="44988"/>
                <a:stretch/>
              </p:blipFill>
              <p:spPr>
                <a:xfrm>
                  <a:off x="3436044" y="2054607"/>
                  <a:ext cx="2222549" cy="2392796"/>
                </a:xfrm>
                <a:prstGeom prst="rect">
                  <a:avLst/>
                </a:prstGeom>
              </p:spPr>
            </p:pic>
            <p:pic>
              <p:nvPicPr>
                <p:cNvPr id="33" name="Picture 32" descr="A screenshot of a graph&#10;&#10;AI-generated content may be incorrect.">
                  <a:extLst>
                    <a:ext uri="{FF2B5EF4-FFF2-40B4-BE49-F238E27FC236}">
                      <a16:creationId xmlns:a16="http://schemas.microsoft.com/office/drawing/2014/main" id="{C3C561D4-D6EB-0889-183B-97DE0B45487D}"/>
                    </a:ext>
                  </a:extLst>
                </p:cNvPr>
                <p:cNvPicPr>
                  <a:picLocks noChangeAspect="1"/>
                </p:cNvPicPr>
                <p:nvPr/>
              </p:nvPicPr>
              <p:blipFill>
                <a:blip r:embed="rId6">
                  <a:extLst>
                    <a:ext uri="{28A0092B-C50C-407E-A947-70E740481C1C}">
                      <a14:useLocalDpi xmlns:a14="http://schemas.microsoft.com/office/drawing/2010/main" val="0"/>
                    </a:ext>
                  </a:extLst>
                </a:blip>
                <a:srcRect l="31170" t="17838" r="53596" b="76213"/>
                <a:stretch/>
              </p:blipFill>
              <p:spPr>
                <a:xfrm>
                  <a:off x="3701051" y="4438366"/>
                  <a:ext cx="2222549" cy="459058"/>
                </a:xfrm>
                <a:prstGeom prst="rect">
                  <a:avLst/>
                </a:prstGeom>
              </p:spPr>
            </p:pic>
          </p:grpSp>
          <p:grpSp>
            <p:nvGrpSpPr>
              <p:cNvPr id="28" name="Group 27">
                <a:extLst>
                  <a:ext uri="{FF2B5EF4-FFF2-40B4-BE49-F238E27FC236}">
                    <a16:creationId xmlns:a16="http://schemas.microsoft.com/office/drawing/2014/main" id="{31D67220-A5A3-C982-ABAA-76BF27D3A610}"/>
                  </a:ext>
                </a:extLst>
              </p:cNvPr>
              <p:cNvGrpSpPr>
                <a:grpSpLocks noChangeAspect="1"/>
              </p:cNvGrpSpPr>
              <p:nvPr/>
            </p:nvGrpSpPr>
            <p:grpSpPr>
              <a:xfrm>
                <a:off x="5025516" y="794440"/>
                <a:ext cx="1988770" cy="2392732"/>
                <a:chOff x="5620740" y="1990807"/>
                <a:chExt cx="2369090" cy="2850303"/>
              </a:xfrm>
            </p:grpSpPr>
            <p:pic>
              <p:nvPicPr>
                <p:cNvPr id="30" name="Picture 29" descr="A screenshot of a graph&#10;&#10;AI-generated content may be incorrect.">
                  <a:extLst>
                    <a:ext uri="{FF2B5EF4-FFF2-40B4-BE49-F238E27FC236}">
                      <a16:creationId xmlns:a16="http://schemas.microsoft.com/office/drawing/2014/main" id="{31CDC5D0-80F4-CF34-180C-1E2C5181119A}"/>
                    </a:ext>
                  </a:extLst>
                </p:cNvPr>
                <p:cNvPicPr>
                  <a:picLocks noChangeAspect="1"/>
                </p:cNvPicPr>
                <p:nvPr/>
              </p:nvPicPr>
              <p:blipFill>
                <a:blip r:embed="rId6">
                  <a:extLst>
                    <a:ext uri="{28A0092B-C50C-407E-A947-70E740481C1C}">
                      <a14:useLocalDpi xmlns:a14="http://schemas.microsoft.com/office/drawing/2010/main" val="0"/>
                    </a:ext>
                  </a:extLst>
                </a:blip>
                <a:srcRect l="56362" t="23416" r="29209" b="43925"/>
                <a:stretch/>
              </p:blipFill>
              <p:spPr>
                <a:xfrm>
                  <a:off x="5620740" y="1990807"/>
                  <a:ext cx="2105025" cy="2520397"/>
                </a:xfrm>
                <a:prstGeom prst="rect">
                  <a:avLst/>
                </a:prstGeom>
              </p:spPr>
            </p:pic>
            <p:pic>
              <p:nvPicPr>
                <p:cNvPr id="31" name="Picture 30" descr="A screenshot of a graph&#10;&#10;AI-generated content may be incorrect.">
                  <a:extLst>
                    <a:ext uri="{FF2B5EF4-FFF2-40B4-BE49-F238E27FC236}">
                      <a16:creationId xmlns:a16="http://schemas.microsoft.com/office/drawing/2014/main" id="{CA091874-25E2-30DF-B764-40BAC98019C4}"/>
                    </a:ext>
                  </a:extLst>
                </p:cNvPr>
                <p:cNvPicPr>
                  <a:picLocks noChangeAspect="1"/>
                </p:cNvPicPr>
                <p:nvPr/>
              </p:nvPicPr>
              <p:blipFill>
                <a:blip r:embed="rId6">
                  <a:extLst>
                    <a:ext uri="{28A0092B-C50C-407E-A947-70E740481C1C}">
                      <a14:useLocalDpi xmlns:a14="http://schemas.microsoft.com/office/drawing/2010/main" val="0"/>
                    </a:ext>
                  </a:extLst>
                </a:blip>
                <a:srcRect l="56362" t="18606" r="29209" b="76905"/>
                <a:stretch/>
              </p:blipFill>
              <p:spPr>
                <a:xfrm>
                  <a:off x="5884805" y="4494680"/>
                  <a:ext cx="2105025" cy="346430"/>
                </a:xfrm>
                <a:prstGeom prst="rect">
                  <a:avLst/>
                </a:prstGeom>
              </p:spPr>
            </p:pic>
          </p:grpSp>
          <p:sp>
            <p:nvSpPr>
              <p:cNvPr id="29" name="TextBox 28">
                <a:extLst>
                  <a:ext uri="{FF2B5EF4-FFF2-40B4-BE49-F238E27FC236}">
                    <a16:creationId xmlns:a16="http://schemas.microsoft.com/office/drawing/2014/main" id="{50EF08DE-650D-84D8-23E2-83CD379C9565}"/>
                  </a:ext>
                </a:extLst>
              </p:cNvPr>
              <p:cNvSpPr txBox="1"/>
              <p:nvPr/>
            </p:nvSpPr>
            <p:spPr>
              <a:xfrm>
                <a:off x="3774980" y="180836"/>
                <a:ext cx="2444839" cy="462179"/>
              </a:xfrm>
              <a:prstGeom prst="rect">
                <a:avLst/>
              </a:prstGeom>
              <a:noFill/>
            </p:spPr>
            <p:txBody>
              <a:bodyPr wrap="square" rtlCol="0">
                <a:spAutoFit/>
              </a:bodyPr>
              <a:lstStyle/>
              <a:p>
                <a:pPr algn="ctr"/>
                <a:r>
                  <a:rPr lang="en-US" sz="1600" b="1" dirty="0"/>
                  <a:t>Counterfactuals</a:t>
                </a:r>
                <a:endParaRPr lang="de-DE" sz="1600" b="1" dirty="0"/>
              </a:p>
            </p:txBody>
          </p:sp>
        </p:grpSp>
        <p:grpSp>
          <p:nvGrpSpPr>
            <p:cNvPr id="34" name="Group 33">
              <a:extLst>
                <a:ext uri="{FF2B5EF4-FFF2-40B4-BE49-F238E27FC236}">
                  <a16:creationId xmlns:a16="http://schemas.microsoft.com/office/drawing/2014/main" id="{0D4F3181-F484-3C7A-63BE-FADB4F9C8C2E}"/>
                </a:ext>
              </a:extLst>
            </p:cNvPr>
            <p:cNvGrpSpPr/>
            <p:nvPr/>
          </p:nvGrpSpPr>
          <p:grpSpPr>
            <a:xfrm>
              <a:off x="7476422" y="406630"/>
              <a:ext cx="4305800" cy="2445525"/>
              <a:chOff x="7484339" y="181744"/>
              <a:chExt cx="4305800" cy="2445525"/>
            </a:xfrm>
          </p:grpSpPr>
          <p:grpSp>
            <p:nvGrpSpPr>
              <p:cNvPr id="35" name="Group 34">
                <a:extLst>
                  <a:ext uri="{FF2B5EF4-FFF2-40B4-BE49-F238E27FC236}">
                    <a16:creationId xmlns:a16="http://schemas.microsoft.com/office/drawing/2014/main" id="{315A4BFF-0CA9-D528-2306-83671A721F96}"/>
                  </a:ext>
                </a:extLst>
              </p:cNvPr>
              <p:cNvGrpSpPr>
                <a:grpSpLocks noChangeAspect="1"/>
              </p:cNvGrpSpPr>
              <p:nvPr/>
            </p:nvGrpSpPr>
            <p:grpSpPr>
              <a:xfrm>
                <a:off x="7484339" y="1329135"/>
                <a:ext cx="2052000" cy="1269160"/>
                <a:chOff x="7955797" y="1713756"/>
                <a:chExt cx="2885092" cy="1784427"/>
              </a:xfrm>
            </p:grpSpPr>
            <p:pic>
              <p:nvPicPr>
                <p:cNvPr id="40" name="Picture 39" descr="A black and red chemical structure&#10;&#10;AI-generated content may be incorrect.">
                  <a:extLst>
                    <a:ext uri="{FF2B5EF4-FFF2-40B4-BE49-F238E27FC236}">
                      <a16:creationId xmlns:a16="http://schemas.microsoft.com/office/drawing/2014/main" id="{13934202-8C49-5877-EAF5-D53028B5669E}"/>
                    </a:ext>
                  </a:extLst>
                </p:cNvPr>
                <p:cNvPicPr>
                  <a:picLocks noChangeAspect="1"/>
                </p:cNvPicPr>
                <p:nvPr/>
              </p:nvPicPr>
              <p:blipFill>
                <a:blip r:embed="rId7" cstate="print">
                  <a:extLst>
                    <a:ext uri="{28A0092B-C50C-407E-A947-70E740481C1C}">
                      <a14:useLocalDpi xmlns:a14="http://schemas.microsoft.com/office/drawing/2010/main" val="0"/>
                    </a:ext>
                  </a:extLst>
                </a:blip>
                <a:srcRect l="26131" t="13384" r="50592" b="35527"/>
                <a:stretch/>
              </p:blipFill>
              <p:spPr>
                <a:xfrm>
                  <a:off x="7955797" y="1713756"/>
                  <a:ext cx="2885092" cy="1385205"/>
                </a:xfrm>
                <a:prstGeom prst="rect">
                  <a:avLst/>
                </a:prstGeom>
              </p:spPr>
            </p:pic>
            <p:pic>
              <p:nvPicPr>
                <p:cNvPr id="41" name="Picture 40" descr="A black and red chemical structure&#10;&#10;AI-generated content may be incorrect.">
                  <a:extLst>
                    <a:ext uri="{FF2B5EF4-FFF2-40B4-BE49-F238E27FC236}">
                      <a16:creationId xmlns:a16="http://schemas.microsoft.com/office/drawing/2014/main" id="{14AFA39F-495B-AE1F-EE0F-FC1A7BA10F05}"/>
                    </a:ext>
                  </a:extLst>
                </p:cNvPr>
                <p:cNvPicPr>
                  <a:picLocks noChangeAspect="1"/>
                </p:cNvPicPr>
                <p:nvPr/>
              </p:nvPicPr>
              <p:blipFill>
                <a:blip r:embed="rId7">
                  <a:extLst>
                    <a:ext uri="{28A0092B-C50C-407E-A947-70E740481C1C}">
                      <a14:useLocalDpi xmlns:a14="http://schemas.microsoft.com/office/drawing/2010/main" val="0"/>
                    </a:ext>
                  </a:extLst>
                </a:blip>
                <a:srcRect l="34138" t="87643" r="59329" b="4628"/>
                <a:stretch/>
              </p:blipFill>
              <p:spPr>
                <a:xfrm>
                  <a:off x="8883993" y="3231955"/>
                  <a:ext cx="1028700" cy="266228"/>
                </a:xfrm>
                <a:prstGeom prst="rect">
                  <a:avLst/>
                </a:prstGeom>
              </p:spPr>
            </p:pic>
          </p:grpSp>
          <p:grpSp>
            <p:nvGrpSpPr>
              <p:cNvPr id="36" name="Group 35">
                <a:extLst>
                  <a:ext uri="{FF2B5EF4-FFF2-40B4-BE49-F238E27FC236}">
                    <a16:creationId xmlns:a16="http://schemas.microsoft.com/office/drawing/2014/main" id="{40F329E8-016F-7B2E-D6E4-F9F4E0BE7A34}"/>
                  </a:ext>
                </a:extLst>
              </p:cNvPr>
              <p:cNvGrpSpPr>
                <a:grpSpLocks noChangeAspect="1"/>
              </p:cNvGrpSpPr>
              <p:nvPr/>
            </p:nvGrpSpPr>
            <p:grpSpPr>
              <a:xfrm>
                <a:off x="9738139" y="1397550"/>
                <a:ext cx="2052000" cy="1229719"/>
                <a:chOff x="7951035" y="3350221"/>
                <a:chExt cx="2894617" cy="1734681"/>
              </a:xfrm>
            </p:grpSpPr>
            <p:pic>
              <p:nvPicPr>
                <p:cNvPr id="38" name="Picture 37" descr="A black and red chemical structure&#10;&#10;AI-generated content may be incorrect.">
                  <a:extLst>
                    <a:ext uri="{FF2B5EF4-FFF2-40B4-BE49-F238E27FC236}">
                      <a16:creationId xmlns:a16="http://schemas.microsoft.com/office/drawing/2014/main" id="{48ACB3B0-1845-ABC3-5228-376A5949FA79}"/>
                    </a:ext>
                  </a:extLst>
                </p:cNvPr>
                <p:cNvPicPr>
                  <a:picLocks noChangeAspect="1"/>
                </p:cNvPicPr>
                <p:nvPr/>
              </p:nvPicPr>
              <p:blipFill>
                <a:blip r:embed="rId7" cstate="print">
                  <a:extLst>
                    <a:ext uri="{28A0092B-C50C-407E-A947-70E740481C1C}">
                      <a14:useLocalDpi xmlns:a14="http://schemas.microsoft.com/office/drawing/2010/main" val="0"/>
                    </a:ext>
                  </a:extLst>
                </a:blip>
                <a:srcRect l="51184" t="14586" r="25463" b="34325"/>
                <a:stretch/>
              </p:blipFill>
              <p:spPr>
                <a:xfrm>
                  <a:off x="7951035" y="3350221"/>
                  <a:ext cx="2894617" cy="1385206"/>
                </a:xfrm>
                <a:prstGeom prst="rect">
                  <a:avLst/>
                </a:prstGeom>
              </p:spPr>
            </p:pic>
            <p:pic>
              <p:nvPicPr>
                <p:cNvPr id="39" name="Picture 38" descr="A black and red chemical structure&#10;&#10;AI-generated content may be incorrect.">
                  <a:extLst>
                    <a:ext uri="{FF2B5EF4-FFF2-40B4-BE49-F238E27FC236}">
                      <a16:creationId xmlns:a16="http://schemas.microsoft.com/office/drawing/2014/main" id="{5D7062A3-FA42-FF24-FF7D-4729F61DD8A5}"/>
                    </a:ext>
                  </a:extLst>
                </p:cNvPr>
                <p:cNvPicPr>
                  <a:picLocks noChangeAspect="1"/>
                </p:cNvPicPr>
                <p:nvPr/>
              </p:nvPicPr>
              <p:blipFill>
                <a:blip r:embed="rId7">
                  <a:extLst>
                    <a:ext uri="{28A0092B-C50C-407E-A947-70E740481C1C}">
                      <a14:useLocalDpi xmlns:a14="http://schemas.microsoft.com/office/drawing/2010/main" val="0"/>
                    </a:ext>
                  </a:extLst>
                </a:blip>
                <a:srcRect l="59497" t="85098" r="34125" b="3309"/>
                <a:stretch/>
              </p:blipFill>
              <p:spPr>
                <a:xfrm>
                  <a:off x="8926807" y="4709945"/>
                  <a:ext cx="943073" cy="374957"/>
                </a:xfrm>
                <a:prstGeom prst="rect">
                  <a:avLst/>
                </a:prstGeom>
              </p:spPr>
            </p:pic>
          </p:grpSp>
          <p:sp>
            <p:nvSpPr>
              <p:cNvPr id="37" name="TextBox 36">
                <a:extLst>
                  <a:ext uri="{FF2B5EF4-FFF2-40B4-BE49-F238E27FC236}">
                    <a16:creationId xmlns:a16="http://schemas.microsoft.com/office/drawing/2014/main" id="{A9B538AC-1716-FEE9-9303-C64FEB3A2571}"/>
                  </a:ext>
                </a:extLst>
              </p:cNvPr>
              <p:cNvSpPr txBox="1"/>
              <p:nvPr/>
            </p:nvSpPr>
            <p:spPr>
              <a:xfrm>
                <a:off x="8319300" y="181744"/>
                <a:ext cx="2444839" cy="462179"/>
              </a:xfrm>
              <a:prstGeom prst="rect">
                <a:avLst/>
              </a:prstGeom>
              <a:noFill/>
            </p:spPr>
            <p:txBody>
              <a:bodyPr wrap="square" rtlCol="0">
                <a:spAutoFit/>
              </a:bodyPr>
              <a:lstStyle/>
              <a:p>
                <a:pPr algn="ctr"/>
                <a:r>
                  <a:rPr lang="en-US" sz="1600" b="1" dirty="0" err="1"/>
                  <a:t>MolCE</a:t>
                </a:r>
                <a:endParaRPr lang="de-DE" sz="1600" b="1" dirty="0"/>
              </a:p>
            </p:txBody>
          </p:sp>
        </p:grpSp>
        <p:sp>
          <p:nvSpPr>
            <p:cNvPr id="42" name="Arrow: Right 41">
              <a:extLst>
                <a:ext uri="{FF2B5EF4-FFF2-40B4-BE49-F238E27FC236}">
                  <a16:creationId xmlns:a16="http://schemas.microsoft.com/office/drawing/2014/main" id="{666A450C-D0FA-4FC2-D779-9D8A47EBECE0}"/>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spTree>
    <p:extLst>
      <p:ext uri="{BB962C8B-B14F-4D97-AF65-F5344CB8AC3E}">
        <p14:creationId xmlns:p14="http://schemas.microsoft.com/office/powerpoint/2010/main" val="34633394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investigate learning characteristics of distinct ML methods </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different explanations of a GNN model for active and inactive compounds?</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a GNN model on a compound activity prediction dataset. Select a correctly predicted active compound and a correctly predicted inactive compound from the test set and explain the predictions using </a:t>
            </a:r>
            <a:r>
              <a:rPr lang="en-US" sz="1200" b="0" i="0" dirty="0" err="1">
                <a:effectLst/>
                <a:latin typeface="ui-sans-serif"/>
              </a:rPr>
              <a:t>EdgeSHAPer</a:t>
            </a:r>
            <a:r>
              <a:rPr lang="en-US" sz="1200" b="0" i="0" dirty="0">
                <a:effectLst/>
                <a:latin typeface="ui-sans-serif"/>
              </a:rPr>
              <a:t>. Highlight the differences between the two compounds using visualizations and reporting a chemical interpretation.</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3646982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51" name="TextBox 50">
            <a:extLst>
              <a:ext uri="{FF2B5EF4-FFF2-40B4-BE49-F238E27FC236}">
                <a16:creationId xmlns:a16="http://schemas.microsoft.com/office/drawing/2014/main" id="{DF18DC75-5559-4AE8-827D-B973B6EC4160}"/>
              </a:ext>
            </a:extLst>
          </p:cNvPr>
          <p:cNvSpPr txBox="1"/>
          <p:nvPr/>
        </p:nvSpPr>
        <p:spPr>
          <a:xfrm>
            <a:off x="380879" y="3927356"/>
            <a:ext cx="4304372" cy="2031325"/>
          </a:xfrm>
          <a:prstGeom prst="rect">
            <a:avLst/>
          </a:prstGeom>
          <a:noFill/>
        </p:spPr>
        <p:txBody>
          <a:bodyPr wrap="square">
            <a:spAutoFit/>
          </a:bodyPr>
          <a:lstStyle/>
          <a:p>
            <a:r>
              <a:rPr lang="en-US" sz="1400" b="1" dirty="0" err="1"/>
              <a:t>EdgeSHAPer</a:t>
            </a:r>
            <a:r>
              <a:rPr lang="en-US" sz="1400" b="1" dirty="0"/>
              <a:t> insights – 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Piperazine Ring Bonds Dominate</a:t>
            </a:r>
            <a:r>
              <a:rPr lang="en-US" sz="800" b="0" i="0" dirty="0">
                <a:effectLst/>
              </a:rPr>
              <a:t> (φ = 0.116, 0.101, 0.095)</a:t>
            </a:r>
          </a:p>
          <a:p>
            <a:pPr marL="742950" lvl="1" indent="-285750" algn="l">
              <a:buFont typeface="Arial" panose="020B0604020202020204" pitchFamily="34" charset="0"/>
              <a:buChar char="•"/>
            </a:pPr>
            <a:r>
              <a:rPr lang="en-US" sz="800" b="0" i="0" dirty="0">
                <a:effectLst/>
              </a:rPr>
              <a:t>The C-N and C-C bonds within the </a:t>
            </a:r>
            <a:r>
              <a:rPr lang="en-US" sz="800" b="1" i="0" dirty="0">
                <a:effectLst/>
              </a:rPr>
              <a:t>piperazine ring </a:t>
            </a:r>
            <a:r>
              <a:rPr lang="en-US" sz="800" b="0" i="0" dirty="0">
                <a:effectLst/>
              </a:rPr>
              <a:t>show the highest positive SHAP values</a:t>
            </a:r>
          </a:p>
          <a:p>
            <a:pPr marL="742950" lvl="1" indent="-285750" algn="l">
              <a:buFont typeface="Arial" panose="020B0604020202020204" pitchFamily="34" charset="0"/>
              <a:buChar char="•"/>
            </a:pPr>
            <a:r>
              <a:rPr lang="en-US" sz="800" b="0" i="0" dirty="0">
                <a:effectLst/>
              </a:rPr>
              <a:t>This suggests the model associates the </a:t>
            </a:r>
            <a:r>
              <a:rPr lang="en-US" sz="800" b="1" i="0" dirty="0">
                <a:effectLst/>
              </a:rPr>
              <a:t>piperazine scaffold with activity</a:t>
            </a:r>
          </a:p>
          <a:p>
            <a:pPr marL="742950" lvl="1" indent="-285750" algn="l">
              <a:buFont typeface="Arial" panose="020B0604020202020204" pitchFamily="34" charset="0"/>
              <a:buChar char="•"/>
            </a:pPr>
            <a:r>
              <a:rPr lang="en-US" sz="800" b="0" i="0" dirty="0">
                <a:effectLst/>
              </a:rPr>
              <a:t>Piperazine is a </a:t>
            </a:r>
            <a:r>
              <a:rPr lang="en-US" sz="800" b="1" i="0" dirty="0">
                <a:effectLst/>
              </a:rPr>
              <a:t>common pharmacophore </a:t>
            </a:r>
            <a:r>
              <a:rPr lang="en-US" sz="800" b="0" i="0" dirty="0">
                <a:effectLst/>
              </a:rPr>
              <a:t>in bioactive molecules</a:t>
            </a:r>
          </a:p>
          <a:p>
            <a:pPr>
              <a:buFont typeface="+mj-lt"/>
              <a:buAutoNum type="arabicPeriod"/>
            </a:pPr>
            <a:r>
              <a:rPr lang="en-US" sz="800" b="1" i="0" dirty="0">
                <a:effectLst/>
              </a:rPr>
              <a:t> </a:t>
            </a:r>
            <a:r>
              <a:rPr lang="en-US" sz="800" b="1" i="0" dirty="0" err="1">
                <a:effectLst/>
              </a:rPr>
              <a:t>Dichlorophenyl</a:t>
            </a:r>
            <a:r>
              <a:rPr lang="en-US" sz="800" b="1" i="0" dirty="0">
                <a:effectLst/>
              </a:rPr>
              <a:t> Substitution Pattern</a:t>
            </a:r>
          </a:p>
          <a:p>
            <a:pPr marL="742950" lvl="1" indent="-285750">
              <a:buFont typeface="Arial" panose="020B0604020202020204" pitchFamily="34" charset="0"/>
              <a:buChar char="•"/>
            </a:pPr>
            <a:r>
              <a:rPr lang="en-US" sz="800" b="0" i="0" dirty="0">
                <a:effectLst/>
              </a:rPr>
              <a:t>The presence of two chlorine atoms on the phenyl ring contributes positively</a:t>
            </a:r>
          </a:p>
          <a:p>
            <a:pPr marL="742950" lvl="1" indent="-285750">
              <a:buFont typeface="Arial" panose="020B0604020202020204" pitchFamily="34" charset="0"/>
              <a:buChar char="•"/>
            </a:pPr>
            <a:r>
              <a:rPr lang="en-US" sz="800" b="0" i="0" dirty="0">
                <a:effectLst/>
              </a:rPr>
              <a:t>Halogenated aromatic systems are often associated with improved </a:t>
            </a:r>
            <a:r>
              <a:rPr lang="en-US" sz="800" b="1" i="0" dirty="0">
                <a:effectLst/>
              </a:rPr>
              <a:t>binding affinity</a:t>
            </a:r>
          </a:p>
          <a:p>
            <a:pPr>
              <a:buFont typeface="+mj-lt"/>
              <a:buAutoNum type="arabicPeriod"/>
            </a:pPr>
            <a:r>
              <a:rPr lang="en-US" sz="800" b="1" i="0" dirty="0">
                <a:effectLst/>
              </a:rPr>
              <a:t> Amide-Alkene Linker</a:t>
            </a:r>
            <a:endParaRPr lang="en-US" sz="800" b="0" i="0" dirty="0">
              <a:effectLst/>
            </a:endParaRPr>
          </a:p>
          <a:p>
            <a:pPr marL="742950" lvl="1" indent="-285750">
              <a:buFont typeface="Arial" panose="020B0604020202020204" pitchFamily="34" charset="0"/>
              <a:buChar char="•"/>
            </a:pPr>
            <a:r>
              <a:rPr lang="en-US" sz="800" b="0" i="0" dirty="0">
                <a:effectLst/>
              </a:rPr>
              <a:t>The C-C bonds in the alkene linker (φ = 0.089, 0.070) contribute positively</a:t>
            </a:r>
          </a:p>
          <a:p>
            <a:pPr marL="742950" lvl="1" indent="-285750">
              <a:buFont typeface="Arial" panose="020B0604020202020204" pitchFamily="34" charset="0"/>
              <a:buChar char="•"/>
            </a:pPr>
            <a:r>
              <a:rPr lang="en-US" sz="800" b="0" i="0" dirty="0">
                <a:effectLst/>
              </a:rPr>
              <a:t>This flexible linker allows optimal positioning of pharmacophores</a:t>
            </a:r>
          </a:p>
        </p:txBody>
      </p:sp>
      <p:sp>
        <p:nvSpPr>
          <p:cNvPr id="52" name="TextBox 51">
            <a:extLst>
              <a:ext uri="{FF2B5EF4-FFF2-40B4-BE49-F238E27FC236}">
                <a16:creationId xmlns:a16="http://schemas.microsoft.com/office/drawing/2014/main" id="{F922DABE-82AE-48AF-85C5-9440C52C0694}"/>
              </a:ext>
            </a:extLst>
          </p:cNvPr>
          <p:cNvSpPr txBox="1"/>
          <p:nvPr/>
        </p:nvSpPr>
        <p:spPr>
          <a:xfrm>
            <a:off x="4643951" y="3927356"/>
            <a:ext cx="4272201" cy="2154436"/>
          </a:xfrm>
          <a:prstGeom prst="rect">
            <a:avLst/>
          </a:prstGeom>
          <a:noFill/>
        </p:spPr>
        <p:txBody>
          <a:bodyPr wrap="square">
            <a:spAutoFit/>
          </a:bodyPr>
          <a:lstStyle/>
          <a:p>
            <a:r>
              <a:rPr lang="en-US" sz="1400" b="1" dirty="0" err="1"/>
              <a:t>EdgeSHAPer</a:t>
            </a:r>
            <a:r>
              <a:rPr lang="en-US" sz="1400" b="1" dirty="0"/>
              <a:t> insights – Inactive</a:t>
            </a:r>
          </a:p>
          <a:p>
            <a:pPr marL="171450" indent="-171450" algn="just">
              <a:buFont typeface="Arial" panose="020B0604020202020204" pitchFamily="34" charset="0"/>
              <a:buChar char="•"/>
            </a:pPr>
            <a:endParaRPr lang="en-US" sz="800" b="1" dirty="0"/>
          </a:p>
          <a:p>
            <a:pPr algn="l">
              <a:buFont typeface="+mj-lt"/>
              <a:buAutoNum type="arabicPeriod"/>
            </a:pPr>
            <a:r>
              <a:rPr lang="en-US" sz="800" b="1" i="0" dirty="0">
                <a:effectLst/>
              </a:rPr>
              <a:t> Methyl-Phenyl Bond Dominates </a:t>
            </a:r>
            <a:r>
              <a:rPr lang="en-US" sz="800" i="0" dirty="0">
                <a:effectLst/>
              </a:rPr>
              <a:t>(φ = 0.283)</a:t>
            </a:r>
          </a:p>
          <a:p>
            <a:pPr marL="628650" lvl="1" indent="-171450">
              <a:buFont typeface="Arial" panose="020B0604020202020204" pitchFamily="34" charset="0"/>
              <a:buChar char="•"/>
            </a:pPr>
            <a:r>
              <a:rPr lang="en-US" sz="800" i="0" dirty="0">
                <a:effectLst/>
              </a:rPr>
              <a:t>The C-C bond between methyl and phenyl has an extremely high SHAP value</a:t>
            </a:r>
          </a:p>
          <a:p>
            <a:pPr marL="628650" lvl="1" indent="-171450">
              <a:buFont typeface="Arial" panose="020B0604020202020204" pitchFamily="34" charset="0"/>
              <a:buChar char="•"/>
            </a:pPr>
            <a:r>
              <a:rPr lang="en-US" sz="800" i="0" dirty="0">
                <a:effectLst/>
              </a:rPr>
              <a:t>This suggests the model associates simple alkyl-phenyl systems with inactivity</a:t>
            </a:r>
          </a:p>
          <a:p>
            <a:pPr marL="628650" lvl="1" indent="-171450">
              <a:buFont typeface="Arial" panose="020B0604020202020204" pitchFamily="34" charset="0"/>
              <a:buChar char="•"/>
            </a:pPr>
            <a:r>
              <a:rPr lang="en-US" sz="800" i="0" dirty="0">
                <a:effectLst/>
              </a:rPr>
              <a:t>Lack of complex pharmacophore reduces activity likelihood</a:t>
            </a:r>
          </a:p>
          <a:p>
            <a:pPr algn="l">
              <a:buFont typeface="+mj-lt"/>
              <a:buAutoNum type="arabicPeriod"/>
            </a:pPr>
            <a:r>
              <a:rPr lang="en-US" sz="800" b="1" i="0" dirty="0">
                <a:effectLst/>
              </a:rPr>
              <a:t> Sulfonamide Group</a:t>
            </a:r>
          </a:p>
          <a:p>
            <a:pPr marL="628650" lvl="1" indent="-171450">
              <a:buFont typeface="Arial" panose="020B0604020202020204" pitchFamily="34" charset="0"/>
              <a:buChar char="•"/>
            </a:pPr>
            <a:r>
              <a:rPr lang="en-US" sz="800" i="0" dirty="0">
                <a:effectLst/>
              </a:rPr>
              <a:t>The S-N bond (φ = 0.013) and S=O bonds (φ = 0.003) have low positive contributions</a:t>
            </a:r>
          </a:p>
          <a:p>
            <a:pPr marL="628650" lvl="1" indent="-171450">
              <a:buFont typeface="Arial" panose="020B0604020202020204" pitchFamily="34" charset="0"/>
              <a:buChar char="•"/>
            </a:pPr>
            <a:r>
              <a:rPr lang="en-US" sz="800" i="0" dirty="0">
                <a:effectLst/>
              </a:rPr>
              <a:t>Sulfonamides in this context may not contribute to the target activity</a:t>
            </a:r>
          </a:p>
          <a:p>
            <a:pPr algn="l">
              <a:buFont typeface="+mj-lt"/>
              <a:buAutoNum type="arabicPeriod"/>
            </a:pPr>
            <a:r>
              <a:rPr lang="en-US" sz="800" b="1" i="0" dirty="0">
                <a:effectLst/>
              </a:rPr>
              <a:t> Terpenoid Structure</a:t>
            </a:r>
          </a:p>
          <a:p>
            <a:pPr marL="628650" lvl="1" indent="-171450">
              <a:buFont typeface="Arial" panose="020B0604020202020204" pitchFamily="34" charset="0"/>
              <a:buChar char="•"/>
            </a:pPr>
            <a:r>
              <a:rPr lang="en-US" sz="800" i="0" dirty="0">
                <a:effectLst/>
              </a:rPr>
              <a:t>The bicyclic terpenoid structure with hydroxyl group shows minimal SHAP contribution</a:t>
            </a:r>
          </a:p>
          <a:p>
            <a:pPr marL="628650" lvl="1" indent="-171450">
              <a:buFont typeface="Arial" panose="020B0604020202020204" pitchFamily="34" charset="0"/>
              <a:buChar char="•"/>
            </a:pPr>
            <a:r>
              <a:rPr lang="en-US" sz="800" i="0" dirty="0">
                <a:effectLst/>
              </a:rPr>
              <a:t>Complex 3D structure may not align with target binding site</a:t>
            </a:r>
          </a:p>
        </p:txBody>
      </p:sp>
    </p:spTree>
    <p:extLst>
      <p:ext uri="{BB962C8B-B14F-4D97-AF65-F5344CB8AC3E}">
        <p14:creationId xmlns:p14="http://schemas.microsoft.com/office/powerpoint/2010/main" val="375546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82815"/>
            <a:chOff x="232995" y="406630"/>
            <a:chExt cx="10641897" cy="3602091"/>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Active compound </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Inactive compound</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pic>
        <p:nvPicPr>
          <p:cNvPr id="3" name="Picture 2">
            <a:extLst>
              <a:ext uri="{FF2B5EF4-FFF2-40B4-BE49-F238E27FC236}">
                <a16:creationId xmlns:a16="http://schemas.microsoft.com/office/drawing/2014/main" id="{DDBAFE8B-CBB0-4161-AC30-9E26A3A7D934}"/>
              </a:ext>
            </a:extLst>
          </p:cNvPr>
          <p:cNvPicPr>
            <a:picLocks noChangeAspect="1"/>
          </p:cNvPicPr>
          <p:nvPr/>
        </p:nvPicPr>
        <p:blipFill rotWithShape="1">
          <a:blip r:embed="rId6"/>
          <a:srcRect l="14178" t="23063" r="12404" b="17553"/>
          <a:stretch/>
        </p:blipFill>
        <p:spPr>
          <a:xfrm>
            <a:off x="3132741" y="2003417"/>
            <a:ext cx="2633499" cy="1198178"/>
          </a:xfrm>
          <a:prstGeom prst="rect">
            <a:avLst/>
          </a:prstGeom>
        </p:spPr>
      </p:pic>
      <p:pic>
        <p:nvPicPr>
          <p:cNvPr id="5" name="Picture 4">
            <a:extLst>
              <a:ext uri="{FF2B5EF4-FFF2-40B4-BE49-F238E27FC236}">
                <a16:creationId xmlns:a16="http://schemas.microsoft.com/office/drawing/2014/main" id="{61399038-507A-42DF-8F43-F758B7EB7F76}"/>
              </a:ext>
            </a:extLst>
          </p:cNvPr>
          <p:cNvPicPr>
            <a:picLocks noChangeAspect="1"/>
          </p:cNvPicPr>
          <p:nvPr/>
        </p:nvPicPr>
        <p:blipFill rotWithShape="1">
          <a:blip r:embed="rId7"/>
          <a:srcRect l="21987" t="10910" r="18256" b="12719"/>
          <a:stretch/>
        </p:blipFill>
        <p:spPr>
          <a:xfrm>
            <a:off x="6128833" y="1741550"/>
            <a:ext cx="2229316" cy="1602656"/>
          </a:xfrm>
          <a:prstGeom prst="rect">
            <a:avLst/>
          </a:prstGeom>
        </p:spPr>
      </p:pic>
      <p:sp>
        <p:nvSpPr>
          <p:cNvPr id="18" name="TextBox 17">
            <a:extLst>
              <a:ext uri="{FF2B5EF4-FFF2-40B4-BE49-F238E27FC236}">
                <a16:creationId xmlns:a16="http://schemas.microsoft.com/office/drawing/2014/main" id="{79BF95DF-B15D-464F-BA81-E8132ED854B4}"/>
              </a:ext>
            </a:extLst>
          </p:cNvPr>
          <p:cNvSpPr txBox="1"/>
          <p:nvPr/>
        </p:nvSpPr>
        <p:spPr>
          <a:xfrm>
            <a:off x="482461" y="3969415"/>
            <a:ext cx="3949638" cy="338554"/>
          </a:xfrm>
          <a:prstGeom prst="rect">
            <a:avLst/>
          </a:prstGeom>
          <a:noFill/>
        </p:spPr>
        <p:txBody>
          <a:bodyPr wrap="square" rtlCol="0">
            <a:spAutoFit/>
          </a:bodyPr>
          <a:lstStyle/>
          <a:p>
            <a:r>
              <a:rPr lang="en-US" sz="1600" b="1" dirty="0"/>
              <a:t>Comparative analysis</a:t>
            </a:r>
            <a:endParaRPr lang="de-DE" sz="1600" b="1" dirty="0"/>
          </a:p>
        </p:txBody>
      </p:sp>
      <p:graphicFrame>
        <p:nvGraphicFramePr>
          <p:cNvPr id="6" name="Table 5">
            <a:extLst>
              <a:ext uri="{FF2B5EF4-FFF2-40B4-BE49-F238E27FC236}">
                <a16:creationId xmlns:a16="http://schemas.microsoft.com/office/drawing/2014/main" id="{345F29B8-8023-4EF0-AFA3-5E9CFB608765}"/>
              </a:ext>
            </a:extLst>
          </p:cNvPr>
          <p:cNvGraphicFramePr>
            <a:graphicFrameLocks noGrp="1"/>
          </p:cNvGraphicFramePr>
          <p:nvPr>
            <p:extLst>
              <p:ext uri="{D42A27DB-BD31-4B8C-83A1-F6EECF244321}">
                <p14:modId xmlns:p14="http://schemas.microsoft.com/office/powerpoint/2010/main" val="4007032321"/>
              </p:ext>
            </p:extLst>
          </p:nvPr>
        </p:nvGraphicFramePr>
        <p:xfrm>
          <a:off x="785661" y="4388593"/>
          <a:ext cx="7394388" cy="1606378"/>
        </p:xfrm>
        <a:graphic>
          <a:graphicData uri="http://schemas.openxmlformats.org/drawingml/2006/table">
            <a:tbl>
              <a:tblPr/>
              <a:tblGrid>
                <a:gridCol w="1848597">
                  <a:extLst>
                    <a:ext uri="{9D8B030D-6E8A-4147-A177-3AD203B41FA5}">
                      <a16:colId xmlns:a16="http://schemas.microsoft.com/office/drawing/2014/main" val="679015658"/>
                    </a:ext>
                  </a:extLst>
                </a:gridCol>
                <a:gridCol w="1848597">
                  <a:extLst>
                    <a:ext uri="{9D8B030D-6E8A-4147-A177-3AD203B41FA5}">
                      <a16:colId xmlns:a16="http://schemas.microsoft.com/office/drawing/2014/main" val="3123122154"/>
                    </a:ext>
                  </a:extLst>
                </a:gridCol>
                <a:gridCol w="1848597">
                  <a:extLst>
                    <a:ext uri="{9D8B030D-6E8A-4147-A177-3AD203B41FA5}">
                      <a16:colId xmlns:a16="http://schemas.microsoft.com/office/drawing/2014/main" val="2309407858"/>
                    </a:ext>
                  </a:extLst>
                </a:gridCol>
                <a:gridCol w="1848597">
                  <a:extLst>
                    <a:ext uri="{9D8B030D-6E8A-4147-A177-3AD203B41FA5}">
                      <a16:colId xmlns:a16="http://schemas.microsoft.com/office/drawing/2014/main" val="1088390279"/>
                    </a:ext>
                  </a:extLst>
                </a:gridCol>
              </a:tblGrid>
              <a:tr h="143053">
                <a:tc>
                  <a:txBody>
                    <a:bodyPr/>
                    <a:lstStyle/>
                    <a:p>
                      <a:pPr algn="ctr" latinLnBrk="0"/>
                      <a:r>
                        <a:rPr lang="de-DE" sz="900" b="1">
                          <a:effectLst/>
                        </a:rPr>
                        <a:t>Aspect</a:t>
                      </a: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dirty="0" err="1">
                          <a:effectLst/>
                        </a:rPr>
                        <a:t>Active</a:t>
                      </a:r>
                      <a:r>
                        <a:rPr lang="de-DE" sz="900" b="1" dirty="0">
                          <a:effectLst/>
                        </a:rPr>
                        <a:t>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Inactive Compound</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900" b="1">
                          <a:effectLst/>
                        </a:rPr>
                        <a:t>Interpretation</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21341623"/>
                  </a:ext>
                </a:extLst>
              </a:tr>
              <a:tr h="249349">
                <a:tc>
                  <a:txBody>
                    <a:bodyPr/>
                    <a:lstStyle/>
                    <a:p>
                      <a:pPr algn="ctr" fontAlgn="t" latinLnBrk="0"/>
                      <a:r>
                        <a:rPr lang="de-DE" sz="900" b="1" dirty="0">
                          <a:effectLst/>
                        </a:rPr>
                        <a:t>Dominant SHAP</a:t>
                      </a:r>
                      <a:endParaRPr lang="de-DE" sz="900" dirty="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0.116 (piperazine)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0.283 (methyl-phenyl)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Inactive has more extreme values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1566910"/>
                  </a:ext>
                </a:extLst>
              </a:tr>
              <a:tr h="301124">
                <a:tc>
                  <a:txBody>
                    <a:bodyPr/>
                    <a:lstStyle/>
                    <a:p>
                      <a:pPr algn="ctr" fontAlgn="t" latinLnBrk="0"/>
                      <a:r>
                        <a:rPr lang="de-DE" sz="900" b="1">
                          <a:effectLst/>
                        </a:rPr>
                        <a:t>SHAP Distribution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More uniform (0.045-0.116)</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More </a:t>
                      </a:r>
                      <a:r>
                        <a:rPr lang="de-DE" sz="900" dirty="0" err="1">
                          <a:effectLst/>
                        </a:rPr>
                        <a:t>skewed</a:t>
                      </a:r>
                      <a:r>
                        <a:rPr lang="de-DE" sz="900" dirty="0">
                          <a:effectLst/>
                        </a:rPr>
                        <a:t> (0.003-0.283)</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compound relies on multiple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413249"/>
                  </a:ext>
                </a:extLst>
              </a:tr>
              <a:tr h="249349">
                <a:tc>
                  <a:txBody>
                    <a:bodyPr/>
                    <a:lstStyle/>
                    <a:p>
                      <a:pPr algn="ctr" fontAlgn="t" latinLnBrk="0"/>
                      <a:r>
                        <a:rPr lang="de-DE" sz="900" b="1">
                          <a:effectLst/>
                        </a:rPr>
                        <a:t>Key Pharmacophore</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Piperazine</a:t>
                      </a:r>
                      <a:r>
                        <a:rPr lang="de-DE" sz="900" dirty="0">
                          <a:effectLst/>
                        </a:rPr>
                        <a:t> + </a:t>
                      </a:r>
                      <a:r>
                        <a:rPr lang="de-DE" sz="900" dirty="0" err="1">
                          <a:effectLst/>
                        </a:rPr>
                        <a:t>halogenated</a:t>
                      </a:r>
                      <a:r>
                        <a:rPr lang="de-DE" sz="900" dirty="0">
                          <a:effectLst/>
                        </a:rPr>
                        <a:t> </a:t>
                      </a:r>
                      <a:r>
                        <a:rPr lang="de-DE" sz="900" dirty="0" err="1">
                          <a:effectLst/>
                        </a:rPr>
                        <a:t>aryl</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Simple alkyl-aryl</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recognized pharmacophore</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350255"/>
                  </a:ext>
                </a:extLst>
              </a:tr>
              <a:tr h="249349">
                <a:tc>
                  <a:txBody>
                    <a:bodyPr/>
                    <a:lstStyle/>
                    <a:p>
                      <a:pPr algn="ctr" fontAlgn="t" latinLnBrk="0"/>
                      <a:r>
                        <a:rPr lang="de-DE" sz="900" b="1">
                          <a:effectLst/>
                        </a:rPr>
                        <a:t>Molecular Complexity</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a:effectLst/>
                        </a:rPr>
                        <a:t>Moderate (12 heavy atoms in core)</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High (30 heavy atoms)</a:t>
                      </a: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a:effectLst/>
                        </a:rPr>
                        <a:t>Active has optimal complexity</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4069180"/>
                  </a:ext>
                </a:extLst>
              </a:tr>
              <a:tr h="249349">
                <a:tc>
                  <a:txBody>
                    <a:bodyPr/>
                    <a:lstStyle/>
                    <a:p>
                      <a:pPr algn="ctr" fontAlgn="t" latinLnBrk="0"/>
                      <a:r>
                        <a:rPr lang="de-DE" sz="900" b="1">
                          <a:effectLst/>
                        </a:rPr>
                        <a:t>Feature Contribution</a:t>
                      </a:r>
                      <a:endParaRPr lang="de-DE" sz="900">
                        <a:effectLst/>
                      </a:endParaRPr>
                    </a:p>
                  </a:txBody>
                  <a:tcPr marL="36890" marR="36890" marT="18445" marB="184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a:effectLst/>
                        </a:rPr>
                        <a:t>Distributed </a:t>
                      </a:r>
                      <a:r>
                        <a:rPr lang="de-DE" sz="900" dirty="0" err="1">
                          <a:effectLst/>
                        </a:rPr>
                        <a:t>across</a:t>
                      </a:r>
                      <a:r>
                        <a:rPr lang="de-DE" sz="900" dirty="0">
                          <a:effectLst/>
                        </a:rPr>
                        <a:t> </a:t>
                      </a:r>
                      <a:r>
                        <a:rPr lang="de-DE" sz="900" dirty="0" err="1">
                          <a:effectLst/>
                        </a:rPr>
                        <a:t>scaffold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900" dirty="0" err="1">
                          <a:effectLst/>
                        </a:rPr>
                        <a:t>Concentrated</a:t>
                      </a:r>
                      <a:r>
                        <a:rPr lang="de-DE" sz="900" dirty="0">
                          <a:effectLst/>
                        </a:rPr>
                        <a:t> in </a:t>
                      </a:r>
                      <a:r>
                        <a:rPr lang="de-DE" sz="900" dirty="0" err="1">
                          <a:effectLst/>
                        </a:rPr>
                        <a:t>one</a:t>
                      </a:r>
                      <a:r>
                        <a:rPr lang="de-DE" sz="900" dirty="0">
                          <a:effectLst/>
                        </a:rPr>
                        <a:t> </a:t>
                      </a:r>
                      <a:r>
                        <a:rPr lang="de-DE" sz="900" dirty="0" err="1">
                          <a:effectLst/>
                        </a:rPr>
                        <a:t>bond</a:t>
                      </a:r>
                      <a:endParaRPr lang="de-DE" sz="900" dirty="0">
                        <a:effectLst/>
                      </a:endParaRPr>
                    </a:p>
                  </a:txBody>
                  <a:tcPr marL="36890" marR="36890" marT="18445" marB="18445"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en-US" sz="900" dirty="0">
                          <a:effectLst/>
                        </a:rPr>
                        <a:t>Active uses more balanced features</a:t>
                      </a:r>
                    </a:p>
                  </a:txBody>
                  <a:tcPr marL="36890" marR="36890" marT="18445" marB="18445"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6296687"/>
                  </a:ext>
                </a:extLst>
              </a:tr>
            </a:tbl>
          </a:graphicData>
        </a:graphic>
      </p:graphicFrame>
    </p:spTree>
    <p:extLst>
      <p:ext uri="{BB962C8B-B14F-4D97-AF65-F5344CB8AC3E}">
        <p14:creationId xmlns:p14="http://schemas.microsoft.com/office/powerpoint/2010/main" val="3779158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187189" y="1166036"/>
            <a:ext cx="6438833" cy="2867565"/>
            <a:chOff x="-27063" y="372216"/>
            <a:chExt cx="8645121" cy="3850146"/>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7063" y="1912300"/>
              <a:ext cx="1774658" cy="2310062"/>
              <a:chOff x="730434" y="3587897"/>
              <a:chExt cx="1774658" cy="2310062"/>
            </a:xfrm>
          </p:grpSpPr>
          <p:sp>
            <p:nvSpPr>
              <p:cNvPr id="22" name="Rectangle 21">
                <a:extLst>
                  <a:ext uri="{FF2B5EF4-FFF2-40B4-BE49-F238E27FC236}">
                    <a16:creationId xmlns:a16="http://schemas.microsoft.com/office/drawing/2014/main" id="{6A221BB0-FFBC-E869-34CB-BC594E5B0490}"/>
                  </a:ext>
                </a:extLst>
              </p:cNvPr>
              <p:cNvSpPr/>
              <p:nvPr/>
            </p:nvSpPr>
            <p:spPr>
              <a:xfrm>
                <a:off x="730434" y="3587897"/>
                <a:ext cx="1774658" cy="2310062"/>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9968" y="4777174"/>
                <a:ext cx="965534" cy="965533"/>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866823" y="3684100"/>
                <a:ext cx="1525116"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051097" y="2879879"/>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5762481" y="372216"/>
              <a:ext cx="2855577" cy="454561"/>
            </a:xfrm>
            <a:prstGeom prst="rect">
              <a:avLst/>
            </a:prstGeom>
            <a:noFill/>
          </p:spPr>
          <p:txBody>
            <a:bodyPr wrap="square" rtlCol="0">
              <a:spAutoFit/>
            </a:bodyPr>
            <a:lstStyle/>
            <a:p>
              <a:pPr algn="ctr"/>
              <a:r>
                <a:rPr lang="en-US" sz="1600" b="1" dirty="0"/>
                <a:t>Key findings</a:t>
              </a: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3</a:t>
            </a:r>
            <a:endParaRPr lang="en-US" sz="3200" b="0" strike="noStrike" spc="-1" dirty="0">
              <a:solidFill>
                <a:srgbClr val="000000"/>
              </a:solidFill>
              <a:latin typeface="Century Gothic"/>
            </a:endParaRPr>
          </a:p>
        </p:txBody>
      </p:sp>
      <p:sp>
        <p:nvSpPr>
          <p:cNvPr id="17" name="TextBox 16">
            <a:extLst>
              <a:ext uri="{FF2B5EF4-FFF2-40B4-BE49-F238E27FC236}">
                <a16:creationId xmlns:a16="http://schemas.microsoft.com/office/drawing/2014/main" id="{1FD145F5-DEF8-4992-9E27-8D5A49D46088}"/>
              </a:ext>
            </a:extLst>
          </p:cNvPr>
          <p:cNvSpPr txBox="1"/>
          <p:nvPr/>
        </p:nvSpPr>
        <p:spPr>
          <a:xfrm>
            <a:off x="2547681" y="1614972"/>
            <a:ext cx="3220644" cy="2169825"/>
          </a:xfrm>
          <a:prstGeom prst="rect">
            <a:avLst/>
          </a:prstGeom>
          <a:noFill/>
        </p:spPr>
        <p:txBody>
          <a:bodyPr wrap="square">
            <a:spAutoFit/>
          </a:bodyPr>
          <a:lstStyle/>
          <a:p>
            <a:pPr marL="228600" indent="-228600" algn="just">
              <a:buFont typeface="+mj-lt"/>
              <a:buAutoNum type="arabicPeriod"/>
            </a:pPr>
            <a:r>
              <a:rPr lang="en-US" sz="900" b="1" dirty="0"/>
              <a:t>The GNN Model Learned Meaningful Chemical Patterns</a:t>
            </a:r>
          </a:p>
          <a:p>
            <a:pPr marL="228600" indent="-228600" algn="just">
              <a:buFont typeface="+mj-lt"/>
              <a:buAutoNum type="arabicPeriod"/>
            </a:pPr>
            <a:endParaRPr lang="en-US" sz="900" b="1" dirty="0"/>
          </a:p>
          <a:p>
            <a:pPr marL="685800" lvl="1" indent="-228600" algn="just">
              <a:buFont typeface="Arial" panose="020B0604020202020204" pitchFamily="34" charset="0"/>
              <a:buChar char="•"/>
            </a:pPr>
            <a:r>
              <a:rPr lang="en-US" sz="900" dirty="0"/>
              <a:t>The model correctly identifies piperazine-based scaffolds as activity-promoting</a:t>
            </a:r>
          </a:p>
          <a:p>
            <a:pPr marL="685800" lvl="1" indent="-228600" algn="just">
              <a:buFont typeface="Arial" panose="020B0604020202020204" pitchFamily="34" charset="0"/>
              <a:buChar char="•"/>
            </a:pPr>
            <a:r>
              <a:rPr lang="en-US" sz="900" dirty="0"/>
              <a:t>Simple alkyl-aryl systems are associated with inactivity</a:t>
            </a:r>
          </a:p>
          <a:p>
            <a:pPr marL="685800" lvl="1" indent="-228600" algn="just">
              <a:buFont typeface="Arial" panose="020B0604020202020204" pitchFamily="34" charset="0"/>
              <a:buChar char="•"/>
            </a:pPr>
            <a:r>
              <a:rPr lang="en-US" sz="900" dirty="0"/>
              <a:t>This aligns with medicinal chemistry principles</a:t>
            </a:r>
          </a:p>
          <a:p>
            <a:pPr marL="685800" lvl="1" indent="-228600" algn="just">
              <a:buFont typeface="Arial" panose="020B0604020202020204" pitchFamily="34" charset="0"/>
              <a:buChar char="•"/>
            </a:pPr>
            <a:endParaRPr lang="en-US" sz="900" b="1" dirty="0"/>
          </a:p>
          <a:p>
            <a:pPr marL="228600" indent="-228600" algn="just">
              <a:buFont typeface="+mj-lt"/>
              <a:buAutoNum type="arabicPeriod"/>
            </a:pPr>
            <a:r>
              <a:rPr lang="en-US" sz="900" b="1" dirty="0"/>
              <a:t>Active Compound Relies on Multiple Features</a:t>
            </a:r>
          </a:p>
          <a:p>
            <a:pPr marL="228600" indent="-228600" algn="just">
              <a:buFont typeface="Arial" panose="020B0604020202020204" pitchFamily="34" charset="0"/>
              <a:buChar char="•"/>
            </a:pPr>
            <a:endParaRPr lang="en-US" sz="900" b="1" dirty="0"/>
          </a:p>
          <a:p>
            <a:pPr marL="685800" lvl="1" indent="-228600" algn="just">
              <a:buFont typeface="Arial" panose="020B0604020202020204" pitchFamily="34" charset="0"/>
              <a:buChar char="•"/>
            </a:pPr>
            <a:r>
              <a:rPr lang="en-US" sz="900" dirty="0"/>
              <a:t>SHAP values are distributed across the piperazine ring, linker, and aromatic systems</a:t>
            </a:r>
          </a:p>
          <a:p>
            <a:pPr marL="685800" lvl="1" indent="-228600" algn="just">
              <a:buFont typeface="Arial" panose="020B0604020202020204" pitchFamily="34" charset="0"/>
              <a:buChar char="•"/>
            </a:pPr>
            <a:r>
              <a:rPr lang="en-US" sz="900" dirty="0"/>
              <a:t>This suggests the model learned a complex, multi-factor decision boundary</a:t>
            </a:r>
            <a:endParaRPr lang="en-US" sz="900" i="0" dirty="0">
              <a:effectLst/>
            </a:endParaRPr>
          </a:p>
        </p:txBody>
      </p:sp>
      <p:sp>
        <p:nvSpPr>
          <p:cNvPr id="19" name="TextBox 18">
            <a:extLst>
              <a:ext uri="{FF2B5EF4-FFF2-40B4-BE49-F238E27FC236}">
                <a16:creationId xmlns:a16="http://schemas.microsoft.com/office/drawing/2014/main" id="{58CDF103-CA82-43CE-9A32-767F81C21192}"/>
              </a:ext>
            </a:extLst>
          </p:cNvPr>
          <p:cNvSpPr txBox="1"/>
          <p:nvPr/>
        </p:nvSpPr>
        <p:spPr>
          <a:xfrm>
            <a:off x="5847270" y="1632888"/>
            <a:ext cx="3175110" cy="1615827"/>
          </a:xfrm>
          <a:prstGeom prst="rect">
            <a:avLst/>
          </a:prstGeom>
          <a:noFill/>
        </p:spPr>
        <p:txBody>
          <a:bodyPr wrap="square">
            <a:spAutoFit/>
          </a:bodyPr>
          <a:lstStyle/>
          <a:p>
            <a:pPr marL="228600" indent="-228600" algn="just">
              <a:buFont typeface="+mj-lt"/>
              <a:buAutoNum type="arabicPeriod" startAt="3"/>
            </a:pPr>
            <a:r>
              <a:rPr lang="en-US" sz="900" b="1" dirty="0"/>
              <a:t>Inactive Compound Has Dominant Single Feature</a:t>
            </a:r>
          </a:p>
          <a:p>
            <a:pPr marL="228600" indent="-228600" algn="just">
              <a:buFont typeface="+mj-lt"/>
              <a:buAutoNum type="arabicPeriod" startAt="3"/>
            </a:pPr>
            <a:endParaRPr lang="en-US" sz="900" dirty="0"/>
          </a:p>
          <a:p>
            <a:pPr marL="685800" lvl="1" indent="-228600" algn="just">
              <a:buFont typeface="Arial" panose="020B0604020202020204" pitchFamily="34" charset="0"/>
              <a:buChar char="•"/>
            </a:pPr>
            <a:r>
              <a:rPr lang="en-US" sz="900" dirty="0"/>
              <a:t>One bond (methyl-phenyl) contributes 50%+ of the total SHAP</a:t>
            </a:r>
          </a:p>
          <a:p>
            <a:pPr marL="685800" lvl="1" indent="-228600" algn="just">
              <a:buFont typeface="Arial" panose="020B0604020202020204" pitchFamily="34" charset="0"/>
              <a:buChar char="•"/>
            </a:pPr>
            <a:r>
              <a:rPr lang="en-US" sz="900" dirty="0"/>
              <a:t>This suggests simpler, more localized decision logic</a:t>
            </a:r>
          </a:p>
          <a:p>
            <a:pPr marL="685800" lvl="1" indent="-228600" algn="just">
              <a:buFont typeface="Arial" panose="020B0604020202020204" pitchFamily="34" charset="0"/>
              <a:buChar char="•"/>
            </a:pPr>
            <a:endParaRPr lang="en-US" sz="900" dirty="0"/>
          </a:p>
          <a:p>
            <a:pPr marL="228600" indent="-228600" algn="just">
              <a:buFont typeface="+mj-lt"/>
              <a:buAutoNum type="arabicPeriod" startAt="3"/>
            </a:pPr>
            <a:r>
              <a:rPr lang="en-US" sz="900" b="1" dirty="0"/>
              <a:t>Model Trustworthiness</a:t>
            </a:r>
            <a:endParaRPr lang="en-US" sz="900" dirty="0"/>
          </a:p>
          <a:p>
            <a:pPr marL="685800" lvl="1" indent="-228600" algn="just">
              <a:buFont typeface="Arial" panose="020B0604020202020204" pitchFamily="34" charset="0"/>
              <a:buChar char="•"/>
            </a:pPr>
            <a:r>
              <a:rPr lang="en-US" sz="900" dirty="0"/>
              <a:t>Active compound: Trustworthiness = 0.903</a:t>
            </a:r>
          </a:p>
          <a:p>
            <a:pPr marL="685800" lvl="1" indent="-228600" algn="just">
              <a:buFont typeface="Arial" panose="020B0604020202020204" pitchFamily="34" charset="0"/>
              <a:buChar char="•"/>
            </a:pPr>
            <a:r>
              <a:rPr lang="en-US" sz="900" dirty="0"/>
              <a:t>Inactive compound: Trustworthiness = 0.960</a:t>
            </a:r>
          </a:p>
          <a:p>
            <a:pPr marL="685800" lvl="1" indent="-228600" algn="just">
              <a:buFont typeface="Arial" panose="020B0604020202020204" pitchFamily="34" charset="0"/>
              <a:buChar char="•"/>
            </a:pPr>
            <a:r>
              <a:rPr lang="en-US" sz="900" dirty="0"/>
              <a:t>Both explanations are highly reliable</a:t>
            </a:r>
            <a:endParaRPr lang="en-US" sz="900" i="0" dirty="0">
              <a:effectLst/>
            </a:endParaRPr>
          </a:p>
        </p:txBody>
      </p:sp>
      <p:sp>
        <p:nvSpPr>
          <p:cNvPr id="26" name="TextBox 25">
            <a:extLst>
              <a:ext uri="{FF2B5EF4-FFF2-40B4-BE49-F238E27FC236}">
                <a16:creationId xmlns:a16="http://schemas.microsoft.com/office/drawing/2014/main" id="{601A54BC-09B4-47C2-8083-7B795F0D9D5D}"/>
              </a:ext>
            </a:extLst>
          </p:cNvPr>
          <p:cNvSpPr txBox="1"/>
          <p:nvPr/>
        </p:nvSpPr>
        <p:spPr>
          <a:xfrm>
            <a:off x="2619726" y="4353136"/>
            <a:ext cx="6297198" cy="1477328"/>
          </a:xfrm>
          <a:prstGeom prst="rect">
            <a:avLst/>
          </a:prstGeom>
          <a:noFill/>
        </p:spPr>
        <p:txBody>
          <a:bodyPr wrap="square">
            <a:spAutoFit/>
          </a:bodyPr>
          <a:lstStyle/>
          <a:p>
            <a:pPr marL="228600" indent="-228600" algn="l">
              <a:buFont typeface="+mj-lt"/>
              <a:buAutoNum type="arabicPeriod"/>
            </a:pPr>
            <a:r>
              <a:rPr lang="en-US" sz="900" b="1" i="0" dirty="0">
                <a:effectLst/>
              </a:rPr>
              <a:t>GNN Model Performance</a:t>
            </a:r>
            <a:r>
              <a:rPr lang="en-US" sz="900" b="0" i="0" dirty="0">
                <a:effectLst/>
              </a:rPr>
              <a:t>: Excellent (95.21% test accuracy)</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err="1">
                <a:effectLst/>
              </a:rPr>
              <a:t>EdgeSHAPer</a:t>
            </a:r>
            <a:r>
              <a:rPr lang="en-US" sz="900" b="1" i="0" dirty="0">
                <a:effectLst/>
              </a:rPr>
              <a:t> Explanations</a:t>
            </a:r>
            <a:r>
              <a:rPr lang="en-US" sz="900" b="0" i="0" dirty="0">
                <a:effectLst/>
              </a:rPr>
              <a:t>: Highly reliable (trustworthiness &gt; 0.90)</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dirty="0"/>
              <a:t>C</a:t>
            </a:r>
            <a:r>
              <a:rPr lang="en-US" sz="900" b="1" i="0" dirty="0">
                <a:effectLst/>
              </a:rPr>
              <a:t>hemical Interpretability</a:t>
            </a:r>
            <a:r>
              <a:rPr lang="en-US" sz="900" b="0" i="0" dirty="0">
                <a:effectLst/>
              </a:rPr>
              <a:t>: The model learned meaningful structure-activity relationships</a:t>
            </a:r>
          </a:p>
          <a:p>
            <a:pPr marL="228600" indent="-228600" algn="l">
              <a:buFont typeface="+mj-lt"/>
              <a:buAutoNum type="arabicPeriod"/>
            </a:pPr>
            <a:endParaRPr lang="en-US" sz="900" b="0" i="0" dirty="0">
              <a:effectLst/>
            </a:endParaRPr>
          </a:p>
          <a:p>
            <a:pPr marL="228600" indent="-228600" algn="l">
              <a:buFont typeface="+mj-lt"/>
              <a:buAutoNum type="arabicPeriod"/>
            </a:pPr>
            <a:r>
              <a:rPr lang="en-US" sz="900" b="1" i="0" dirty="0">
                <a:effectLst/>
              </a:rPr>
              <a:t>Actionable Insights</a:t>
            </a:r>
            <a:r>
              <a:rPr lang="en-US" sz="900" b="0" i="0" dirty="0">
                <a:effectLst/>
              </a:rPr>
              <a:t>:</a:t>
            </a:r>
          </a:p>
          <a:p>
            <a:pPr marL="628650" lvl="1" indent="-171450">
              <a:buFont typeface="Arial" panose="020B0604020202020204" pitchFamily="34" charset="0"/>
              <a:buChar char="•"/>
            </a:pPr>
            <a:r>
              <a:rPr lang="en-US" sz="900" b="0" i="0" dirty="0">
                <a:effectLst/>
              </a:rPr>
              <a:t>Piperazine-based scaffolds with halogenated aromatic rings are favorable</a:t>
            </a:r>
          </a:p>
          <a:p>
            <a:pPr marL="628650" lvl="1" indent="-171450">
              <a:buFont typeface="Arial" panose="020B0604020202020204" pitchFamily="34" charset="0"/>
              <a:buChar char="•"/>
            </a:pPr>
            <a:r>
              <a:rPr lang="en-US" sz="900" b="0" i="0" dirty="0">
                <a:effectLst/>
              </a:rPr>
              <a:t>Multiple balanced features contribute to activity (not just one dominant feature)</a:t>
            </a:r>
          </a:p>
          <a:p>
            <a:pPr marL="628650" lvl="1" indent="-171450">
              <a:buFont typeface="Arial" panose="020B0604020202020204" pitchFamily="34" charset="0"/>
              <a:buChar char="•"/>
            </a:pPr>
            <a:r>
              <a:rPr lang="en-US" sz="900" b="0" i="0" dirty="0">
                <a:effectLst/>
              </a:rPr>
              <a:t>Simple alkyl-aryl systems are less likely to be active</a:t>
            </a:r>
          </a:p>
        </p:txBody>
      </p:sp>
      <p:sp>
        <p:nvSpPr>
          <p:cNvPr id="27" name="TextBox 26">
            <a:extLst>
              <a:ext uri="{FF2B5EF4-FFF2-40B4-BE49-F238E27FC236}">
                <a16:creationId xmlns:a16="http://schemas.microsoft.com/office/drawing/2014/main" id="{A53BDD05-8513-427D-B9AF-06984EBEE9BA}"/>
              </a:ext>
            </a:extLst>
          </p:cNvPr>
          <p:cNvSpPr txBox="1"/>
          <p:nvPr/>
        </p:nvSpPr>
        <p:spPr>
          <a:xfrm>
            <a:off x="4417375" y="3955554"/>
            <a:ext cx="2126816" cy="338554"/>
          </a:xfrm>
          <a:prstGeom prst="rect">
            <a:avLst/>
          </a:prstGeom>
          <a:noFill/>
        </p:spPr>
        <p:txBody>
          <a:bodyPr wrap="square" rtlCol="0">
            <a:spAutoFit/>
          </a:bodyPr>
          <a:lstStyle/>
          <a:p>
            <a:pPr algn="ctr"/>
            <a:r>
              <a:rPr lang="en-US" sz="1600" b="1" dirty="0"/>
              <a:t>Final assessment</a:t>
            </a:r>
            <a:endParaRPr lang="de-DE" sz="1600" b="1" dirty="0"/>
          </a:p>
        </p:txBody>
      </p:sp>
    </p:spTree>
    <p:extLst>
      <p:ext uri="{BB962C8B-B14F-4D97-AF65-F5344CB8AC3E}">
        <p14:creationId xmlns:p14="http://schemas.microsoft.com/office/powerpoint/2010/main" val="34260966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sp>
        <p:nvSpPr>
          <p:cNvPr id="2" name="PlaceHolder 2">
            <a:extLst>
              <a:ext uri="{FF2B5EF4-FFF2-40B4-BE49-F238E27FC236}">
                <a16:creationId xmlns:a16="http://schemas.microsoft.com/office/drawing/2014/main" id="{9FA20452-FA65-AFDC-8768-AEF2985C28BC}"/>
              </a:ext>
            </a:extLst>
          </p:cNvPr>
          <p:cNvSpPr txBox="1">
            <a:spLocks/>
          </p:cNvSpPr>
          <p:nvPr/>
        </p:nvSpPr>
        <p:spPr>
          <a:xfrm>
            <a:off x="380880" y="1375729"/>
            <a:ext cx="8380080" cy="1836598"/>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Goal: </a:t>
            </a:r>
            <a:r>
              <a:rPr lang="en-US" sz="2000" spc="-1" dirty="0">
                <a:solidFill>
                  <a:srgbClr val="000000"/>
                </a:solidFill>
                <a:latin typeface="Century Gothic"/>
              </a:rPr>
              <a:t>Demonstrate the ability of the agent to analyze and compare the different learning characteristics of graph-based  models</a:t>
            </a:r>
          </a:p>
          <a:p>
            <a:pPr>
              <a:lnSpc>
                <a:spcPct val="100000"/>
              </a:lnSpc>
              <a:spcBef>
                <a:spcPts val="400"/>
              </a:spcBef>
              <a:spcAft>
                <a:spcPts val="601"/>
              </a:spcAft>
              <a:buClr>
                <a:srgbClr val="0064C8"/>
              </a:buClr>
            </a:pPr>
            <a:r>
              <a:rPr lang="en-US" sz="2000" spc="-1" dirty="0">
                <a:solidFill>
                  <a:srgbClr val="000000"/>
                </a:solidFill>
                <a:latin typeface="Century Gothic"/>
              </a:rPr>
              <a:t>Can the agent correctly compare and interpret explanations of different GNN models on the same compound?</a:t>
            </a:r>
          </a:p>
          <a:p>
            <a:pPr marL="0" indent="0">
              <a:lnSpc>
                <a:spcPct val="100000"/>
              </a:lnSpc>
              <a:spcBef>
                <a:spcPts val="400"/>
              </a:spcBef>
              <a:spcAft>
                <a:spcPts val="601"/>
              </a:spcAft>
              <a:buClr>
                <a:srgbClr val="0064C8"/>
              </a:buClr>
              <a:buNone/>
            </a:pPr>
            <a:endParaRPr lang="en-US" sz="2000" spc="-1" dirty="0">
              <a:solidFill>
                <a:srgbClr val="000000"/>
              </a:solidFill>
              <a:latin typeface="Century Gothic"/>
            </a:endParaRPr>
          </a:p>
        </p:txBody>
      </p:sp>
      <p:sp>
        <p:nvSpPr>
          <p:cNvPr id="10" name="Speech Bubble: Rectangle with Corners Rounded 9">
            <a:extLst>
              <a:ext uri="{FF2B5EF4-FFF2-40B4-BE49-F238E27FC236}">
                <a16:creationId xmlns:a16="http://schemas.microsoft.com/office/drawing/2014/main" id="{218E8154-7E95-D4BE-E8AA-D3B029A12B17}"/>
              </a:ext>
            </a:extLst>
          </p:cNvPr>
          <p:cNvSpPr/>
          <p:nvPr/>
        </p:nvSpPr>
        <p:spPr>
          <a:xfrm>
            <a:off x="2665224" y="3920086"/>
            <a:ext cx="5124797" cy="1264517"/>
          </a:xfrm>
          <a:prstGeom prst="wedgeRoundRectCallout">
            <a:avLst>
              <a:gd name="adj1" fmla="val -55595"/>
              <a:gd name="adj2" fmla="val 23756"/>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just"/>
            <a:r>
              <a:rPr lang="en-US" sz="1200" b="0" i="0" dirty="0">
                <a:effectLst/>
                <a:latin typeface="ui-sans-serif"/>
              </a:rPr>
              <a:t>Train two different GNN models on a compound activity prediction dataset and compare their performances. Select a compound from the test set correctly predicted as active by both models. Explain the predictions using </a:t>
            </a:r>
            <a:r>
              <a:rPr lang="en-US" sz="1200" b="0" i="0" dirty="0" err="1">
                <a:effectLst/>
                <a:latin typeface="ui-sans-serif"/>
              </a:rPr>
              <a:t>EdgeSHAPer</a:t>
            </a:r>
            <a:r>
              <a:rPr lang="en-US" sz="1200" b="0" i="0" dirty="0">
                <a:effectLst/>
                <a:latin typeface="ui-sans-serif"/>
              </a:rPr>
              <a:t> and highlight the differences between the learning characteristics of the models showing relevant visualizations.</a:t>
            </a:r>
            <a:endParaRPr lang="en-US" sz="1200" dirty="0"/>
          </a:p>
        </p:txBody>
      </p:sp>
      <p:grpSp>
        <p:nvGrpSpPr>
          <p:cNvPr id="11" name="Group 10">
            <a:extLst>
              <a:ext uri="{FF2B5EF4-FFF2-40B4-BE49-F238E27FC236}">
                <a16:creationId xmlns:a16="http://schemas.microsoft.com/office/drawing/2014/main" id="{788479A3-3923-48AE-F836-EB227D56F8F3}"/>
              </a:ext>
            </a:extLst>
          </p:cNvPr>
          <p:cNvGrpSpPr/>
          <p:nvPr/>
        </p:nvGrpSpPr>
        <p:grpSpPr>
          <a:xfrm>
            <a:off x="481031" y="3667833"/>
            <a:ext cx="1774658" cy="2310063"/>
            <a:chOff x="990492" y="2511372"/>
            <a:chExt cx="1774658" cy="2310063"/>
          </a:xfrm>
        </p:grpSpPr>
        <p:sp>
          <p:nvSpPr>
            <p:cNvPr id="12" name="Rectangle 11">
              <a:extLst>
                <a:ext uri="{FF2B5EF4-FFF2-40B4-BE49-F238E27FC236}">
                  <a16:creationId xmlns:a16="http://schemas.microsoft.com/office/drawing/2014/main" id="{2D142D64-B397-2830-786D-0D3574B657AC}"/>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Customer review with solid fill">
              <a:extLst>
                <a:ext uri="{FF2B5EF4-FFF2-40B4-BE49-F238E27FC236}">
                  <a16:creationId xmlns:a16="http://schemas.microsoft.com/office/drawing/2014/main" id="{64E33793-8C2A-2656-B0ED-A696739E718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0027" y="3700649"/>
              <a:ext cx="965534" cy="965534"/>
            </a:xfrm>
            <a:prstGeom prst="rect">
              <a:avLst/>
            </a:prstGeom>
          </p:spPr>
        </p:pic>
        <p:pic>
          <p:nvPicPr>
            <p:cNvPr id="14" name="Picture 13">
              <a:extLst>
                <a:ext uri="{FF2B5EF4-FFF2-40B4-BE49-F238E27FC236}">
                  <a16:creationId xmlns:a16="http://schemas.microsoft.com/office/drawing/2014/main" id="{1B081600-3BCF-355C-CB19-D7A38C9862A0}"/>
                </a:ext>
              </a:extLst>
            </p:cNvPr>
            <p:cNvPicPr>
              <a:picLocks noChangeAspect="1"/>
            </p:cNvPicPr>
            <p:nvPr/>
          </p:nvPicPr>
          <p:blipFill>
            <a:blip r:embed="rId4"/>
            <a:stretch>
              <a:fillRect/>
            </a:stretch>
          </p:blipFill>
          <p:spPr>
            <a:xfrm>
              <a:off x="1126882" y="2607575"/>
              <a:ext cx="1525117" cy="996871"/>
            </a:xfrm>
            <a:prstGeom prst="rect">
              <a:avLst/>
            </a:prstGeom>
          </p:spPr>
        </p:pic>
      </p:grpSp>
    </p:spTree>
    <p:extLst>
      <p:ext uri="{BB962C8B-B14F-4D97-AF65-F5344CB8AC3E}">
        <p14:creationId xmlns:p14="http://schemas.microsoft.com/office/powerpoint/2010/main" val="18632412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4</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GCN vs GAT</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380880" y="3758675"/>
            <a:ext cx="3205030" cy="338554"/>
          </a:xfrm>
          <a:prstGeom prst="rect">
            <a:avLst/>
          </a:prstGeom>
          <a:noFill/>
        </p:spPr>
        <p:txBody>
          <a:bodyPr wrap="square" rtlCol="0">
            <a:spAutoFit/>
          </a:bodyPr>
          <a:lstStyle/>
          <a:p>
            <a:r>
              <a:rPr lang="en-US" sz="1600" b="1" dirty="0"/>
              <a:t>Compound selected for XAI</a:t>
            </a:r>
            <a:endParaRPr lang="de-DE" sz="1600" b="1" dirty="0"/>
          </a:p>
        </p:txBody>
      </p:sp>
      <p:graphicFrame>
        <p:nvGraphicFramePr>
          <p:cNvPr id="11" name="Table 10">
            <a:extLst>
              <a:ext uri="{FF2B5EF4-FFF2-40B4-BE49-F238E27FC236}">
                <a16:creationId xmlns:a16="http://schemas.microsoft.com/office/drawing/2014/main" id="{EDFFBEE0-5146-4655-A5DE-8BF02E53C369}"/>
              </a:ext>
            </a:extLst>
          </p:cNvPr>
          <p:cNvGraphicFramePr>
            <a:graphicFrameLocks noGrp="1"/>
          </p:cNvGraphicFramePr>
          <p:nvPr>
            <p:extLst>
              <p:ext uri="{D42A27DB-BD31-4B8C-83A1-F6EECF244321}">
                <p14:modId xmlns:p14="http://schemas.microsoft.com/office/powerpoint/2010/main" val="3801418681"/>
              </p:ext>
            </p:extLst>
          </p:nvPr>
        </p:nvGraphicFramePr>
        <p:xfrm>
          <a:off x="3216996" y="1340440"/>
          <a:ext cx="5240368" cy="1054165"/>
        </p:xfrm>
        <a:graphic>
          <a:graphicData uri="http://schemas.openxmlformats.org/drawingml/2006/table">
            <a:tbl>
              <a:tblPr/>
              <a:tblGrid>
                <a:gridCol w="1310092">
                  <a:extLst>
                    <a:ext uri="{9D8B030D-6E8A-4147-A177-3AD203B41FA5}">
                      <a16:colId xmlns:a16="http://schemas.microsoft.com/office/drawing/2014/main" val="1098995200"/>
                    </a:ext>
                  </a:extLst>
                </a:gridCol>
                <a:gridCol w="1310092">
                  <a:extLst>
                    <a:ext uri="{9D8B030D-6E8A-4147-A177-3AD203B41FA5}">
                      <a16:colId xmlns:a16="http://schemas.microsoft.com/office/drawing/2014/main" val="818371029"/>
                    </a:ext>
                  </a:extLst>
                </a:gridCol>
                <a:gridCol w="1310092">
                  <a:extLst>
                    <a:ext uri="{9D8B030D-6E8A-4147-A177-3AD203B41FA5}">
                      <a16:colId xmlns:a16="http://schemas.microsoft.com/office/drawing/2014/main" val="3817285525"/>
                    </a:ext>
                  </a:extLst>
                </a:gridCol>
                <a:gridCol w="1310092">
                  <a:extLst>
                    <a:ext uri="{9D8B030D-6E8A-4147-A177-3AD203B41FA5}">
                      <a16:colId xmlns:a16="http://schemas.microsoft.com/office/drawing/2014/main" val="1826563497"/>
                    </a:ext>
                  </a:extLst>
                </a:gridCol>
              </a:tblGrid>
              <a:tr h="220436">
                <a:tc>
                  <a:txBody>
                    <a:bodyPr/>
                    <a:lstStyle/>
                    <a:p>
                      <a:pPr algn="l" latinLnBrk="0"/>
                      <a:r>
                        <a:rPr lang="de-DE" sz="1000" b="1" dirty="0" err="1">
                          <a:effectLst/>
                        </a:rPr>
                        <a:t>Metric</a:t>
                      </a:r>
                      <a:endParaRPr lang="de-DE" sz="10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1000" b="1">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085305"/>
                  </a:ext>
                </a:extLst>
              </a:tr>
              <a:tr h="503853">
                <a:tc>
                  <a:txBody>
                    <a:bodyPr/>
                    <a:lstStyle/>
                    <a:p>
                      <a:pPr algn="l" fontAlgn="t" latinLnBrk="0"/>
                      <a:r>
                        <a:rPr lang="de-DE" sz="1000" b="1">
                          <a:effectLst/>
                        </a:rPr>
                        <a:t>Best Validation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4382672"/>
                  </a:ext>
                </a:extLst>
              </a:tr>
              <a:tr h="314908">
                <a:tc>
                  <a:txBody>
                    <a:bodyPr/>
                    <a:lstStyle/>
                    <a:p>
                      <a:pPr algn="l" fontAlgn="t" latinLnBrk="0"/>
                      <a:r>
                        <a:rPr lang="de-DE" sz="1000" b="1">
                          <a:effectLst/>
                        </a:rPr>
                        <a:t>Test Accuracy</a:t>
                      </a:r>
                      <a:endParaRPr lang="de-DE" sz="100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235525"/>
                  </a:ext>
                </a:extLst>
              </a:tr>
            </a:tbl>
          </a:graphicData>
        </a:graphic>
      </p:graphicFrame>
      <p:sp>
        <p:nvSpPr>
          <p:cNvPr id="21" name="TextBox 20">
            <a:extLst>
              <a:ext uri="{FF2B5EF4-FFF2-40B4-BE49-F238E27FC236}">
                <a16:creationId xmlns:a16="http://schemas.microsoft.com/office/drawing/2014/main" id="{DE733898-820F-4456-823E-05ECD33E9336}"/>
              </a:ext>
            </a:extLst>
          </p:cNvPr>
          <p:cNvSpPr txBox="1"/>
          <p:nvPr/>
        </p:nvSpPr>
        <p:spPr>
          <a:xfrm>
            <a:off x="392511" y="4445002"/>
            <a:ext cx="4572000" cy="938719"/>
          </a:xfrm>
          <a:prstGeom prst="rect">
            <a:avLst/>
          </a:prstGeom>
          <a:noFill/>
        </p:spPr>
        <p:txBody>
          <a:bodyPr wrap="square">
            <a:spAutoFit/>
          </a:bodyPr>
          <a:lstStyle/>
          <a:p>
            <a:pPr marL="171450" indent="-171450" algn="l">
              <a:buFont typeface="Arial" panose="020B0604020202020204" pitchFamily="34" charset="0"/>
              <a:buChar char="•"/>
            </a:pPr>
            <a:r>
              <a:rPr lang="en-US" sz="1100" b="1" i="0" dirty="0">
                <a:effectLst/>
              </a:rPr>
              <a:t>SMILES: </a:t>
            </a:r>
            <a:r>
              <a:rPr lang="en-US" sz="1100" i="0" dirty="0">
                <a:effectLst/>
              </a:rPr>
              <a:t>COc1ccccc1N1CCN(Cc2cc(CN(C)C)c3cccccc2-3)CC1</a:t>
            </a:r>
          </a:p>
          <a:p>
            <a:pPr marL="171450" indent="-171450" algn="l">
              <a:buFont typeface="Arial" panose="020B0604020202020204" pitchFamily="34" charset="0"/>
              <a:buChar char="•"/>
            </a:pPr>
            <a:r>
              <a:rPr lang="en-US" sz="1100" b="1" i="0" dirty="0">
                <a:effectLst/>
              </a:rPr>
              <a:t>True Label</a:t>
            </a:r>
            <a:r>
              <a:rPr lang="en-US" sz="1100" b="0" i="0" dirty="0">
                <a:effectLst/>
              </a:rPr>
              <a:t>: Active (Class 1) ✅</a:t>
            </a:r>
          </a:p>
          <a:p>
            <a:pPr marL="171450" indent="-171450" algn="l">
              <a:buFont typeface="Arial" panose="020B0604020202020204" pitchFamily="34" charset="0"/>
              <a:buChar char="•"/>
            </a:pPr>
            <a:r>
              <a:rPr lang="en-US" sz="1100" b="1" i="0" dirty="0">
                <a:effectLst/>
              </a:rPr>
              <a:t>Predicted by Both Models</a:t>
            </a:r>
            <a:r>
              <a:rPr lang="en-US" sz="1100" b="0" i="0" dirty="0">
                <a:effectLst/>
              </a:rPr>
              <a:t>: Active (Class 1) ✅</a:t>
            </a:r>
          </a:p>
          <a:p>
            <a:pPr marL="171450" indent="-171450" algn="l">
              <a:buFont typeface="Arial" panose="020B0604020202020204" pitchFamily="34" charset="0"/>
              <a:buChar char="•"/>
            </a:pPr>
            <a:r>
              <a:rPr lang="en-US" sz="1100" b="1" i="0" dirty="0">
                <a:effectLst/>
              </a:rPr>
              <a:t>GCN Confidence</a:t>
            </a:r>
            <a:r>
              <a:rPr lang="en-US" sz="1100" b="0" i="0" dirty="0">
                <a:effectLst/>
              </a:rPr>
              <a:t>: 99.96%</a:t>
            </a:r>
          </a:p>
          <a:p>
            <a:pPr marL="171450" indent="-171450" algn="l">
              <a:buFont typeface="Arial" panose="020B0604020202020204" pitchFamily="34" charset="0"/>
              <a:buChar char="•"/>
            </a:pPr>
            <a:r>
              <a:rPr lang="en-US" sz="1100" b="1" i="0" dirty="0">
                <a:effectLst/>
              </a:rPr>
              <a:t>GAT Confidence</a:t>
            </a:r>
            <a:r>
              <a:rPr lang="en-US" sz="1100" b="0" i="0" dirty="0">
                <a:effectLst/>
              </a:rPr>
              <a:t>: 99.99%</a:t>
            </a:r>
          </a:p>
        </p:txBody>
      </p:sp>
    </p:spTree>
    <p:extLst>
      <p:ext uri="{BB962C8B-B14F-4D97-AF65-F5344CB8AC3E}">
        <p14:creationId xmlns:p14="http://schemas.microsoft.com/office/powerpoint/2010/main" val="3566053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24728"/>
            <a:chOff x="232995" y="406630"/>
            <a:chExt cx="10641897" cy="352410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2598933">
              <a:off x="2289720" y="355582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20" name="TextBox 19">
            <a:extLst>
              <a:ext uri="{FF2B5EF4-FFF2-40B4-BE49-F238E27FC236}">
                <a16:creationId xmlns:a16="http://schemas.microsoft.com/office/drawing/2014/main" id="{01841CB4-C14F-4C4D-9FCA-104EFC611466}"/>
              </a:ext>
            </a:extLst>
          </p:cNvPr>
          <p:cNvSpPr txBox="1"/>
          <p:nvPr/>
        </p:nvSpPr>
        <p:spPr>
          <a:xfrm>
            <a:off x="2819999" y="3435324"/>
            <a:ext cx="5912281" cy="338554"/>
          </a:xfrm>
          <a:prstGeom prst="rect">
            <a:avLst/>
          </a:prstGeom>
          <a:noFill/>
        </p:spPr>
        <p:txBody>
          <a:bodyPr wrap="square" rtlCol="0">
            <a:spAutoFit/>
          </a:bodyPr>
          <a:lstStyle/>
          <a:p>
            <a:pPr algn="ctr"/>
            <a:r>
              <a:rPr lang="en-US" sz="1600" b="1" dirty="0"/>
              <a:t>Key Differences in Learning Characteristics</a:t>
            </a:r>
            <a:endParaRPr lang="de-DE" sz="16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635095" y="3913448"/>
            <a:ext cx="3128884" cy="2123658"/>
          </a:xfrm>
          <a:prstGeom prst="rect">
            <a:avLst/>
          </a:prstGeom>
          <a:noFill/>
        </p:spPr>
        <p:txBody>
          <a:bodyPr wrap="square">
            <a:spAutoFit/>
          </a:bodyPr>
          <a:lstStyle/>
          <a:p>
            <a:pPr algn="l"/>
            <a:r>
              <a:rPr lang="en-US" sz="1200" b="1" i="0" dirty="0">
                <a:effectLst/>
              </a:rPr>
              <a:t> GCN: Fragment-Driven Learning</a:t>
            </a:r>
          </a:p>
          <a:p>
            <a:pPr algn="l"/>
            <a:endParaRPr lang="en-US" sz="1200" b="1" i="0" dirty="0">
              <a:effectLst/>
            </a:endParaRPr>
          </a:p>
          <a:p>
            <a:pPr marL="171450" indent="-171450" algn="l">
              <a:buFont typeface="Arial" panose="020B0604020202020204" pitchFamily="34" charset="0"/>
              <a:buChar char="•"/>
            </a:pPr>
            <a:r>
              <a:rPr lang="en-US" sz="1200" b="1" i="0" dirty="0">
                <a:effectLst/>
              </a:rPr>
              <a:t>Top contributors</a:t>
            </a:r>
            <a:r>
              <a:rPr lang="en-US" sz="1200" b="0" i="0" dirty="0">
                <a:effectLst/>
              </a:rPr>
              <a:t>: Aromatic ring bonds (</a:t>
            </a:r>
            <a:r>
              <a:rPr lang="en-US" sz="1200" b="0" i="0" dirty="0" err="1">
                <a:effectLst/>
              </a:rPr>
              <a:t>cC</a:t>
            </a:r>
            <a:r>
              <a:rPr lang="en-US" sz="1200" b="0" i="0" dirty="0">
                <a:effectLst/>
              </a:rPr>
              <a:t>) and N-C single bonds</a:t>
            </a:r>
          </a:p>
          <a:p>
            <a:pPr marL="171450" indent="-171450" algn="l">
              <a:buFont typeface="Arial" panose="020B0604020202020204" pitchFamily="34" charset="0"/>
              <a:buChar char="•"/>
            </a:pPr>
            <a:r>
              <a:rPr lang="en-US" sz="1200" b="1" i="0" dirty="0">
                <a:effectLst/>
              </a:rPr>
              <a:t>Learning pattern</a:t>
            </a:r>
            <a:r>
              <a:rPr lang="en-US" sz="1200" b="0" i="0" dirty="0">
                <a:effectLst/>
              </a:rPr>
              <a:t>: Focuses on </a:t>
            </a:r>
            <a:r>
              <a:rPr lang="en-US" sz="1200" b="1" i="0" dirty="0">
                <a:effectLst/>
              </a:rPr>
              <a:t>local atomic environments</a:t>
            </a:r>
            <a:r>
              <a:rPr lang="en-US" sz="1200" b="0" i="0" dirty="0">
                <a:effectLst/>
              </a:rPr>
              <a:t> and </a:t>
            </a:r>
            <a:r>
              <a:rPr lang="en-US" sz="1200" b="1" i="0" dirty="0">
                <a:effectLst/>
              </a:rPr>
              <a:t>bond types</a:t>
            </a:r>
            <a:endParaRPr lang="en-US" sz="1200" b="0" i="0" dirty="0">
              <a:effectLst/>
            </a:endParaRPr>
          </a:p>
          <a:p>
            <a:pPr marL="171450" indent="-171450" algn="l">
              <a:buFont typeface="Arial" panose="020B0604020202020204" pitchFamily="34" charset="0"/>
              <a:buChar char="•"/>
            </a:pPr>
            <a:r>
              <a:rPr lang="en-US" sz="1200" b="1" i="0" dirty="0">
                <a:effectLst/>
              </a:rPr>
              <a:t>Mechanism</a:t>
            </a:r>
            <a:r>
              <a:rPr lang="en-US" sz="1200" b="0" i="0" dirty="0">
                <a:effectLst/>
              </a:rPr>
              <a:t>: Message passing treats all neighbors equally → learns </a:t>
            </a:r>
            <a:r>
              <a:rPr lang="en-US" sz="1200" b="1" i="0" dirty="0">
                <a:effectLst/>
              </a:rPr>
              <a:t>structural motifs</a:t>
            </a:r>
            <a:endParaRPr lang="en-US" sz="1200" b="0" i="0" dirty="0">
              <a:effectLst/>
            </a:endParaRPr>
          </a:p>
          <a:p>
            <a:pPr marL="171450" indent="-171450" algn="l">
              <a:buFont typeface="Arial" panose="020B0604020202020204" pitchFamily="34" charset="0"/>
              <a:buChar char="•"/>
            </a:pPr>
            <a:r>
              <a:rPr lang="en-US" sz="1200" b="1" i="0" dirty="0">
                <a:effectLst/>
              </a:rPr>
              <a:t>Top bonds</a:t>
            </a:r>
            <a:r>
              <a:rPr lang="en-US" sz="1200" b="0" i="0" dirty="0">
                <a:effectLst/>
              </a:rPr>
              <a:t>: Bonds connecting aromatic rings to alkyl chains</a:t>
            </a:r>
          </a:p>
        </p:txBody>
      </p:sp>
      <p:sp>
        <p:nvSpPr>
          <p:cNvPr id="27" name="TextBox 26">
            <a:extLst>
              <a:ext uri="{FF2B5EF4-FFF2-40B4-BE49-F238E27FC236}">
                <a16:creationId xmlns:a16="http://schemas.microsoft.com/office/drawing/2014/main" id="{7A28ACA2-759C-42E3-8D83-A517AC66D9FE}"/>
              </a:ext>
            </a:extLst>
          </p:cNvPr>
          <p:cNvSpPr txBox="1"/>
          <p:nvPr/>
        </p:nvSpPr>
        <p:spPr>
          <a:xfrm>
            <a:off x="5763978" y="3889856"/>
            <a:ext cx="3217861" cy="2147250"/>
          </a:xfrm>
          <a:prstGeom prst="rect">
            <a:avLst/>
          </a:prstGeom>
          <a:noFill/>
        </p:spPr>
        <p:txBody>
          <a:bodyPr wrap="square">
            <a:spAutoFit/>
          </a:bodyPr>
          <a:lstStyle/>
          <a:p>
            <a:pPr algn="l"/>
            <a:r>
              <a:rPr lang="en-US" sz="1200" b="1" i="0" dirty="0">
                <a:effectLst/>
              </a:rPr>
              <a:t>GAT: Context-Aware Learning</a:t>
            </a:r>
          </a:p>
          <a:p>
            <a:pPr algn="l"/>
            <a:endParaRPr lang="en-US" sz="1200" b="1" i="0" dirty="0">
              <a:effectLst/>
            </a:endParaRPr>
          </a:p>
          <a:p>
            <a:pPr marL="171450" indent="-171450" algn="l">
              <a:buFont typeface="Arial" panose="020B0604020202020204" pitchFamily="34" charset="0"/>
              <a:buChar char="•"/>
            </a:pPr>
            <a:r>
              <a:rPr lang="en-US" sz="1200" b="1" i="0" dirty="0">
                <a:effectLst/>
              </a:rPr>
              <a:t>Top contributors</a:t>
            </a:r>
            <a:r>
              <a:rPr lang="en-US" sz="1200" b="0" i="0" dirty="0">
                <a:effectLst/>
              </a:rPr>
              <a:t>: Piperazine backbone (NCCN) and aliphatic C-C bonds</a:t>
            </a:r>
          </a:p>
          <a:p>
            <a:pPr marL="171450" indent="-171450" algn="l">
              <a:buFont typeface="Arial" panose="020B0604020202020204" pitchFamily="34" charset="0"/>
              <a:buChar char="•"/>
            </a:pPr>
            <a:r>
              <a:rPr lang="en-US" sz="1200" b="1" i="0" dirty="0">
                <a:effectLst/>
              </a:rPr>
              <a:t>Learning pattern</a:t>
            </a:r>
            <a:r>
              <a:rPr lang="en-US" sz="1200" b="0" i="0" dirty="0">
                <a:effectLst/>
              </a:rPr>
              <a:t>: Focuses on </a:t>
            </a:r>
            <a:r>
              <a:rPr lang="en-US" sz="1200" b="1" i="0" dirty="0">
                <a:effectLst/>
              </a:rPr>
              <a:t>molecular backbone</a:t>
            </a:r>
            <a:r>
              <a:rPr lang="en-US" sz="1200" b="0" i="0" dirty="0">
                <a:effectLst/>
              </a:rPr>
              <a:t> and </a:t>
            </a:r>
            <a:r>
              <a:rPr lang="en-US" sz="1200" b="1" i="0" dirty="0">
                <a:effectLst/>
              </a:rPr>
              <a:t>connectivity patterns</a:t>
            </a:r>
            <a:endParaRPr lang="en-US" sz="1200" b="0" i="0" dirty="0">
              <a:effectLst/>
            </a:endParaRPr>
          </a:p>
          <a:p>
            <a:pPr marL="171450" indent="-171450" algn="l">
              <a:buFont typeface="Arial" panose="020B0604020202020204" pitchFamily="34" charset="0"/>
              <a:buChar char="•"/>
            </a:pPr>
            <a:r>
              <a:rPr lang="en-US" sz="1200" b="1" i="0" dirty="0">
                <a:effectLst/>
              </a:rPr>
              <a:t>Mechanism</a:t>
            </a:r>
            <a:r>
              <a:rPr lang="en-US" sz="1200" b="0" i="0" dirty="0">
                <a:effectLst/>
              </a:rPr>
              <a:t>: Attention weights allow GAT to </a:t>
            </a:r>
            <a:r>
              <a:rPr lang="en-US" sz="1200" b="1" i="0" dirty="0">
                <a:effectLst/>
              </a:rPr>
              <a:t>dynamically weight</a:t>
            </a:r>
            <a:r>
              <a:rPr lang="en-US" sz="1200" b="0" i="0" dirty="0">
                <a:effectLst/>
              </a:rPr>
              <a:t> important neighbors</a:t>
            </a:r>
          </a:p>
          <a:p>
            <a:pPr marL="171450" indent="-171450" algn="l">
              <a:buFont typeface="Arial" panose="020B0604020202020204" pitchFamily="34" charset="0"/>
              <a:buChar char="•"/>
            </a:pPr>
            <a:r>
              <a:rPr lang="en-US" sz="1200" b="1" i="0" dirty="0">
                <a:effectLst/>
              </a:rPr>
              <a:t>Top bonds</a:t>
            </a:r>
            <a:r>
              <a:rPr lang="en-US" sz="1200" b="0" i="0" dirty="0">
                <a:effectLst/>
              </a:rPr>
              <a:t>: Bonds within the piperazine ring system</a:t>
            </a:r>
          </a:p>
        </p:txBody>
      </p:sp>
    </p:spTree>
    <p:extLst>
      <p:ext uri="{BB962C8B-B14F-4D97-AF65-F5344CB8AC3E}">
        <p14:creationId xmlns:p14="http://schemas.microsoft.com/office/powerpoint/2010/main" val="2810728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79" y="1191667"/>
            <a:ext cx="7926020" cy="2624728"/>
            <a:chOff x="232995" y="406630"/>
            <a:chExt cx="10641897" cy="3524100"/>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42" name="Arrow: Right 41">
              <a:extLst>
                <a:ext uri="{FF2B5EF4-FFF2-40B4-BE49-F238E27FC236}">
                  <a16:creationId xmlns:a16="http://schemas.microsoft.com/office/drawing/2014/main" id="{666A450C-D0FA-4FC2-D779-9D8A47EBECE0}"/>
                </a:ext>
              </a:extLst>
            </p:cNvPr>
            <p:cNvSpPr/>
            <p:nvPr/>
          </p:nvSpPr>
          <p:spPr>
            <a:xfrm rot="2598933">
              <a:off x="2289720" y="355582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pic>
        <p:nvPicPr>
          <p:cNvPr id="4" name="Picture 3">
            <a:extLst>
              <a:ext uri="{FF2B5EF4-FFF2-40B4-BE49-F238E27FC236}">
                <a16:creationId xmlns:a16="http://schemas.microsoft.com/office/drawing/2014/main" id="{2B6FC3F7-8023-4F1A-80C4-78814837030C}"/>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7" name="Picture 6">
            <a:extLst>
              <a:ext uri="{FF2B5EF4-FFF2-40B4-BE49-F238E27FC236}">
                <a16:creationId xmlns:a16="http://schemas.microsoft.com/office/drawing/2014/main" id="{84E291A9-37A2-4845-AADE-EA756DB24E25}"/>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20" name="TextBox 19">
            <a:extLst>
              <a:ext uri="{FF2B5EF4-FFF2-40B4-BE49-F238E27FC236}">
                <a16:creationId xmlns:a16="http://schemas.microsoft.com/office/drawing/2014/main" id="{01841CB4-C14F-4C4D-9FCA-104EFC611466}"/>
              </a:ext>
            </a:extLst>
          </p:cNvPr>
          <p:cNvSpPr txBox="1"/>
          <p:nvPr/>
        </p:nvSpPr>
        <p:spPr>
          <a:xfrm>
            <a:off x="2819999" y="3435324"/>
            <a:ext cx="5912281" cy="338554"/>
          </a:xfrm>
          <a:prstGeom prst="rect">
            <a:avLst/>
          </a:prstGeom>
          <a:noFill/>
        </p:spPr>
        <p:txBody>
          <a:bodyPr wrap="square" rtlCol="0">
            <a:spAutoFit/>
          </a:bodyPr>
          <a:lstStyle/>
          <a:p>
            <a:pPr algn="ctr"/>
            <a:r>
              <a:rPr lang="en-US" sz="1600" b="1" dirty="0"/>
              <a:t>Interpretation of learning patterns</a:t>
            </a:r>
            <a:endParaRPr lang="de-DE" sz="1600" b="1" dirty="0"/>
          </a:p>
        </p:txBody>
      </p:sp>
      <p:sp>
        <p:nvSpPr>
          <p:cNvPr id="26" name="TextBox 25">
            <a:extLst>
              <a:ext uri="{FF2B5EF4-FFF2-40B4-BE49-F238E27FC236}">
                <a16:creationId xmlns:a16="http://schemas.microsoft.com/office/drawing/2014/main" id="{31AF5DDE-C52A-4B6D-A9BF-07A0043EA48E}"/>
              </a:ext>
            </a:extLst>
          </p:cNvPr>
          <p:cNvSpPr txBox="1"/>
          <p:nvPr/>
        </p:nvSpPr>
        <p:spPr>
          <a:xfrm>
            <a:off x="2793723" y="3913448"/>
            <a:ext cx="2970255" cy="1938992"/>
          </a:xfrm>
          <a:prstGeom prst="rect">
            <a:avLst/>
          </a:prstGeom>
          <a:noFill/>
        </p:spPr>
        <p:txBody>
          <a:bodyPr wrap="square">
            <a:spAutoFit/>
          </a:bodyPr>
          <a:lstStyle/>
          <a:p>
            <a:pPr algn="l"/>
            <a:r>
              <a:rPr lang="en-US" sz="1200" b="1" i="0" dirty="0">
                <a:effectLst/>
              </a:rPr>
              <a:t>GCN</a:t>
            </a:r>
            <a:r>
              <a:rPr lang="en-US" sz="1200" b="0" i="0" dirty="0">
                <a:effectLst/>
              </a:rPr>
              <a:t> identifies </a:t>
            </a:r>
            <a:r>
              <a:rPr lang="en-US" sz="1200" b="1" i="0" dirty="0">
                <a:effectLst/>
              </a:rPr>
              <a:t>aromatic-alkyl connections</a:t>
            </a:r>
            <a:r>
              <a:rPr lang="en-US" sz="1200" b="0" i="0" dirty="0">
                <a:effectLst/>
              </a:rPr>
              <a:t> as most important. This suggests GCN has learned that:</a:t>
            </a:r>
          </a:p>
          <a:p>
            <a:pPr algn="l"/>
            <a:endParaRPr lang="en-US" sz="1200" b="0" i="0" dirty="0">
              <a:effectLst/>
            </a:endParaRPr>
          </a:p>
          <a:p>
            <a:pPr marL="171450" indent="-171450" algn="l">
              <a:buFont typeface="Arial" panose="020B0604020202020204" pitchFamily="34" charset="0"/>
              <a:buChar char="•"/>
            </a:pPr>
            <a:r>
              <a:rPr lang="en-US" sz="1200" b="0" i="0" dirty="0">
                <a:effectLst/>
              </a:rPr>
              <a:t>The link between aromatic rings and aliphatic chains is critical for activity</a:t>
            </a:r>
          </a:p>
          <a:p>
            <a:pPr marL="171450" indent="-171450" algn="l">
              <a:buFont typeface="Arial" panose="020B0604020202020204" pitchFamily="34" charset="0"/>
              <a:buChar char="•"/>
            </a:pPr>
            <a:r>
              <a:rPr lang="en-US" sz="1200" b="0" i="0" dirty="0">
                <a:effectLst/>
              </a:rPr>
              <a:t>Bond polarity and hybridization changes drive predictions</a:t>
            </a:r>
          </a:p>
          <a:p>
            <a:pPr marL="171450" indent="-171450" algn="l">
              <a:buFont typeface="Arial" panose="020B0604020202020204" pitchFamily="34" charset="0"/>
              <a:buChar char="•"/>
            </a:pPr>
            <a:r>
              <a:rPr lang="en-US" sz="1200" b="0" i="0" dirty="0">
                <a:effectLst/>
              </a:rPr>
              <a:t>GCN learns local structural features more effectively</a:t>
            </a:r>
          </a:p>
        </p:txBody>
      </p:sp>
      <p:sp>
        <p:nvSpPr>
          <p:cNvPr id="27" name="TextBox 26">
            <a:extLst>
              <a:ext uri="{FF2B5EF4-FFF2-40B4-BE49-F238E27FC236}">
                <a16:creationId xmlns:a16="http://schemas.microsoft.com/office/drawing/2014/main" id="{7A28ACA2-759C-42E3-8D83-A517AC66D9FE}"/>
              </a:ext>
            </a:extLst>
          </p:cNvPr>
          <p:cNvSpPr txBox="1"/>
          <p:nvPr/>
        </p:nvSpPr>
        <p:spPr>
          <a:xfrm>
            <a:off x="5763979" y="3889856"/>
            <a:ext cx="3064712" cy="1938992"/>
          </a:xfrm>
          <a:prstGeom prst="rect">
            <a:avLst/>
          </a:prstGeom>
          <a:noFill/>
        </p:spPr>
        <p:txBody>
          <a:bodyPr wrap="square">
            <a:spAutoFit/>
          </a:bodyPr>
          <a:lstStyle/>
          <a:p>
            <a:pPr algn="l"/>
            <a:r>
              <a:rPr lang="en-US" sz="1200" b="1" i="0" dirty="0">
                <a:effectLst/>
              </a:rPr>
              <a:t>GAT</a:t>
            </a:r>
            <a:r>
              <a:rPr lang="en-US" sz="1200" b="0" i="0" dirty="0">
                <a:effectLst/>
              </a:rPr>
              <a:t> identifies the </a:t>
            </a:r>
            <a:r>
              <a:rPr lang="en-US" sz="1200" b="1" i="0" dirty="0">
                <a:effectLst/>
              </a:rPr>
              <a:t>piperazine backbone as most important</a:t>
            </a:r>
            <a:r>
              <a:rPr lang="en-US" sz="1200" b="0" i="0" dirty="0">
                <a:effectLst/>
              </a:rPr>
              <a:t>. This suggests GAT has learned that:</a:t>
            </a:r>
          </a:p>
          <a:p>
            <a:pPr algn="l"/>
            <a:endParaRPr lang="en-US" sz="1200" b="0" i="0" dirty="0">
              <a:effectLst/>
            </a:endParaRPr>
          </a:p>
          <a:p>
            <a:pPr marL="171450" indent="-171450" algn="l">
              <a:buFont typeface="Arial" panose="020B0604020202020204" pitchFamily="34" charset="0"/>
              <a:buChar char="•"/>
            </a:pPr>
            <a:r>
              <a:rPr lang="en-US" sz="1200" b="0" i="0" dirty="0">
                <a:effectLst/>
              </a:rPr>
              <a:t>The central scaffold connectivity is key to activity prediction</a:t>
            </a:r>
          </a:p>
          <a:p>
            <a:pPr marL="171450" indent="-171450" algn="l">
              <a:buFont typeface="Arial" panose="020B0604020202020204" pitchFamily="34" charset="0"/>
              <a:buChar char="•"/>
            </a:pPr>
            <a:r>
              <a:rPr lang="en-US" sz="1200" b="0" i="0" dirty="0">
                <a:effectLst/>
              </a:rPr>
              <a:t>Molecular topology and ring systems are weighted more heavily</a:t>
            </a:r>
          </a:p>
          <a:p>
            <a:pPr marL="171450" indent="-171450" algn="l">
              <a:buFont typeface="Arial" panose="020B0604020202020204" pitchFamily="34" charset="0"/>
              <a:buChar char="•"/>
            </a:pPr>
            <a:r>
              <a:rPr lang="en-US" sz="1200" b="0" i="0" dirty="0">
                <a:effectLst/>
              </a:rPr>
              <a:t>GAT learns global structural patterns through attention</a:t>
            </a:r>
          </a:p>
        </p:txBody>
      </p:sp>
    </p:spTree>
    <p:extLst>
      <p:ext uri="{BB962C8B-B14F-4D97-AF65-F5344CB8AC3E}">
        <p14:creationId xmlns:p14="http://schemas.microsoft.com/office/powerpoint/2010/main" val="37167398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grpSp>
        <p:nvGrpSpPr>
          <p:cNvPr id="49" name="Group 48">
            <a:extLst>
              <a:ext uri="{FF2B5EF4-FFF2-40B4-BE49-F238E27FC236}">
                <a16:creationId xmlns:a16="http://schemas.microsoft.com/office/drawing/2014/main" id="{C31E6F76-4E7C-1639-9021-CCC76ADA5882}"/>
              </a:ext>
            </a:extLst>
          </p:cNvPr>
          <p:cNvGrpSpPr>
            <a:grpSpLocks noChangeAspect="1"/>
          </p:cNvGrpSpPr>
          <p:nvPr/>
        </p:nvGrpSpPr>
        <p:grpSpPr>
          <a:xfrm>
            <a:off x="380880" y="1198799"/>
            <a:ext cx="7926020" cy="2040145"/>
            <a:chOff x="232995" y="406630"/>
            <a:chExt cx="10641897" cy="2739208"/>
          </a:xfrm>
        </p:grpSpPr>
        <p:grpSp>
          <p:nvGrpSpPr>
            <p:cNvPr id="21" name="Group 20">
              <a:extLst>
                <a:ext uri="{FF2B5EF4-FFF2-40B4-BE49-F238E27FC236}">
                  <a16:creationId xmlns:a16="http://schemas.microsoft.com/office/drawing/2014/main" id="{851E801A-07D0-EC46-EC69-B1E3BDC4A0EE}"/>
                </a:ext>
              </a:extLst>
            </p:cNvPr>
            <p:cNvGrpSpPr/>
            <p:nvPr/>
          </p:nvGrpSpPr>
          <p:grpSpPr>
            <a:xfrm>
              <a:off x="232995" y="835775"/>
              <a:ext cx="1774658" cy="2310063"/>
              <a:chOff x="990492" y="2511372"/>
              <a:chExt cx="1774658" cy="2310063"/>
            </a:xfrm>
          </p:grpSpPr>
          <p:sp>
            <p:nvSpPr>
              <p:cNvPr id="22" name="Rectangle 21">
                <a:extLst>
                  <a:ext uri="{FF2B5EF4-FFF2-40B4-BE49-F238E27FC236}">
                    <a16:creationId xmlns:a16="http://schemas.microsoft.com/office/drawing/2014/main" id="{6A221BB0-FFBC-E869-34CB-BC594E5B0490}"/>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Graphic 22" descr="Customer review with solid fill">
                <a:extLst>
                  <a:ext uri="{FF2B5EF4-FFF2-40B4-BE49-F238E27FC236}">
                    <a16:creationId xmlns:a16="http://schemas.microsoft.com/office/drawing/2014/main" id="{0FAB87FB-66B8-682E-AC05-EA6B56D8F4F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24" name="Picture 23">
                <a:extLst>
                  <a:ext uri="{FF2B5EF4-FFF2-40B4-BE49-F238E27FC236}">
                    <a16:creationId xmlns:a16="http://schemas.microsoft.com/office/drawing/2014/main" id="{5AFB6878-0F86-C45A-E83E-50BAC05BCEF5}"/>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25" name="Arrow: Right 24">
              <a:extLst>
                <a:ext uri="{FF2B5EF4-FFF2-40B4-BE49-F238E27FC236}">
                  <a16:creationId xmlns:a16="http://schemas.microsoft.com/office/drawing/2014/main" id="{8E792690-D447-952D-A5E7-853CC5FB33BB}"/>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50EF08DE-650D-84D8-23E2-83CD379C9565}"/>
                </a:ext>
              </a:extLst>
            </p:cNvPr>
            <p:cNvSpPr txBox="1"/>
            <p:nvPr/>
          </p:nvSpPr>
          <p:spPr>
            <a:xfrm>
              <a:off x="4038832" y="406630"/>
              <a:ext cx="2855576" cy="454561"/>
            </a:xfrm>
            <a:prstGeom prst="rect">
              <a:avLst/>
            </a:prstGeom>
            <a:noFill/>
          </p:spPr>
          <p:txBody>
            <a:bodyPr wrap="square" rtlCol="0">
              <a:spAutoFit/>
            </a:bodyPr>
            <a:lstStyle/>
            <a:p>
              <a:pPr algn="ctr"/>
              <a:endParaRPr lang="de-DE" sz="1600" b="1" dirty="0"/>
            </a:p>
          </p:txBody>
        </p:sp>
        <p:sp>
          <p:nvSpPr>
            <p:cNvPr id="37" name="TextBox 36">
              <a:extLst>
                <a:ext uri="{FF2B5EF4-FFF2-40B4-BE49-F238E27FC236}">
                  <a16:creationId xmlns:a16="http://schemas.microsoft.com/office/drawing/2014/main" id="{A9B538AC-1716-FEE9-9303-C64FEB3A2571}"/>
                </a:ext>
              </a:extLst>
            </p:cNvPr>
            <p:cNvSpPr txBox="1"/>
            <p:nvPr/>
          </p:nvSpPr>
          <p:spPr>
            <a:xfrm>
              <a:off x="8019317" y="406630"/>
              <a:ext cx="2855575" cy="454561"/>
            </a:xfrm>
            <a:prstGeom prst="rect">
              <a:avLst/>
            </a:prstGeom>
            <a:noFill/>
          </p:spPr>
          <p:txBody>
            <a:bodyPr wrap="square" rtlCol="0">
              <a:spAutoFit/>
            </a:bodyPr>
            <a:lstStyle/>
            <a:p>
              <a:pPr algn="ctr"/>
              <a:endParaRPr lang="de-DE" sz="1600" b="1" dirty="0"/>
            </a:p>
          </p:txBody>
        </p:sp>
      </p:grpSp>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a:t>
            </a:r>
            <a:r>
              <a:rPr lang="en-US" sz="3200" spc="-1" dirty="0">
                <a:solidFill>
                  <a:srgbClr val="0064C8"/>
                </a:solidFill>
                <a:latin typeface="Century Gothic"/>
              </a:rPr>
              <a:t>4</a:t>
            </a:r>
            <a:endParaRPr lang="en-US" sz="3200" b="0" strike="noStrike" spc="-1" dirty="0">
              <a:solidFill>
                <a:srgbClr val="000000"/>
              </a:solidFill>
              <a:latin typeface="Century Gothic"/>
            </a:endParaRPr>
          </a:p>
        </p:txBody>
      </p:sp>
      <p:grpSp>
        <p:nvGrpSpPr>
          <p:cNvPr id="51" name="Group 50">
            <a:extLst>
              <a:ext uri="{FF2B5EF4-FFF2-40B4-BE49-F238E27FC236}">
                <a16:creationId xmlns:a16="http://schemas.microsoft.com/office/drawing/2014/main" id="{CC1AA76D-C750-48EF-91FA-B53742F2085C}"/>
              </a:ext>
            </a:extLst>
          </p:cNvPr>
          <p:cNvGrpSpPr>
            <a:grpSpLocks noChangeAspect="1"/>
          </p:cNvGrpSpPr>
          <p:nvPr/>
        </p:nvGrpSpPr>
        <p:grpSpPr>
          <a:xfrm>
            <a:off x="380879" y="1191667"/>
            <a:ext cx="7926020" cy="2682815"/>
            <a:chOff x="232995" y="406630"/>
            <a:chExt cx="10641897" cy="3602091"/>
          </a:xfrm>
        </p:grpSpPr>
        <p:grpSp>
          <p:nvGrpSpPr>
            <p:cNvPr id="52" name="Group 51">
              <a:extLst>
                <a:ext uri="{FF2B5EF4-FFF2-40B4-BE49-F238E27FC236}">
                  <a16:creationId xmlns:a16="http://schemas.microsoft.com/office/drawing/2014/main" id="{ADD38902-20B6-4BCF-8101-D94D33B9115C}"/>
                </a:ext>
              </a:extLst>
            </p:cNvPr>
            <p:cNvGrpSpPr/>
            <p:nvPr/>
          </p:nvGrpSpPr>
          <p:grpSpPr>
            <a:xfrm>
              <a:off x="232995" y="835775"/>
              <a:ext cx="1774658" cy="2310063"/>
              <a:chOff x="990492" y="2511372"/>
              <a:chExt cx="1774658" cy="2310063"/>
            </a:xfrm>
          </p:grpSpPr>
          <p:sp>
            <p:nvSpPr>
              <p:cNvPr id="57" name="Rectangle 56">
                <a:extLst>
                  <a:ext uri="{FF2B5EF4-FFF2-40B4-BE49-F238E27FC236}">
                    <a16:creationId xmlns:a16="http://schemas.microsoft.com/office/drawing/2014/main" id="{BC9299D2-90B6-4F15-A02F-0A6123C627FF}"/>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8" name="Graphic 57" descr="Customer review with solid fill">
                <a:extLst>
                  <a:ext uri="{FF2B5EF4-FFF2-40B4-BE49-F238E27FC236}">
                    <a16:creationId xmlns:a16="http://schemas.microsoft.com/office/drawing/2014/main" id="{073BA483-5FB7-4DE9-9778-C24DEE4EC8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59" name="Picture 58">
                <a:extLst>
                  <a:ext uri="{FF2B5EF4-FFF2-40B4-BE49-F238E27FC236}">
                    <a16:creationId xmlns:a16="http://schemas.microsoft.com/office/drawing/2014/main" id="{DE46D1F3-C4C4-4358-9086-C74E15E0E7C1}"/>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53" name="Arrow: Right 52">
              <a:extLst>
                <a:ext uri="{FF2B5EF4-FFF2-40B4-BE49-F238E27FC236}">
                  <a16:creationId xmlns:a16="http://schemas.microsoft.com/office/drawing/2014/main" id="{30203F87-23CF-4F27-9ED8-858FD5C8BAB5}"/>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94937509-898F-450F-9596-9686594F7DA8}"/>
                </a:ext>
              </a:extLst>
            </p:cNvPr>
            <p:cNvSpPr txBox="1"/>
            <p:nvPr/>
          </p:nvSpPr>
          <p:spPr>
            <a:xfrm>
              <a:off x="4038832" y="406630"/>
              <a:ext cx="2855576" cy="454561"/>
            </a:xfrm>
            <a:prstGeom prst="rect">
              <a:avLst/>
            </a:prstGeom>
            <a:noFill/>
          </p:spPr>
          <p:txBody>
            <a:bodyPr wrap="square" rtlCol="0">
              <a:spAutoFit/>
            </a:bodyPr>
            <a:lstStyle/>
            <a:p>
              <a:pPr algn="ctr"/>
              <a:r>
                <a:rPr lang="en-US" sz="1600" b="1" dirty="0"/>
                <a:t>GCN</a:t>
              </a:r>
              <a:endParaRPr lang="de-DE" sz="1600" b="1" dirty="0"/>
            </a:p>
          </p:txBody>
        </p:sp>
        <p:sp>
          <p:nvSpPr>
            <p:cNvPr id="55" name="TextBox 54">
              <a:extLst>
                <a:ext uri="{FF2B5EF4-FFF2-40B4-BE49-F238E27FC236}">
                  <a16:creationId xmlns:a16="http://schemas.microsoft.com/office/drawing/2014/main" id="{0FC6AAC7-E13F-47C8-9C73-B83D4169B6C3}"/>
                </a:ext>
              </a:extLst>
            </p:cNvPr>
            <p:cNvSpPr txBox="1"/>
            <p:nvPr/>
          </p:nvSpPr>
          <p:spPr>
            <a:xfrm>
              <a:off x="8019317" y="406630"/>
              <a:ext cx="2855575" cy="454561"/>
            </a:xfrm>
            <a:prstGeom prst="rect">
              <a:avLst/>
            </a:prstGeom>
            <a:noFill/>
          </p:spPr>
          <p:txBody>
            <a:bodyPr wrap="square" rtlCol="0">
              <a:spAutoFit/>
            </a:bodyPr>
            <a:lstStyle/>
            <a:p>
              <a:pPr algn="ctr"/>
              <a:r>
                <a:rPr lang="en-US" sz="1600" b="1" dirty="0"/>
                <a:t>GAT</a:t>
              </a:r>
              <a:endParaRPr lang="de-DE" sz="1600" b="1" dirty="0"/>
            </a:p>
          </p:txBody>
        </p:sp>
        <p:sp>
          <p:nvSpPr>
            <p:cNvPr id="56" name="Arrow: Right 55">
              <a:extLst>
                <a:ext uri="{FF2B5EF4-FFF2-40B4-BE49-F238E27FC236}">
                  <a16:creationId xmlns:a16="http://schemas.microsoft.com/office/drawing/2014/main" id="{6321ECED-EDEA-4C85-9583-EDC4FAD35057}"/>
                </a:ext>
              </a:extLst>
            </p:cNvPr>
            <p:cNvSpPr/>
            <p:nvPr/>
          </p:nvSpPr>
          <p:spPr>
            <a:xfrm rot="5400000">
              <a:off x="798569" y="3487896"/>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 name="TextBox 59">
            <a:extLst>
              <a:ext uri="{FF2B5EF4-FFF2-40B4-BE49-F238E27FC236}">
                <a16:creationId xmlns:a16="http://schemas.microsoft.com/office/drawing/2014/main" id="{543C76E0-DAAA-492F-BA6E-687D6B295DC2}"/>
              </a:ext>
            </a:extLst>
          </p:cNvPr>
          <p:cNvSpPr txBox="1"/>
          <p:nvPr/>
        </p:nvSpPr>
        <p:spPr>
          <a:xfrm>
            <a:off x="482461" y="3969415"/>
            <a:ext cx="3949638" cy="338554"/>
          </a:xfrm>
          <a:prstGeom prst="rect">
            <a:avLst/>
          </a:prstGeom>
          <a:noFill/>
        </p:spPr>
        <p:txBody>
          <a:bodyPr wrap="square" rtlCol="0">
            <a:spAutoFit/>
          </a:bodyPr>
          <a:lstStyle/>
          <a:p>
            <a:r>
              <a:rPr lang="en-US" sz="1600" b="1" dirty="0"/>
              <a:t>Conclusion</a:t>
            </a:r>
            <a:endParaRPr lang="de-DE" sz="1600" b="1" dirty="0"/>
          </a:p>
        </p:txBody>
      </p:sp>
      <p:sp>
        <p:nvSpPr>
          <p:cNvPr id="61" name="TextBox 60">
            <a:extLst>
              <a:ext uri="{FF2B5EF4-FFF2-40B4-BE49-F238E27FC236}">
                <a16:creationId xmlns:a16="http://schemas.microsoft.com/office/drawing/2014/main" id="{9767668A-54AF-40AC-B5A4-2A353350EE2E}"/>
              </a:ext>
            </a:extLst>
          </p:cNvPr>
          <p:cNvSpPr txBox="1"/>
          <p:nvPr/>
        </p:nvSpPr>
        <p:spPr>
          <a:xfrm>
            <a:off x="482461" y="4317931"/>
            <a:ext cx="8148034" cy="830997"/>
          </a:xfrm>
          <a:prstGeom prst="rect">
            <a:avLst/>
          </a:prstGeom>
          <a:noFill/>
        </p:spPr>
        <p:txBody>
          <a:bodyPr wrap="square">
            <a:spAutoFit/>
          </a:bodyPr>
          <a:lstStyle/>
          <a:p>
            <a:r>
              <a:rPr lang="en-US" sz="1200" b="0" i="0" dirty="0">
                <a:effectLst/>
              </a:rPr>
              <a:t>While both models correctly predict this compound as active, </a:t>
            </a:r>
            <a:r>
              <a:rPr lang="en-US" sz="1200" b="1" i="0" dirty="0">
                <a:effectLst/>
              </a:rPr>
              <a:t>GAT demonstrates superior performance</a:t>
            </a:r>
            <a:r>
              <a:rPr lang="en-US" sz="1200" b="0" i="0" dirty="0">
                <a:effectLst/>
              </a:rPr>
              <a:t> and learns more sophisticated molecular representations through its attention mechanism. GAT's focus on the piperazine backbone suggests it captures </a:t>
            </a:r>
            <a:r>
              <a:rPr lang="en-US" sz="1200" b="1" i="0" dirty="0">
                <a:effectLst/>
              </a:rPr>
              <a:t>pharmacophore-relevant features</a:t>
            </a:r>
            <a:r>
              <a:rPr lang="en-US" sz="1200" b="0" i="0" dirty="0">
                <a:effectLst/>
              </a:rPr>
              <a:t> more effectively than GCN's fragment-based approach.</a:t>
            </a:r>
            <a:endParaRPr lang="de-DE" sz="1200" dirty="0"/>
          </a:p>
        </p:txBody>
      </p:sp>
      <p:pic>
        <p:nvPicPr>
          <p:cNvPr id="62" name="Picture 61">
            <a:extLst>
              <a:ext uri="{FF2B5EF4-FFF2-40B4-BE49-F238E27FC236}">
                <a16:creationId xmlns:a16="http://schemas.microsoft.com/office/drawing/2014/main" id="{FD9BA923-0A0D-496E-B5E3-37862AF11367}"/>
              </a:ext>
            </a:extLst>
          </p:cNvPr>
          <p:cNvPicPr>
            <a:picLocks noChangeAspect="1"/>
          </p:cNvPicPr>
          <p:nvPr/>
        </p:nvPicPr>
        <p:blipFill rotWithShape="1">
          <a:blip r:embed="rId6"/>
          <a:srcRect l="12757" t="8229" r="10218" b="12776"/>
          <a:stretch/>
        </p:blipFill>
        <p:spPr>
          <a:xfrm>
            <a:off x="3126534" y="1707534"/>
            <a:ext cx="2649606" cy="1528543"/>
          </a:xfrm>
          <a:prstGeom prst="rect">
            <a:avLst/>
          </a:prstGeom>
        </p:spPr>
      </p:pic>
      <p:pic>
        <p:nvPicPr>
          <p:cNvPr id="63" name="Picture 62">
            <a:extLst>
              <a:ext uri="{FF2B5EF4-FFF2-40B4-BE49-F238E27FC236}">
                <a16:creationId xmlns:a16="http://schemas.microsoft.com/office/drawing/2014/main" id="{132EE792-E031-4B62-A040-2F1AB742541A}"/>
              </a:ext>
            </a:extLst>
          </p:cNvPr>
          <p:cNvPicPr>
            <a:picLocks noChangeAspect="1"/>
          </p:cNvPicPr>
          <p:nvPr/>
        </p:nvPicPr>
        <p:blipFill rotWithShape="1">
          <a:blip r:embed="rId7"/>
          <a:srcRect l="13677" t="11105" r="10217" b="13350"/>
          <a:stretch/>
        </p:blipFill>
        <p:spPr>
          <a:xfrm>
            <a:off x="5927416" y="1720100"/>
            <a:ext cx="2833544" cy="1582127"/>
          </a:xfrm>
          <a:prstGeom prst="rect">
            <a:avLst/>
          </a:prstGeom>
        </p:spPr>
      </p:pic>
      <p:sp>
        <p:nvSpPr>
          <p:cNvPr id="64" name="TextBox 63">
            <a:extLst>
              <a:ext uri="{FF2B5EF4-FFF2-40B4-BE49-F238E27FC236}">
                <a16:creationId xmlns:a16="http://schemas.microsoft.com/office/drawing/2014/main" id="{796D7F20-3E62-4DC7-B9AE-BE93AFDFAEFB}"/>
              </a:ext>
            </a:extLst>
          </p:cNvPr>
          <p:cNvSpPr txBox="1"/>
          <p:nvPr/>
        </p:nvSpPr>
        <p:spPr>
          <a:xfrm>
            <a:off x="482461" y="5353316"/>
            <a:ext cx="8148034" cy="461665"/>
          </a:xfrm>
          <a:prstGeom prst="rect">
            <a:avLst/>
          </a:prstGeom>
          <a:noFill/>
        </p:spPr>
        <p:txBody>
          <a:bodyPr wrap="square">
            <a:spAutoFit/>
          </a:bodyPr>
          <a:lstStyle/>
          <a:p>
            <a:r>
              <a:rPr lang="en-US" sz="1200" b="1" i="0" dirty="0">
                <a:effectLst/>
              </a:rPr>
              <a:t>Note</a:t>
            </a:r>
            <a:r>
              <a:rPr lang="en-US" sz="1200" b="0" i="0" dirty="0">
                <a:effectLst/>
              </a:rPr>
              <a:t>: the agent focused on the differences, overinterpreting the results. It is clear that the models learned similar patterns (with different top bonds and magnitudes), but the agent did not mention any similarity between them.</a:t>
            </a:r>
            <a:endParaRPr lang="de-DE" sz="1200" dirty="0"/>
          </a:p>
        </p:txBody>
      </p:sp>
    </p:spTree>
    <p:extLst>
      <p:ext uri="{BB962C8B-B14F-4D97-AF65-F5344CB8AC3E}">
        <p14:creationId xmlns:p14="http://schemas.microsoft.com/office/powerpoint/2010/main" val="9976771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Conclusion</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21</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spcAft>
                <a:spcPts val="601"/>
              </a:spcAft>
              <a:buClr>
                <a:srgbClr val="0064C8"/>
              </a:buClr>
              <a:buNone/>
            </a:pPr>
            <a:r>
              <a:rPr lang="en-US" sz="2000" spc="-1" dirty="0">
                <a:solidFill>
                  <a:srgbClr val="0064C8"/>
                </a:solidFill>
                <a:latin typeface="Century Gothic"/>
              </a:rPr>
              <a:t>Aim: </a:t>
            </a:r>
            <a:r>
              <a:rPr lang="en-US" sz="2000" spc="-1" dirty="0">
                <a:solidFill>
                  <a:srgbClr val="000000"/>
                </a:solidFill>
                <a:latin typeface="Century Gothic"/>
              </a:rPr>
              <a:t>Design an agentic AI framework for interpretable AI applied to QSAR tasks 	</a:t>
            </a:r>
          </a:p>
          <a:p>
            <a:pPr>
              <a:lnSpc>
                <a:spcPct val="100000"/>
              </a:lnSpc>
              <a:spcBef>
                <a:spcPts val="400"/>
              </a:spcBef>
              <a:buClr>
                <a:srgbClr val="0064C8"/>
              </a:buClr>
            </a:pPr>
            <a:r>
              <a:rPr lang="en-US" sz="2000" spc="-1" dirty="0">
                <a:solidFill>
                  <a:srgbClr val="000000"/>
                </a:solidFill>
                <a:latin typeface="Century Gothic"/>
              </a:rPr>
              <a:t>The framework allows for the building of interpretable AI without coding experience</a:t>
            </a:r>
          </a:p>
          <a:p>
            <a:pPr>
              <a:lnSpc>
                <a:spcPct val="100000"/>
              </a:lnSpc>
              <a:spcBef>
                <a:spcPts val="400"/>
              </a:spcBef>
              <a:buClr>
                <a:srgbClr val="0064C8"/>
              </a:buClr>
            </a:pPr>
            <a:r>
              <a:rPr lang="en-US" sz="2000" spc="-1" dirty="0" err="1">
                <a:solidFill>
                  <a:srgbClr val="000000"/>
                </a:solidFill>
                <a:latin typeface="Century Gothic"/>
              </a:rPr>
              <a:t>ChemicHAL</a:t>
            </a:r>
            <a:r>
              <a:rPr lang="en-US" sz="2000" spc="-1" dirty="0">
                <a:solidFill>
                  <a:srgbClr val="000000"/>
                </a:solidFill>
                <a:latin typeface="Century Gothic"/>
              </a:rPr>
              <a:t> was able to correctly choose tools and reproduce known results</a:t>
            </a:r>
          </a:p>
          <a:p>
            <a:pPr>
              <a:lnSpc>
                <a:spcPct val="100000"/>
              </a:lnSpc>
              <a:spcBef>
                <a:spcPts val="400"/>
              </a:spcBef>
              <a:buClr>
                <a:srgbClr val="0064C8"/>
              </a:buClr>
            </a:pPr>
            <a:r>
              <a:rPr lang="en-US" sz="2000" spc="-1" dirty="0">
                <a:solidFill>
                  <a:srgbClr val="000000"/>
                </a:solidFill>
                <a:latin typeface="Century Gothic"/>
              </a:rPr>
              <a:t>The system was effective in comparing different models and analyzing their learning characteristics</a:t>
            </a:r>
          </a:p>
          <a:p>
            <a:pPr>
              <a:lnSpc>
                <a:spcPct val="100000"/>
              </a:lnSpc>
              <a:spcBef>
                <a:spcPts val="400"/>
              </a:spcBef>
              <a:buClr>
                <a:srgbClr val="0064C8"/>
              </a:buClr>
            </a:pPr>
            <a:r>
              <a:rPr lang="en-US" sz="2000" spc="-1" dirty="0">
                <a:solidFill>
                  <a:srgbClr val="000000"/>
                </a:solidFill>
                <a:latin typeface="Century Gothic"/>
              </a:rPr>
              <a:t>The agent provided chemical interpretation for explanations and proposed “actionable insights”</a:t>
            </a:r>
          </a:p>
          <a:p>
            <a:pPr>
              <a:lnSpc>
                <a:spcPct val="100000"/>
              </a:lnSpc>
              <a:spcBef>
                <a:spcPts val="400"/>
              </a:spcBef>
              <a:buClr>
                <a:srgbClr val="0064C8"/>
              </a:buClr>
            </a:pPr>
            <a:r>
              <a:rPr lang="en-US" sz="2000" spc="-1" dirty="0">
                <a:solidFill>
                  <a:srgbClr val="000000"/>
                </a:solidFill>
                <a:latin typeface="Century Gothic"/>
              </a:rPr>
              <a:t>Note: interpretation of the results should be considered with caution</a:t>
            </a: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spTree>
    <p:extLst>
      <p:ext uri="{BB962C8B-B14F-4D97-AF65-F5344CB8AC3E}">
        <p14:creationId xmlns:p14="http://schemas.microsoft.com/office/powerpoint/2010/main" val="9752404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Future perspective</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22</a:t>
            </a:fld>
            <a:endParaRPr lang="en-GB" sz="1200" b="0" strike="noStrike" spc="-1" dirty="0">
              <a:latin typeface="Times New Roman"/>
            </a:endParaRPr>
          </a:p>
        </p:txBody>
      </p:sp>
      <p:sp>
        <p:nvSpPr>
          <p:cNvPr id="2" name="PlaceHolder 2">
            <a:extLst>
              <a:ext uri="{FF2B5EF4-FFF2-40B4-BE49-F238E27FC236}">
                <a16:creationId xmlns:a16="http://schemas.microsoft.com/office/drawing/2014/main" id="{870990D0-7AC5-46BA-6FC4-274F8E0A3ABE}"/>
              </a:ext>
            </a:extLst>
          </p:cNvPr>
          <p:cNvSpPr txBox="1">
            <a:spLocks/>
          </p:cNvSpPr>
          <p:nvPr/>
        </p:nvSpPr>
        <p:spPr>
          <a:xfrm>
            <a:off x="380880" y="1375729"/>
            <a:ext cx="8380080" cy="4468480"/>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pPr>
            <a:r>
              <a:rPr lang="en-US" sz="2000" spc="-1" dirty="0">
                <a:solidFill>
                  <a:srgbClr val="000000"/>
                </a:solidFill>
                <a:latin typeface="Century Gothic"/>
              </a:rPr>
              <a:t>Make an “organization repository” available for the whole lab to ease the </a:t>
            </a:r>
            <a:r>
              <a:rPr lang="en-US" sz="2000" b="1" spc="-1" dirty="0">
                <a:solidFill>
                  <a:srgbClr val="000000"/>
                </a:solidFill>
                <a:latin typeface="Century Gothic"/>
              </a:rPr>
              <a:t>integration of new components</a:t>
            </a:r>
          </a:p>
          <a:p>
            <a:pPr>
              <a:lnSpc>
                <a:spcPct val="100000"/>
              </a:lnSpc>
              <a:spcBef>
                <a:spcPts val="400"/>
              </a:spcBef>
              <a:buClr>
                <a:srgbClr val="0064C8"/>
              </a:buClr>
            </a:pPr>
            <a:r>
              <a:rPr lang="en-US" sz="2000" spc="-1" dirty="0">
                <a:solidFill>
                  <a:srgbClr val="000000"/>
                </a:solidFill>
                <a:latin typeface="Century Gothic"/>
              </a:rPr>
              <a:t>Create a guide for lab members for the implementation of AI agents</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a:lnSpc>
                <a:spcPct val="100000"/>
              </a:lnSpc>
              <a:spcBef>
                <a:spcPts val="400"/>
              </a:spcBef>
              <a:buClr>
                <a:srgbClr val="0064C8"/>
              </a:buClr>
            </a:pPr>
            <a:endParaRPr lang="en-US" sz="2000" spc="-1" dirty="0">
              <a:solidFill>
                <a:srgbClr val="000000"/>
              </a:solidFill>
              <a:latin typeface="Century Gothic"/>
            </a:endParaRPr>
          </a:p>
          <a:p>
            <a:pPr marL="0" indent="0">
              <a:lnSpc>
                <a:spcPct val="100000"/>
              </a:lnSpc>
              <a:spcBef>
                <a:spcPts val="400"/>
              </a:spcBef>
              <a:spcAft>
                <a:spcPts val="601"/>
              </a:spcAft>
              <a:buClr>
                <a:srgbClr val="0064C8"/>
              </a:buClr>
              <a:buNone/>
            </a:pPr>
            <a:endParaRPr lang="en-US" sz="2000" b="1" spc="-1" dirty="0">
              <a:solidFill>
                <a:srgbClr val="000000"/>
              </a:solidFill>
              <a:latin typeface="Century Gothic"/>
            </a:endParaRPr>
          </a:p>
        </p:txBody>
      </p:sp>
      <p:pic>
        <p:nvPicPr>
          <p:cNvPr id="4" name="Picture 3">
            <a:extLst>
              <a:ext uri="{FF2B5EF4-FFF2-40B4-BE49-F238E27FC236}">
                <a16:creationId xmlns:a16="http://schemas.microsoft.com/office/drawing/2014/main" id="{A9172708-06AB-AE7A-4BC0-05B1328EE700}"/>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982609" y="2941982"/>
            <a:ext cx="7176621" cy="3082493"/>
          </a:xfrm>
          <a:prstGeom prst="rect">
            <a:avLst/>
          </a:prstGeom>
        </p:spPr>
      </p:pic>
    </p:spTree>
    <p:extLst>
      <p:ext uri="{BB962C8B-B14F-4D97-AF65-F5344CB8AC3E}">
        <p14:creationId xmlns:p14="http://schemas.microsoft.com/office/powerpoint/2010/main" val="7547245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Lessons learned</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23</a:t>
            </a:fld>
            <a:endParaRPr lang="en-GB" sz="1200" b="0" strike="noStrike" spc="-1" dirty="0">
              <a:latin typeface="Times New Roman"/>
            </a:endParaRPr>
          </a:p>
        </p:txBody>
      </p:sp>
      <p:sp>
        <p:nvSpPr>
          <p:cNvPr id="7" name="PlaceHolder 2">
            <a:extLst>
              <a:ext uri="{FF2B5EF4-FFF2-40B4-BE49-F238E27FC236}">
                <a16:creationId xmlns:a16="http://schemas.microsoft.com/office/drawing/2014/main" id="{66DE14D4-64D4-6D1F-DD92-BC16D674C58B}"/>
              </a:ext>
            </a:extLst>
          </p:cNvPr>
          <p:cNvSpPr txBox="1">
            <a:spLocks/>
          </p:cNvSpPr>
          <p:nvPr/>
        </p:nvSpPr>
        <p:spPr>
          <a:xfrm>
            <a:off x="380880" y="1371598"/>
            <a:ext cx="8109070" cy="4559301"/>
          </a:xfrm>
          <a:prstGeom prst="rect">
            <a:avLst/>
          </a:prstGeom>
          <a:noFill/>
          <a:ln w="0">
            <a:noFill/>
          </a:ln>
        </p:spPr>
        <p:txBody>
          <a:bodyPr numCol="1" spc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Setup inference on a work-station (hopefully cluster in future)</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The quality and choice of LLM matters a lot</a:t>
            </a: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r>
              <a:rPr lang="en-US" sz="2000" spc="-1" dirty="0">
                <a:solidFill>
                  <a:srgbClr val="000000"/>
                </a:solidFill>
                <a:latin typeface="Century Gothic"/>
              </a:rPr>
              <a:t>Proper design of docstrings and documentation is essential</a:t>
            </a: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2000" spc="-1" dirty="0">
              <a:solidFill>
                <a:srgbClr val="000000"/>
              </a:solidFill>
              <a:latin typeface="Century Gothic"/>
            </a:endParaRPr>
          </a:p>
          <a:p>
            <a:pPr marL="0" indent="0">
              <a:lnSpc>
                <a:spcPct val="100000"/>
              </a:lnSpc>
              <a:spcBef>
                <a:spcPts val="400"/>
              </a:spcBef>
              <a:buClr>
                <a:srgbClr val="0064C8"/>
              </a:buClr>
              <a:buNone/>
            </a:pPr>
            <a:endParaRPr lang="en-US" sz="2000" spc="-1" dirty="0">
              <a:solidFill>
                <a:srgbClr val="000000"/>
              </a:solidFill>
              <a:latin typeface="Century Gothic"/>
            </a:endParaRPr>
          </a:p>
          <a:p>
            <a:pPr>
              <a:lnSpc>
                <a:spcPct val="100000"/>
              </a:lnSpc>
              <a:spcBef>
                <a:spcPts val="400"/>
              </a:spcBef>
              <a:buClr>
                <a:srgbClr val="0064C8"/>
              </a:buClr>
              <a:buFont typeface="Wingdings" panose="05000000000000000000" pitchFamily="2" charset="2"/>
              <a:buChar char="§"/>
            </a:pPr>
            <a:endParaRPr lang="en-US" sz="1800" spc="-1" dirty="0">
              <a:solidFill>
                <a:srgbClr val="000000"/>
              </a:solidFill>
              <a:latin typeface="Century Gothic"/>
            </a:endParaRPr>
          </a:p>
          <a:p>
            <a:pPr marL="343080" indent="-343080">
              <a:lnSpc>
                <a:spcPct val="100000"/>
              </a:lnSpc>
              <a:spcBef>
                <a:spcPts val="400"/>
              </a:spcBef>
              <a:spcAft>
                <a:spcPts val="601"/>
              </a:spcAft>
              <a:buClr>
                <a:srgbClr val="0064C8"/>
              </a:buClr>
              <a:buFont typeface="Wingdings 2" charset="2"/>
              <a:buChar char=""/>
            </a:pPr>
            <a:endParaRPr lang="en-US" sz="2000" b="1" spc="-1" dirty="0">
              <a:solidFill>
                <a:srgbClr val="000000"/>
              </a:solidFill>
              <a:latin typeface="Century Gothic"/>
            </a:endParaRPr>
          </a:p>
        </p:txBody>
      </p:sp>
    </p:spTree>
    <p:extLst>
      <p:ext uri="{BB962C8B-B14F-4D97-AF65-F5344CB8AC3E}">
        <p14:creationId xmlns:p14="http://schemas.microsoft.com/office/powerpoint/2010/main" val="37270293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331282" y="2703891"/>
            <a:ext cx="2362321" cy="837720"/>
          </a:xfrm>
          <a:prstGeom prst="rect">
            <a:avLst/>
          </a:prstGeom>
          <a:noFill/>
          <a:ln w="0">
            <a:noFill/>
          </a:ln>
        </p:spPr>
        <p:txBody>
          <a:bodyPr numCol="1" spcCol="0" anchor="ctr">
            <a:noAutofit/>
          </a:bodyPr>
          <a:lstStyle/>
          <a:p>
            <a:pPr algn="ctr">
              <a:lnSpc>
                <a:spcPct val="100000"/>
              </a:lnSpc>
              <a:buNone/>
            </a:pPr>
            <a:r>
              <a:rPr lang="en-US" sz="3200" b="0" strike="noStrike" spc="-1" dirty="0">
                <a:solidFill>
                  <a:srgbClr val="0064C8"/>
                </a:solidFill>
                <a:latin typeface="Century Gothic"/>
              </a:rPr>
              <a:t>LIVE DEMO</a:t>
            </a:r>
            <a:endParaRPr lang="en-US" sz="3200" b="0" strike="noStrike" spc="-1" dirty="0">
              <a:solidFill>
                <a:srgbClr val="000000"/>
              </a:solidFill>
              <a:latin typeface="Century Gothic"/>
            </a:endParaRPr>
          </a:p>
        </p:txBody>
      </p:sp>
      <p:sp>
        <p:nvSpPr>
          <p:cNvPr id="165" name="PlaceHolder 3">
            <a:extLst>
              <a:ext uri="{FF2B5EF4-FFF2-40B4-BE49-F238E27FC236}">
                <a16:creationId xmlns:a16="http://schemas.microsoft.com/office/drawing/2014/main" id="{2EFBEA53-7B78-D9A1-93EF-9608A3193D27}"/>
              </a:ext>
            </a:extLst>
          </p:cNvPr>
          <p:cNvSpPr>
            <a:spLocks noGrp="1"/>
          </p:cNvSpPr>
          <p:nvPr>
            <p:ph type="sldNum"/>
          </p:nvPr>
        </p:nvSpPr>
        <p:spPr>
          <a:xfrm>
            <a:off x="8376840" y="5692680"/>
            <a:ext cx="384120" cy="364680"/>
          </a:xfrm>
          <a:prstGeom prst="rect">
            <a:avLst/>
          </a:prstGeom>
          <a:noFill/>
          <a:ln w="0">
            <a:noFill/>
          </a:ln>
        </p:spPr>
        <p:txBody>
          <a:bodyPr anchor="ctr">
            <a:noAutofit/>
          </a:bodyPr>
          <a:lstStyle/>
          <a:p>
            <a:pPr algn="r">
              <a:lnSpc>
                <a:spcPct val="100000"/>
              </a:lnSpc>
              <a:buNone/>
            </a:pPr>
            <a:fld id="{8BD7C522-1E12-40C3-B25E-5F0462E20B22}" type="slidenum">
              <a:rPr lang="en-US" sz="1200" b="0" strike="noStrike" spc="-1">
                <a:solidFill>
                  <a:srgbClr val="8B8B8B"/>
                </a:solidFill>
                <a:latin typeface="Century Gothic"/>
              </a:rPr>
              <a:t>24</a:t>
            </a:fld>
            <a:endParaRPr lang="en-GB" sz="1200" b="0" strike="noStrike" spc="-1" dirty="0">
              <a:latin typeface="Times New Roman"/>
            </a:endParaRPr>
          </a:p>
        </p:txBody>
      </p:sp>
    </p:spTree>
    <p:extLst>
      <p:ext uri="{BB962C8B-B14F-4D97-AF65-F5344CB8AC3E}">
        <p14:creationId xmlns:p14="http://schemas.microsoft.com/office/powerpoint/2010/main" val="146704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1</a:t>
            </a:r>
            <a:endParaRPr lang="en-US" sz="3200" b="0" strike="noStrike" spc="-1" dirty="0">
              <a:solidFill>
                <a:srgbClr val="000000"/>
              </a:solidFill>
              <a:latin typeface="Century Gothic"/>
            </a:endParaRPr>
          </a:p>
        </p:txBody>
      </p:sp>
      <p:pic>
        <p:nvPicPr>
          <p:cNvPr id="17" name="Picture 16">
            <a:extLst>
              <a:ext uri="{FF2B5EF4-FFF2-40B4-BE49-F238E27FC236}">
                <a16:creationId xmlns:a16="http://schemas.microsoft.com/office/drawing/2014/main" id="{67342E73-954A-CBBA-552E-E705A6E52973}"/>
              </a:ext>
            </a:extLst>
          </p:cNvPr>
          <p:cNvPicPr>
            <a:picLocks noChangeAspect="1"/>
          </p:cNvPicPr>
          <p:nvPr/>
        </p:nvPicPr>
        <p:blipFill>
          <a:blip r:embed="rId3"/>
          <a:stretch>
            <a:fillRect/>
          </a:stretch>
        </p:blipFill>
        <p:spPr>
          <a:xfrm>
            <a:off x="380880" y="1423768"/>
            <a:ext cx="8110330" cy="4687388"/>
          </a:xfrm>
          <a:prstGeom prst="rect">
            <a:avLst/>
          </a:prstGeom>
        </p:spPr>
      </p:pic>
    </p:spTree>
    <p:extLst>
      <p:ext uri="{BB962C8B-B14F-4D97-AF65-F5344CB8AC3E}">
        <p14:creationId xmlns:p14="http://schemas.microsoft.com/office/powerpoint/2010/main" val="18564760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2</a:t>
            </a:r>
            <a:endParaRPr lang="en-US" sz="3200" b="0" strike="noStrike" spc="-1" dirty="0">
              <a:solidFill>
                <a:srgbClr val="000000"/>
              </a:solidFill>
              <a:latin typeface="Century Gothic"/>
            </a:endParaRPr>
          </a:p>
        </p:txBody>
      </p:sp>
      <p:pic>
        <p:nvPicPr>
          <p:cNvPr id="12" name="Picture 11">
            <a:extLst>
              <a:ext uri="{FF2B5EF4-FFF2-40B4-BE49-F238E27FC236}">
                <a16:creationId xmlns:a16="http://schemas.microsoft.com/office/drawing/2014/main" id="{E40230FB-91FB-0DC9-7BD8-1BE8E2E79A66}"/>
              </a:ext>
            </a:extLst>
          </p:cNvPr>
          <p:cNvPicPr>
            <a:picLocks noChangeAspect="1"/>
          </p:cNvPicPr>
          <p:nvPr/>
        </p:nvPicPr>
        <p:blipFill>
          <a:blip r:embed="rId3"/>
          <a:stretch>
            <a:fillRect/>
          </a:stretch>
        </p:blipFill>
        <p:spPr>
          <a:xfrm>
            <a:off x="380880" y="1192696"/>
            <a:ext cx="8177259" cy="4495156"/>
          </a:xfrm>
          <a:prstGeom prst="rect">
            <a:avLst/>
          </a:prstGeom>
        </p:spPr>
      </p:pic>
    </p:spTree>
    <p:extLst>
      <p:ext uri="{BB962C8B-B14F-4D97-AF65-F5344CB8AC3E}">
        <p14:creationId xmlns:p14="http://schemas.microsoft.com/office/powerpoint/2010/main" val="4976399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515F23-0912-A838-23CE-B8F00573A2DA}"/>
            </a:ext>
          </a:extLst>
        </p:cNvPr>
        <p:cNvGrpSpPr/>
        <p:nvPr/>
      </p:nvGrpSpPr>
      <p:grpSpPr>
        <a:xfrm>
          <a:off x="0" y="0"/>
          <a:ext cx="0" cy="0"/>
          <a:chOff x="0" y="0"/>
          <a:chExt cx="0" cy="0"/>
        </a:xfrm>
      </p:grpSpPr>
      <p:sp>
        <p:nvSpPr>
          <p:cNvPr id="163" name="PlaceHolder 1">
            <a:extLst>
              <a:ext uri="{FF2B5EF4-FFF2-40B4-BE49-F238E27FC236}">
                <a16:creationId xmlns:a16="http://schemas.microsoft.com/office/drawing/2014/main" id="{57944F4B-F502-E7CC-8790-8737702BC6AC}"/>
              </a:ext>
            </a:extLst>
          </p:cNvPr>
          <p:cNvSpPr>
            <a:spLocks noGrp="1"/>
          </p:cNvSpPr>
          <p:nvPr>
            <p:ph type="title"/>
          </p:nvPr>
        </p:nvSpPr>
        <p:spPr>
          <a:xfrm>
            <a:off x="380880" y="228600"/>
            <a:ext cx="8380080" cy="837720"/>
          </a:xfrm>
          <a:prstGeom prst="rect">
            <a:avLst/>
          </a:prstGeom>
          <a:noFill/>
          <a:ln w="0">
            <a:noFill/>
          </a:ln>
        </p:spPr>
        <p:txBody>
          <a:bodyPr numCol="1" spcCol="0" anchor="ctr">
            <a:noAutofit/>
          </a:bodyPr>
          <a:lstStyle/>
          <a:p>
            <a:pPr>
              <a:lnSpc>
                <a:spcPct val="100000"/>
              </a:lnSpc>
              <a:buNone/>
            </a:pPr>
            <a:r>
              <a:rPr lang="en-US" sz="3200" b="0" strike="noStrike" spc="-1" dirty="0">
                <a:solidFill>
                  <a:srgbClr val="0064C8"/>
                </a:solidFill>
                <a:latin typeface="Century Gothic"/>
              </a:rPr>
              <a:t>Prompt 3</a:t>
            </a:r>
            <a:endParaRPr lang="en-US" sz="3200" b="0" strike="noStrike" spc="-1" dirty="0">
              <a:solidFill>
                <a:srgbClr val="000000"/>
              </a:solidFill>
              <a:latin typeface="Century Gothic"/>
            </a:endParaRPr>
          </a:p>
        </p:txBody>
      </p:sp>
      <p:grpSp>
        <p:nvGrpSpPr>
          <p:cNvPr id="20" name="Group 19">
            <a:extLst>
              <a:ext uri="{FF2B5EF4-FFF2-40B4-BE49-F238E27FC236}">
                <a16:creationId xmlns:a16="http://schemas.microsoft.com/office/drawing/2014/main" id="{81A65B80-1110-F1AF-A893-8B82ECA10662}"/>
              </a:ext>
            </a:extLst>
          </p:cNvPr>
          <p:cNvGrpSpPr>
            <a:grpSpLocks noChangeAspect="1"/>
          </p:cNvGrpSpPr>
          <p:nvPr/>
        </p:nvGrpSpPr>
        <p:grpSpPr>
          <a:xfrm>
            <a:off x="290791" y="857877"/>
            <a:ext cx="7317198" cy="3011903"/>
            <a:chOff x="232995" y="412647"/>
            <a:chExt cx="9811179" cy="4038476"/>
          </a:xfrm>
        </p:grpSpPr>
        <p:sp>
          <p:nvSpPr>
            <p:cNvPr id="2" name="TextBox 1">
              <a:extLst>
                <a:ext uri="{FF2B5EF4-FFF2-40B4-BE49-F238E27FC236}">
                  <a16:creationId xmlns:a16="http://schemas.microsoft.com/office/drawing/2014/main" id="{9803C720-5E38-494F-5EED-73C1A8624CA2}"/>
                </a:ext>
              </a:extLst>
            </p:cNvPr>
            <p:cNvSpPr txBox="1"/>
            <p:nvPr/>
          </p:nvSpPr>
          <p:spPr>
            <a:xfrm>
              <a:off x="232995" y="4079712"/>
              <a:ext cx="9811179" cy="371411"/>
            </a:xfrm>
            <a:prstGeom prst="rect">
              <a:avLst/>
            </a:prstGeom>
            <a:noFill/>
          </p:spPr>
          <p:txBody>
            <a:bodyPr wrap="square">
              <a:spAutoFit/>
            </a:bodyPr>
            <a:lstStyle/>
            <a:p>
              <a:pPr algn="ctr"/>
              <a:endParaRPr lang="en-US" sz="1200" b="1" dirty="0"/>
            </a:p>
          </p:txBody>
        </p:sp>
        <p:grpSp>
          <p:nvGrpSpPr>
            <p:cNvPr id="3" name="Group 2">
              <a:extLst>
                <a:ext uri="{FF2B5EF4-FFF2-40B4-BE49-F238E27FC236}">
                  <a16:creationId xmlns:a16="http://schemas.microsoft.com/office/drawing/2014/main" id="{98A01790-818B-0A8F-30E5-1112281C9B36}"/>
                </a:ext>
              </a:extLst>
            </p:cNvPr>
            <p:cNvGrpSpPr/>
            <p:nvPr/>
          </p:nvGrpSpPr>
          <p:grpSpPr>
            <a:xfrm>
              <a:off x="232995" y="835775"/>
              <a:ext cx="1774658" cy="2310063"/>
              <a:chOff x="990492" y="2511372"/>
              <a:chExt cx="1774658" cy="2310063"/>
            </a:xfrm>
          </p:grpSpPr>
          <p:sp>
            <p:nvSpPr>
              <p:cNvPr id="4" name="Rectangle 3">
                <a:extLst>
                  <a:ext uri="{FF2B5EF4-FFF2-40B4-BE49-F238E27FC236}">
                    <a16:creationId xmlns:a16="http://schemas.microsoft.com/office/drawing/2014/main" id="{29C55CA4-9FFE-F8C7-14D1-7771639D14E4}"/>
                  </a:ext>
                </a:extLst>
              </p:cNvPr>
              <p:cNvSpPr/>
              <p:nvPr/>
            </p:nvSpPr>
            <p:spPr>
              <a:xfrm>
                <a:off x="990492" y="2511372"/>
                <a:ext cx="1774658" cy="2310063"/>
              </a:xfrm>
              <a:prstGeom prst="rect">
                <a:avLst/>
              </a:prstGeom>
              <a:solidFill>
                <a:schemeClr val="accent1">
                  <a:lumMod val="20000"/>
                  <a:lumOff val="80000"/>
                </a:schemeClr>
              </a:solidFill>
              <a:ln>
                <a:solidFill>
                  <a:schemeClr val="tx2">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Customer review with solid fill">
                <a:extLst>
                  <a:ext uri="{FF2B5EF4-FFF2-40B4-BE49-F238E27FC236}">
                    <a16:creationId xmlns:a16="http://schemas.microsoft.com/office/drawing/2014/main" id="{BC3098E3-543E-39F7-8A4E-3EA3BD9DA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00027" y="3700649"/>
                <a:ext cx="965534" cy="965534"/>
              </a:xfrm>
              <a:prstGeom prst="rect">
                <a:avLst/>
              </a:prstGeom>
            </p:spPr>
          </p:pic>
          <p:pic>
            <p:nvPicPr>
              <p:cNvPr id="6" name="Picture 5">
                <a:extLst>
                  <a:ext uri="{FF2B5EF4-FFF2-40B4-BE49-F238E27FC236}">
                    <a16:creationId xmlns:a16="http://schemas.microsoft.com/office/drawing/2014/main" id="{A6C08A7B-D7B2-8D7E-7551-DA70599DDC7E}"/>
                  </a:ext>
                </a:extLst>
              </p:cNvPr>
              <p:cNvPicPr>
                <a:picLocks noChangeAspect="1"/>
              </p:cNvPicPr>
              <p:nvPr/>
            </p:nvPicPr>
            <p:blipFill>
              <a:blip r:embed="rId5"/>
              <a:stretch>
                <a:fillRect/>
              </a:stretch>
            </p:blipFill>
            <p:spPr>
              <a:xfrm>
                <a:off x="1126882" y="2607575"/>
                <a:ext cx="1525117" cy="996871"/>
              </a:xfrm>
              <a:prstGeom prst="rect">
                <a:avLst/>
              </a:prstGeom>
            </p:spPr>
          </p:pic>
        </p:grpSp>
        <p:sp>
          <p:nvSpPr>
            <p:cNvPr id="7" name="Arrow: Right 6">
              <a:extLst>
                <a:ext uri="{FF2B5EF4-FFF2-40B4-BE49-F238E27FC236}">
                  <a16:creationId xmlns:a16="http://schemas.microsoft.com/office/drawing/2014/main" id="{97128B13-4612-273D-93A3-BB4FE0ECD72E}"/>
                </a:ext>
              </a:extLst>
            </p:cNvPr>
            <p:cNvSpPr/>
            <p:nvPr/>
          </p:nvSpPr>
          <p:spPr>
            <a:xfrm>
              <a:off x="2327498" y="1803354"/>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FA4F87D-A515-0617-5B19-E065DFAAA219}"/>
                </a:ext>
              </a:extLst>
            </p:cNvPr>
            <p:cNvSpPr txBox="1"/>
            <p:nvPr/>
          </p:nvSpPr>
          <p:spPr>
            <a:xfrm>
              <a:off x="6338068" y="412647"/>
              <a:ext cx="2444839" cy="453946"/>
            </a:xfrm>
            <a:prstGeom prst="rect">
              <a:avLst/>
            </a:prstGeom>
            <a:noFill/>
          </p:spPr>
          <p:txBody>
            <a:bodyPr wrap="square" rtlCol="0">
              <a:spAutoFit/>
            </a:bodyPr>
            <a:lstStyle/>
            <a:p>
              <a:pPr algn="ctr"/>
              <a:r>
                <a:rPr lang="en-US" sz="1600" b="1" dirty="0"/>
                <a:t>GNN model</a:t>
              </a:r>
              <a:endParaRPr lang="de-DE" sz="1600" b="1" dirty="0"/>
            </a:p>
          </p:txBody>
        </p:sp>
        <p:sp>
          <p:nvSpPr>
            <p:cNvPr id="10" name="Arrow: Right 9">
              <a:extLst>
                <a:ext uri="{FF2B5EF4-FFF2-40B4-BE49-F238E27FC236}">
                  <a16:creationId xmlns:a16="http://schemas.microsoft.com/office/drawing/2014/main" id="{A3301E51-4E33-A5C6-58D1-99F3B3249BC8}"/>
                </a:ext>
              </a:extLst>
            </p:cNvPr>
            <p:cNvSpPr/>
            <p:nvPr/>
          </p:nvSpPr>
          <p:spPr>
            <a:xfrm rot="5400000">
              <a:off x="786951" y="3558887"/>
              <a:ext cx="666746" cy="37490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6" name="Table 25">
            <a:extLst>
              <a:ext uri="{FF2B5EF4-FFF2-40B4-BE49-F238E27FC236}">
                <a16:creationId xmlns:a16="http://schemas.microsoft.com/office/drawing/2014/main" id="{68417920-1A1F-4AFC-B942-8905FD415E5D}"/>
              </a:ext>
            </a:extLst>
          </p:cNvPr>
          <p:cNvGraphicFramePr>
            <a:graphicFrameLocks noGrp="1"/>
          </p:cNvGraphicFramePr>
          <p:nvPr>
            <p:extLst>
              <p:ext uri="{D42A27DB-BD31-4B8C-83A1-F6EECF244321}">
                <p14:modId xmlns:p14="http://schemas.microsoft.com/office/powerpoint/2010/main" val="3433486519"/>
              </p:ext>
            </p:extLst>
          </p:nvPr>
        </p:nvGraphicFramePr>
        <p:xfrm>
          <a:off x="3180061" y="1264986"/>
          <a:ext cx="5151178" cy="1879038"/>
        </p:xfrm>
        <a:graphic>
          <a:graphicData uri="http://schemas.openxmlformats.org/drawingml/2006/table">
            <a:tbl>
              <a:tblPr/>
              <a:tblGrid>
                <a:gridCol w="2575589">
                  <a:extLst>
                    <a:ext uri="{9D8B030D-6E8A-4147-A177-3AD203B41FA5}">
                      <a16:colId xmlns:a16="http://schemas.microsoft.com/office/drawing/2014/main" val="1345119026"/>
                    </a:ext>
                  </a:extLst>
                </a:gridCol>
                <a:gridCol w="2575589">
                  <a:extLst>
                    <a:ext uri="{9D8B030D-6E8A-4147-A177-3AD203B41FA5}">
                      <a16:colId xmlns:a16="http://schemas.microsoft.com/office/drawing/2014/main" val="3277196317"/>
                    </a:ext>
                  </a:extLst>
                </a:gridCol>
              </a:tblGrid>
              <a:tr h="329919">
                <a:tc>
                  <a:txBody>
                    <a:bodyPr/>
                    <a:lstStyle/>
                    <a:p>
                      <a:pPr algn="l" fontAlgn="t" latinLnBrk="0"/>
                      <a:r>
                        <a:rPr lang="de-DE" sz="1000" b="1">
                          <a:effectLst/>
                        </a:rPr>
                        <a:t>Architecture</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en-US" sz="1000" dirty="0">
                          <a:effectLst/>
                        </a:rPr>
                        <a:t>GCN (4 layers, 64 hidden channels)</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2138103"/>
                  </a:ext>
                </a:extLst>
              </a:tr>
              <a:tr h="230943">
                <a:tc>
                  <a:txBody>
                    <a:bodyPr/>
                    <a:lstStyle/>
                    <a:p>
                      <a:pPr algn="l" fontAlgn="t" latinLnBrk="0"/>
                      <a:r>
                        <a:rPr lang="de-DE" sz="1000" b="1" dirty="0">
                          <a:effectLst/>
                        </a:rPr>
                        <a:t>Training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5,342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6904544"/>
                  </a:ext>
                </a:extLst>
              </a:tr>
              <a:tr h="230943">
                <a:tc>
                  <a:txBody>
                    <a:bodyPr/>
                    <a:lstStyle/>
                    <a:p>
                      <a:pPr algn="l" fontAlgn="t" latinLnBrk="0"/>
                      <a:r>
                        <a:rPr lang="de-DE" sz="1000" b="1" dirty="0">
                          <a:effectLst/>
                        </a:rPr>
                        <a:t>Validation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668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477366"/>
                  </a:ext>
                </a:extLst>
              </a:tr>
              <a:tr h="131968">
                <a:tc>
                  <a:txBody>
                    <a:bodyPr/>
                    <a:lstStyle/>
                    <a:p>
                      <a:pPr algn="l" fontAlgn="t" latinLnBrk="0"/>
                      <a:r>
                        <a:rPr lang="de-DE" sz="1000" b="1" dirty="0">
                          <a:effectLst/>
                        </a:rPr>
                        <a:t>Test Samples</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835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91319687"/>
                  </a:ext>
                </a:extLst>
              </a:tr>
              <a:tr h="329919">
                <a:tc>
                  <a:txBody>
                    <a:bodyPr/>
                    <a:lstStyle/>
                    <a:p>
                      <a:pPr algn="l" fontAlgn="t" latinLnBrk="0"/>
                      <a:r>
                        <a:rPr lang="de-DE" sz="1000" b="1">
                          <a:effectLst/>
                        </a:rPr>
                        <a:t>Best Validation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95.96%</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42674202"/>
                  </a:ext>
                </a:extLst>
              </a:tr>
              <a:tr h="131968">
                <a:tc>
                  <a:txBody>
                    <a:bodyPr/>
                    <a:lstStyle/>
                    <a:p>
                      <a:pPr algn="l" fontAlgn="t" latinLnBrk="0"/>
                      <a:r>
                        <a:rPr lang="de-DE" sz="1000" b="1">
                          <a:effectLst/>
                        </a:rPr>
                        <a:t>Test Accuracy</a:t>
                      </a:r>
                      <a:endParaRPr lang="de-DE" sz="10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b="1" dirty="0">
                          <a:effectLst/>
                        </a:rPr>
                        <a:t>95.21%</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1156515"/>
                  </a:ext>
                </a:extLst>
              </a:tr>
              <a:tr h="230943">
                <a:tc>
                  <a:txBody>
                    <a:bodyPr/>
                    <a:lstStyle/>
                    <a:p>
                      <a:pPr algn="l" fontAlgn="t" latinLnBrk="0"/>
                      <a:r>
                        <a:rPr lang="de-DE" sz="1000" b="1" dirty="0">
                          <a:effectLst/>
                        </a:rPr>
                        <a:t>Training Loss </a:t>
                      </a:r>
                      <a:r>
                        <a:rPr lang="de-DE" sz="1000" b="1" dirty="0" err="1">
                          <a:effectLst/>
                        </a:rPr>
                        <a:t>Metric</a:t>
                      </a:r>
                      <a:endParaRPr lang="de-DE" sz="10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1000" dirty="0">
                          <a:effectLst/>
                        </a:rPr>
                        <a:t>Binary Cross-</a:t>
                      </a:r>
                      <a:r>
                        <a:rPr lang="de-DE" sz="1000" dirty="0" err="1">
                          <a:effectLst/>
                        </a:rPr>
                        <a:t>Entropy</a:t>
                      </a:r>
                      <a:endParaRPr lang="de-DE" sz="10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1175223"/>
                  </a:ext>
                </a:extLst>
              </a:tr>
            </a:tbl>
          </a:graphicData>
        </a:graphic>
      </p:graphicFrame>
      <p:sp>
        <p:nvSpPr>
          <p:cNvPr id="28" name="TextBox 27">
            <a:extLst>
              <a:ext uri="{FF2B5EF4-FFF2-40B4-BE49-F238E27FC236}">
                <a16:creationId xmlns:a16="http://schemas.microsoft.com/office/drawing/2014/main" id="{61609AF1-C869-43C4-A801-DADCFAA97D78}"/>
              </a:ext>
            </a:extLst>
          </p:cNvPr>
          <p:cNvSpPr txBox="1"/>
          <p:nvPr/>
        </p:nvSpPr>
        <p:spPr>
          <a:xfrm>
            <a:off x="1110455" y="6367558"/>
            <a:ext cx="1823366" cy="338554"/>
          </a:xfrm>
          <a:prstGeom prst="rect">
            <a:avLst/>
          </a:prstGeom>
          <a:noFill/>
        </p:spPr>
        <p:txBody>
          <a:bodyPr wrap="square" rtlCol="0">
            <a:spAutoFit/>
          </a:bodyPr>
          <a:lstStyle/>
          <a:p>
            <a:pPr algn="ctr"/>
            <a:r>
              <a:rPr lang="en-US" sz="1600" b="1" dirty="0"/>
              <a:t>GCN</a:t>
            </a:r>
            <a:endParaRPr lang="de-DE" sz="1600" b="1" dirty="0"/>
          </a:p>
        </p:txBody>
      </p:sp>
      <p:sp>
        <p:nvSpPr>
          <p:cNvPr id="29" name="TextBox 28">
            <a:extLst>
              <a:ext uri="{FF2B5EF4-FFF2-40B4-BE49-F238E27FC236}">
                <a16:creationId xmlns:a16="http://schemas.microsoft.com/office/drawing/2014/main" id="{FBCF2756-B344-4B47-A8E8-C0E356215CFB}"/>
              </a:ext>
            </a:extLst>
          </p:cNvPr>
          <p:cNvSpPr txBox="1"/>
          <p:nvPr/>
        </p:nvSpPr>
        <p:spPr>
          <a:xfrm>
            <a:off x="952563" y="3791447"/>
            <a:ext cx="2701504" cy="338554"/>
          </a:xfrm>
          <a:prstGeom prst="rect">
            <a:avLst/>
          </a:prstGeom>
          <a:noFill/>
        </p:spPr>
        <p:txBody>
          <a:bodyPr wrap="square" rtlCol="0">
            <a:spAutoFit/>
          </a:bodyPr>
          <a:lstStyle/>
          <a:p>
            <a:pPr algn="ctr"/>
            <a:r>
              <a:rPr lang="en-US" sz="1600" b="1" dirty="0"/>
              <a:t>Active compound</a:t>
            </a:r>
            <a:endParaRPr lang="de-DE" sz="1600" b="1" dirty="0"/>
          </a:p>
        </p:txBody>
      </p:sp>
      <p:sp>
        <p:nvSpPr>
          <p:cNvPr id="30" name="TextBox 29">
            <a:extLst>
              <a:ext uri="{FF2B5EF4-FFF2-40B4-BE49-F238E27FC236}">
                <a16:creationId xmlns:a16="http://schemas.microsoft.com/office/drawing/2014/main" id="{D47CD1F0-89C8-4E41-807F-68D74C26F905}"/>
              </a:ext>
            </a:extLst>
          </p:cNvPr>
          <p:cNvSpPr txBox="1"/>
          <p:nvPr/>
        </p:nvSpPr>
        <p:spPr>
          <a:xfrm>
            <a:off x="5104680" y="3760415"/>
            <a:ext cx="2701504" cy="338554"/>
          </a:xfrm>
          <a:prstGeom prst="rect">
            <a:avLst/>
          </a:prstGeom>
          <a:noFill/>
        </p:spPr>
        <p:txBody>
          <a:bodyPr wrap="square" rtlCol="0">
            <a:spAutoFit/>
          </a:bodyPr>
          <a:lstStyle/>
          <a:p>
            <a:pPr algn="ctr"/>
            <a:r>
              <a:rPr lang="en-US" sz="1600" b="1" dirty="0"/>
              <a:t>Inactive compound</a:t>
            </a:r>
            <a:endParaRPr lang="de-DE" sz="1600" b="1" dirty="0"/>
          </a:p>
        </p:txBody>
      </p:sp>
      <p:graphicFrame>
        <p:nvGraphicFramePr>
          <p:cNvPr id="31" name="Table 30">
            <a:extLst>
              <a:ext uri="{FF2B5EF4-FFF2-40B4-BE49-F238E27FC236}">
                <a16:creationId xmlns:a16="http://schemas.microsoft.com/office/drawing/2014/main" id="{DC46C266-5C28-48AF-82A0-64DA7CECF672}"/>
              </a:ext>
            </a:extLst>
          </p:cNvPr>
          <p:cNvGraphicFramePr>
            <a:graphicFrameLocks noGrp="1"/>
          </p:cNvGraphicFramePr>
          <p:nvPr>
            <p:extLst>
              <p:ext uri="{D42A27DB-BD31-4B8C-83A1-F6EECF244321}">
                <p14:modId xmlns:p14="http://schemas.microsoft.com/office/powerpoint/2010/main" val="3170976194"/>
              </p:ext>
            </p:extLst>
          </p:nvPr>
        </p:nvGraphicFramePr>
        <p:xfrm>
          <a:off x="305234"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dirty="0">
                          <a:effectLst/>
                        </a:rPr>
                        <a:t>SMILES</a:t>
                      </a:r>
                      <a:endParaRPr lang="de-DE" sz="800" dirty="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O=C(NCC=CCN1CCN(c2cccc(Cl)c2Cl)CC1)c1cccnc1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a:effectLst/>
                        </a:rPr>
                        <a:t>1 (</a:t>
                      </a:r>
                      <a:r>
                        <a:rPr lang="de-DE" sz="800" dirty="0" err="1">
                          <a:effectLst/>
                        </a:rPr>
                        <a:t>Active</a:t>
                      </a:r>
                      <a:r>
                        <a:rPr lang="de-DE" sz="800" dirty="0">
                          <a:effectLst/>
                        </a:rPr>
                        <a:t>)</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99.99%</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~441.34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Dichlorophenyl</a:t>
                      </a:r>
                      <a:r>
                        <a:rPr lang="de-DE" sz="800" dirty="0">
                          <a:effectLst/>
                        </a:rPr>
                        <a:t> ring, </a:t>
                      </a:r>
                      <a:r>
                        <a:rPr lang="de-DE" sz="800" dirty="0" err="1">
                          <a:effectLst/>
                        </a:rPr>
                        <a:t>piperazine</a:t>
                      </a:r>
                      <a:r>
                        <a:rPr lang="de-DE" sz="800" dirty="0">
                          <a:effectLst/>
                        </a:rPr>
                        <a:t>, </a:t>
                      </a:r>
                      <a:r>
                        <a:rPr lang="de-DE" sz="800" dirty="0" err="1">
                          <a:effectLst/>
                        </a:rPr>
                        <a:t>pyridine</a:t>
                      </a:r>
                      <a:r>
                        <a:rPr lang="de-DE" sz="800" dirty="0">
                          <a:effectLst/>
                        </a:rPr>
                        <a:t>, </a:t>
                      </a:r>
                      <a:r>
                        <a:rPr lang="de-DE" sz="800" dirty="0" err="1">
                          <a:effectLst/>
                        </a:rPr>
                        <a:t>amide</a:t>
                      </a:r>
                      <a:r>
                        <a:rPr lang="de-DE" sz="800" dirty="0">
                          <a:effectLst/>
                        </a:rPr>
                        <a:t> linker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graphicFrame>
        <p:nvGraphicFramePr>
          <p:cNvPr id="34" name="Table 33">
            <a:extLst>
              <a:ext uri="{FF2B5EF4-FFF2-40B4-BE49-F238E27FC236}">
                <a16:creationId xmlns:a16="http://schemas.microsoft.com/office/drawing/2014/main" id="{0A508FAD-C70F-46AE-8059-8995ECE25A88}"/>
              </a:ext>
            </a:extLst>
          </p:cNvPr>
          <p:cNvGraphicFramePr>
            <a:graphicFrameLocks noGrp="1"/>
          </p:cNvGraphicFramePr>
          <p:nvPr>
            <p:extLst>
              <p:ext uri="{D42A27DB-BD31-4B8C-83A1-F6EECF244321}">
                <p14:modId xmlns:p14="http://schemas.microsoft.com/office/powerpoint/2010/main" val="1377645866"/>
              </p:ext>
            </p:extLst>
          </p:nvPr>
        </p:nvGraphicFramePr>
        <p:xfrm>
          <a:off x="4520633" y="4187885"/>
          <a:ext cx="4024456" cy="1764067"/>
        </p:xfrm>
        <a:graphic>
          <a:graphicData uri="http://schemas.openxmlformats.org/drawingml/2006/table">
            <a:tbl>
              <a:tblPr/>
              <a:tblGrid>
                <a:gridCol w="2012228">
                  <a:extLst>
                    <a:ext uri="{9D8B030D-6E8A-4147-A177-3AD203B41FA5}">
                      <a16:colId xmlns:a16="http://schemas.microsoft.com/office/drawing/2014/main" val="3542428693"/>
                    </a:ext>
                  </a:extLst>
                </a:gridCol>
                <a:gridCol w="2012228">
                  <a:extLst>
                    <a:ext uri="{9D8B030D-6E8A-4147-A177-3AD203B41FA5}">
                      <a16:colId xmlns:a16="http://schemas.microsoft.com/office/drawing/2014/main" val="124017256"/>
                    </a:ext>
                  </a:extLst>
                </a:gridCol>
              </a:tblGrid>
              <a:tr h="118721">
                <a:tc>
                  <a:txBody>
                    <a:bodyPr/>
                    <a:lstStyle/>
                    <a:p>
                      <a:pPr algn="l" latinLnBrk="0"/>
                      <a:r>
                        <a:rPr lang="de-DE" sz="800" b="1" dirty="0">
                          <a:effectLst/>
                        </a:rPr>
                        <a:t>Property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latinLnBrk="0"/>
                      <a:r>
                        <a:rPr lang="de-DE" sz="800" b="1" dirty="0">
                          <a:effectLst/>
                        </a:rPr>
                        <a:t>Value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66500945"/>
                  </a:ext>
                </a:extLst>
              </a:tr>
              <a:tr h="118721">
                <a:tc>
                  <a:txBody>
                    <a:bodyPr/>
                    <a:lstStyle/>
                    <a:p>
                      <a:pPr algn="l" fontAlgn="t" latinLnBrk="0"/>
                      <a:r>
                        <a:rPr lang="de-DE" sz="800" b="1">
                          <a:effectLst/>
                        </a:rPr>
                        <a:t>SMILES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pt-BR" sz="800">
                          <a:effectLst/>
                        </a:rPr>
                        <a:t>Cc1c(Cl)cccc1S(=O)(=O)N1CCCCC1C(=O)NC1C2CC3CC1CC(O)(C3)C2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23579187"/>
                  </a:ext>
                </a:extLst>
              </a:tr>
              <a:tr h="118721">
                <a:tc>
                  <a:txBody>
                    <a:bodyPr/>
                    <a:lstStyle/>
                    <a:p>
                      <a:pPr algn="l" fontAlgn="t" latinLnBrk="0"/>
                      <a:r>
                        <a:rPr lang="de-DE" sz="800" b="1">
                          <a:effectLst/>
                        </a:rPr>
                        <a:t>True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7410602"/>
                  </a:ext>
                </a:extLst>
              </a:tr>
              <a:tr h="158369">
                <a:tc>
                  <a:txBody>
                    <a:bodyPr/>
                    <a:lstStyle/>
                    <a:p>
                      <a:pPr algn="l" fontAlgn="t" latinLnBrk="0"/>
                      <a:r>
                        <a:rPr lang="de-DE" sz="800" b="1">
                          <a:effectLst/>
                        </a:rPr>
                        <a:t>Predicted Label</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0 (Inactive)</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409055"/>
                  </a:ext>
                </a:extLst>
              </a:tr>
              <a:tr h="118721">
                <a:tc>
                  <a:txBody>
                    <a:bodyPr/>
                    <a:lstStyle/>
                    <a:p>
                      <a:pPr algn="l" fontAlgn="t" latinLnBrk="0"/>
                      <a:r>
                        <a:rPr lang="de-DE" sz="800" b="1">
                          <a:effectLst/>
                        </a:rPr>
                        <a:t>Confidence</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b="1">
                          <a:effectLst/>
                        </a:rPr>
                        <a:t>99.38%</a:t>
                      </a:r>
                      <a:endParaRPr lang="de-DE" sz="80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9342465"/>
                  </a:ext>
                </a:extLst>
              </a:tr>
              <a:tr h="158369">
                <a:tc>
                  <a:txBody>
                    <a:bodyPr/>
                    <a:lstStyle/>
                    <a:p>
                      <a:pPr algn="l" fontAlgn="t" latinLnBrk="0"/>
                      <a:r>
                        <a:rPr lang="de-DE" sz="800" b="1">
                          <a:effectLst/>
                        </a:rPr>
                        <a:t>Molecular Weight</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a:effectLst/>
                        </a:rPr>
                        <a:t>~415.53 g/mol</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77316774"/>
                  </a:ext>
                </a:extLst>
              </a:tr>
              <a:tr h="361987">
                <a:tc>
                  <a:txBody>
                    <a:bodyPr/>
                    <a:lstStyle/>
                    <a:p>
                      <a:pPr algn="l" fontAlgn="t" latinLnBrk="0"/>
                      <a:r>
                        <a:rPr lang="de-DE" sz="800" b="1">
                          <a:effectLst/>
                        </a:rPr>
                        <a:t>Key Features</a:t>
                      </a:r>
                      <a:endParaRPr lang="de-DE" sz="800">
                        <a:effectLs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latinLnBrk="0"/>
                      <a:r>
                        <a:rPr lang="de-DE" sz="800" dirty="0" err="1">
                          <a:effectLst/>
                        </a:rPr>
                        <a:t>Chlorotoluene</a:t>
                      </a:r>
                      <a:r>
                        <a:rPr lang="de-DE" sz="800" dirty="0">
                          <a:effectLst/>
                        </a:rPr>
                        <a:t>, </a:t>
                      </a:r>
                      <a:r>
                        <a:rPr lang="de-DE" sz="800" dirty="0" err="1">
                          <a:effectLst/>
                        </a:rPr>
                        <a:t>sulfonamide</a:t>
                      </a:r>
                      <a:r>
                        <a:rPr lang="de-DE" sz="800" dirty="0">
                          <a:effectLst/>
                        </a:rPr>
                        <a:t>, </a:t>
                      </a:r>
                      <a:r>
                        <a:rPr lang="de-DE" sz="800" dirty="0" err="1">
                          <a:effectLst/>
                        </a:rPr>
                        <a:t>bicyclic</a:t>
                      </a:r>
                      <a:r>
                        <a:rPr lang="de-DE" sz="800" dirty="0">
                          <a:effectLst/>
                        </a:rPr>
                        <a:t> </a:t>
                      </a:r>
                      <a:r>
                        <a:rPr lang="de-DE" sz="800" dirty="0" err="1">
                          <a:effectLst/>
                        </a:rPr>
                        <a:t>terpenoid</a:t>
                      </a:r>
                      <a:endParaRPr lang="de-DE" sz="800" dirty="0">
                        <a:effectLst/>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4377521"/>
                  </a:ext>
                </a:extLst>
              </a:tr>
            </a:tbl>
          </a:graphicData>
        </a:graphic>
      </p:graphicFrame>
    </p:spTree>
    <p:extLst>
      <p:ext uri="{BB962C8B-B14F-4D97-AF65-F5344CB8AC3E}">
        <p14:creationId xmlns:p14="http://schemas.microsoft.com/office/powerpoint/2010/main" val="11242146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1913</Words>
  <Application>Microsoft Office PowerPoint</Application>
  <PresentationFormat>On-screen Show (4:3)</PresentationFormat>
  <Paragraphs>313</Paragraphs>
  <Slides>27</Slides>
  <Notes>14</Notes>
  <HiddenSlides>3</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27</vt:i4>
      </vt:variant>
    </vt:vector>
  </HeadingPairs>
  <TitlesOfParts>
    <vt:vector size="39" baseType="lpstr">
      <vt:lpstr>Aptos</vt:lpstr>
      <vt:lpstr>Arial</vt:lpstr>
      <vt:lpstr>Calibri</vt:lpstr>
      <vt:lpstr>Century Gothic</vt:lpstr>
      <vt:lpstr>StarSymbol</vt:lpstr>
      <vt:lpstr>Symbol</vt:lpstr>
      <vt:lpstr>Times New Roman</vt:lpstr>
      <vt:lpstr>ui-sans-serif</vt:lpstr>
      <vt:lpstr>Wingdings</vt:lpstr>
      <vt:lpstr>Wingdings 2</vt:lpstr>
      <vt:lpstr>Office Theme</vt:lpstr>
      <vt:lpstr>Office Theme</vt:lpstr>
      <vt:lpstr>AI Agent for Chemical Explainability</vt:lpstr>
      <vt:lpstr>Project description</vt:lpstr>
      <vt:lpstr>Project goals</vt:lpstr>
      <vt:lpstr>Project setup</vt:lpstr>
      <vt:lpstr>Study objectives</vt:lpstr>
      <vt:lpstr>Prompt 1</vt:lpstr>
      <vt:lpstr>Prompt 1</vt:lpstr>
      <vt:lpstr>Prompt 1</vt:lpstr>
      <vt:lpstr>Prompt 2</vt:lpstr>
      <vt:lpstr>Prompt 2</vt:lpstr>
      <vt:lpstr>Prompt 2</vt:lpstr>
      <vt:lpstr>Prompt 3</vt:lpstr>
      <vt:lpstr>Prompt 3</vt:lpstr>
      <vt:lpstr>Prompt 3</vt:lpstr>
      <vt:lpstr>Prompt 3</vt:lpstr>
      <vt:lpstr>Prompt 4</vt:lpstr>
      <vt:lpstr>Prompt 4</vt:lpstr>
      <vt:lpstr>Prompt 4</vt:lpstr>
      <vt:lpstr>Prompt 4</vt:lpstr>
      <vt:lpstr>Prompt 4</vt:lpstr>
      <vt:lpstr>Conclusion</vt:lpstr>
      <vt:lpstr>Future perspective</vt:lpstr>
      <vt:lpstr>Lessons learned</vt:lpstr>
      <vt:lpstr>LIVE DEMO</vt:lpstr>
      <vt:lpstr>Prompt 1</vt:lpstr>
      <vt:lpstr>Prompt 2</vt:lpstr>
      <vt:lpstr>Prompt 3</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Andrea Mastropietro</dc:creator>
  <dc:description/>
  <cp:lastModifiedBy>Tiago Janela</cp:lastModifiedBy>
  <cp:revision>1702</cp:revision>
  <cp:lastPrinted>2019-01-04T13:46:38Z</cp:lastPrinted>
  <dcterms:created xsi:type="dcterms:W3CDTF">2006-08-16T00:00:00Z</dcterms:created>
  <dcterms:modified xsi:type="dcterms:W3CDTF">2026-05-04T09:28:58Z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y fmtid="{D5CDD505-2E9C-101B-9397-08002B2CF9AE}" pid="3" name="Slides">
    <vt:i4>5</vt:i4>
  </property>
</Properties>
</file>