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6"/>
  </p:notesMasterIdLst>
  <p:sldIdLst>
    <p:sldId id="297" r:id="rId3"/>
    <p:sldId id="493" r:id="rId4"/>
    <p:sldId id="298" r:id="rId5"/>
    <p:sldId id="308" r:id="rId6"/>
    <p:sldId id="299" r:id="rId7"/>
    <p:sldId id="337" r:id="rId8"/>
    <p:sldId id="310" r:id="rId9"/>
    <p:sldId id="336" r:id="rId10"/>
    <p:sldId id="319" r:id="rId11"/>
    <p:sldId id="311" r:id="rId12"/>
    <p:sldId id="317" r:id="rId13"/>
    <p:sldId id="318" r:id="rId14"/>
    <p:sldId id="324" r:id="rId15"/>
    <p:sldId id="344" r:id="rId16"/>
    <p:sldId id="345" r:id="rId17"/>
    <p:sldId id="320" r:id="rId18"/>
    <p:sldId id="331" r:id="rId19"/>
    <p:sldId id="332" r:id="rId20"/>
    <p:sldId id="335" r:id="rId21"/>
    <p:sldId id="341" r:id="rId22"/>
    <p:sldId id="316" r:id="rId23"/>
    <p:sldId id="303" r:id="rId24"/>
    <p:sldId id="339" r:id="rId25"/>
    <p:sldId id="326" r:id="rId26"/>
    <p:sldId id="346" r:id="rId27"/>
    <p:sldId id="329" r:id="rId28"/>
    <p:sldId id="328" r:id="rId29"/>
    <p:sldId id="338" r:id="rId30"/>
    <p:sldId id="330" r:id="rId31"/>
    <p:sldId id="315" r:id="rId32"/>
    <p:sldId id="309" r:id="rId33"/>
    <p:sldId id="312" r:id="rId34"/>
    <p:sldId id="325" r:id="rId3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C8"/>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3" autoAdjust="0"/>
    <p:restoredTop sz="94669" autoAdjust="0"/>
  </p:normalViewPr>
  <p:slideViewPr>
    <p:cSldViewPr snapToGrid="0">
      <p:cViewPr varScale="1">
        <p:scale>
          <a:sx n="120" d="100"/>
          <a:sy n="120" d="100"/>
        </p:scale>
        <p:origin x="1386"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ago Janela" userId="ee1a79fe-c79c-4f34-9602-7f6f2f0482b3" providerId="ADAL" clId="{67D2C233-DF3C-4C6D-9040-D7553E3BCB8A}"/>
    <pc:docChg chg="delSld modSld">
      <pc:chgData name="Tiago Janela" userId="ee1a79fe-c79c-4f34-9602-7f6f2f0482b3" providerId="ADAL" clId="{67D2C233-DF3C-4C6D-9040-D7553E3BCB8A}" dt="2026-03-16T14:03:02.466" v="54" actId="20577"/>
      <pc:docMkLst>
        <pc:docMk/>
      </pc:docMkLst>
      <pc:sldChg chg="modSp mod">
        <pc:chgData name="Tiago Janela" userId="ee1a79fe-c79c-4f34-9602-7f6f2f0482b3" providerId="ADAL" clId="{67D2C233-DF3C-4C6D-9040-D7553E3BCB8A}" dt="2026-03-16T14:03:02.466" v="54" actId="20577"/>
        <pc:sldMkLst>
          <pc:docMk/>
          <pc:sldMk cId="829672710" sldId="297"/>
        </pc:sldMkLst>
        <pc:spChg chg="mod">
          <ac:chgData name="Tiago Janela" userId="ee1a79fe-c79c-4f34-9602-7f6f2f0482b3" providerId="ADAL" clId="{67D2C233-DF3C-4C6D-9040-D7553E3BCB8A}" dt="2026-03-16T14:03:02.466" v="54" actId="20577"/>
          <ac:spMkLst>
            <pc:docMk/>
            <pc:sldMk cId="829672710" sldId="297"/>
            <ac:spMk id="156" creationId="{00000000-0000-0000-0000-000000000000}"/>
          </ac:spMkLst>
        </pc:spChg>
      </pc:sldChg>
      <pc:sldChg chg="modSp mod">
        <pc:chgData name="Tiago Janela" userId="ee1a79fe-c79c-4f34-9602-7f6f2f0482b3" providerId="ADAL" clId="{67D2C233-DF3C-4C6D-9040-D7553E3BCB8A}" dt="2026-03-16T14:02:34.148" v="0" actId="20577"/>
        <pc:sldMkLst>
          <pc:docMk/>
          <pc:sldMk cId="721732568" sldId="298"/>
        </pc:sldMkLst>
        <pc:spChg chg="mod">
          <ac:chgData name="Tiago Janela" userId="ee1a79fe-c79c-4f34-9602-7f6f2f0482b3" providerId="ADAL" clId="{67D2C233-DF3C-4C6D-9040-D7553E3BCB8A}" dt="2026-03-16T14:02:34.148" v="0" actId="20577"/>
          <ac:spMkLst>
            <pc:docMk/>
            <pc:sldMk cId="721732568" sldId="298"/>
            <ac:spMk id="2" creationId="{870990D0-7AC5-46BA-6FC4-274F8E0A3ABE}"/>
          </ac:spMkLst>
        </pc:spChg>
      </pc:sldChg>
    </pc:docChg>
  </pc:docChgLst>
  <pc:docChgLst>
    <pc:chgData name="Tiago Janela" userId="ee1a79fe-c79c-4f34-9602-7f6f2f0482b3" providerId="ADAL" clId="{6BE67FA1-4A27-48B9-BA6A-E25A9786A9CC}"/>
    <pc:docChg chg="undo custSel addSld modSld sldOrd">
      <pc:chgData name="Tiago Janela" userId="ee1a79fe-c79c-4f34-9602-7f6f2f0482b3" providerId="ADAL" clId="{6BE67FA1-4A27-48B9-BA6A-E25A9786A9CC}" dt="2026-03-20T13:52:23.099" v="1063" actId="20577"/>
      <pc:docMkLst>
        <pc:docMk/>
      </pc:docMkLst>
      <pc:sldChg chg="addSp modSp mod">
        <pc:chgData name="Tiago Janela" userId="ee1a79fe-c79c-4f34-9602-7f6f2f0482b3" providerId="ADAL" clId="{6BE67FA1-4A27-48B9-BA6A-E25A9786A9CC}" dt="2026-03-19T10:54:12.398" v="162" actId="1076"/>
        <pc:sldMkLst>
          <pc:docMk/>
          <pc:sldMk cId="721732568" sldId="298"/>
        </pc:sldMkLst>
        <pc:spChg chg="mod">
          <ac:chgData name="Tiago Janela" userId="ee1a79fe-c79c-4f34-9602-7f6f2f0482b3" providerId="ADAL" clId="{6BE67FA1-4A27-48B9-BA6A-E25A9786A9CC}" dt="2026-03-19T10:51:19.221" v="88" actId="20577"/>
          <ac:spMkLst>
            <pc:docMk/>
            <pc:sldMk cId="721732568" sldId="298"/>
            <ac:spMk id="2" creationId="{870990D0-7AC5-46BA-6FC4-274F8E0A3ABE}"/>
          </ac:spMkLst>
        </pc:spChg>
        <pc:spChg chg="mod">
          <ac:chgData name="Tiago Janela" userId="ee1a79fe-c79c-4f34-9602-7f6f2f0482b3" providerId="ADAL" clId="{6BE67FA1-4A27-48B9-BA6A-E25A9786A9CC}" dt="2026-03-19T10:37:44.329" v="9" actId="20577"/>
          <ac:spMkLst>
            <pc:docMk/>
            <pc:sldMk cId="721732568" sldId="298"/>
            <ac:spMk id="163" creationId="{57944F4B-F502-E7CC-8790-8737702BC6AC}"/>
          </ac:spMkLst>
        </pc:spChg>
        <pc:picChg chg="add mod">
          <ac:chgData name="Tiago Janela" userId="ee1a79fe-c79c-4f34-9602-7f6f2f0482b3" providerId="ADAL" clId="{6BE67FA1-4A27-48B9-BA6A-E25A9786A9CC}" dt="2026-03-19T10:54:12.398" v="162" actId="1076"/>
          <ac:picMkLst>
            <pc:docMk/>
            <pc:sldMk cId="721732568" sldId="298"/>
            <ac:picMk id="4" creationId="{A9172708-06AB-AE7A-4BC0-05B1328EE700}"/>
          </ac:picMkLst>
        </pc:picChg>
      </pc:sldChg>
      <pc:sldChg chg="delSp modSp add mod">
        <pc:chgData name="Tiago Janela" userId="ee1a79fe-c79c-4f34-9602-7f6f2f0482b3" providerId="ADAL" clId="{6BE67FA1-4A27-48B9-BA6A-E25A9786A9CC}" dt="2026-03-19T10:59:23.180" v="500" actId="20577"/>
        <pc:sldMkLst>
          <pc:docMk/>
          <pc:sldMk cId="1707478755" sldId="299"/>
        </pc:sldMkLst>
        <pc:spChg chg="mod">
          <ac:chgData name="Tiago Janela" userId="ee1a79fe-c79c-4f34-9602-7f6f2f0482b3" providerId="ADAL" clId="{6BE67FA1-4A27-48B9-BA6A-E25A9786A9CC}" dt="2026-03-19T10:59:23.180" v="500" actId="20577"/>
          <ac:spMkLst>
            <pc:docMk/>
            <pc:sldMk cId="1707478755" sldId="299"/>
            <ac:spMk id="2" creationId="{870990D0-7AC5-46BA-6FC4-274F8E0A3ABE}"/>
          </ac:spMkLst>
        </pc:spChg>
      </pc:sldChg>
      <pc:sldChg chg="addSp delSp modSp add mod">
        <pc:chgData name="Tiago Janela" userId="ee1a79fe-c79c-4f34-9602-7f6f2f0482b3" providerId="ADAL" clId="{6BE67FA1-4A27-48B9-BA6A-E25A9786A9CC}" dt="2026-03-20T13:21:59.221" v="1059" actId="20577"/>
        <pc:sldMkLst>
          <pc:docMk/>
          <pc:sldMk cId="457486825" sldId="300"/>
        </pc:sldMkLst>
        <pc:spChg chg="add mod">
          <ac:chgData name="Tiago Janela" userId="ee1a79fe-c79c-4f34-9602-7f6f2f0482b3" providerId="ADAL" clId="{6BE67FA1-4A27-48B9-BA6A-E25A9786A9CC}" dt="2026-03-20T13:21:59.221" v="1059" actId="20577"/>
          <ac:spMkLst>
            <pc:docMk/>
            <pc:sldMk cId="457486825" sldId="300"/>
            <ac:spMk id="7" creationId="{66DE14D4-64D4-6D1F-DD92-BC16D674C58B}"/>
          </ac:spMkLst>
        </pc:spChg>
        <pc:spChg chg="mod">
          <ac:chgData name="Tiago Janela" userId="ee1a79fe-c79c-4f34-9602-7f6f2f0482b3" providerId="ADAL" clId="{6BE67FA1-4A27-48B9-BA6A-E25A9786A9CC}" dt="2026-03-20T13:08:59.412" v="584" actId="20577"/>
          <ac:spMkLst>
            <pc:docMk/>
            <pc:sldMk cId="457486825" sldId="300"/>
            <ac:spMk id="163" creationId="{57944F4B-F502-E7CC-8790-8737702BC6AC}"/>
          </ac:spMkLst>
        </pc:spChg>
        <pc:picChg chg="add mod">
          <ac:chgData name="Tiago Janela" userId="ee1a79fe-c79c-4f34-9602-7f6f2f0482b3" providerId="ADAL" clId="{6BE67FA1-4A27-48B9-BA6A-E25A9786A9CC}" dt="2026-03-20T13:19:08.305" v="821" actId="1076"/>
          <ac:picMkLst>
            <pc:docMk/>
            <pc:sldMk cId="457486825" sldId="300"/>
            <ac:picMk id="4" creationId="{0F3D5BC1-9264-881D-CF39-9525F816570A}"/>
          </ac:picMkLst>
        </pc:picChg>
      </pc:sldChg>
      <pc:sldChg chg="delSp modSp add mod ord">
        <pc:chgData name="Tiago Janela" userId="ee1a79fe-c79c-4f34-9602-7f6f2f0482b3" providerId="ADAL" clId="{6BE67FA1-4A27-48B9-BA6A-E25A9786A9CC}" dt="2026-03-20T13:52:23.099" v="1063" actId="20577"/>
        <pc:sldMkLst>
          <pc:docMk/>
          <pc:sldMk cId="2375808848" sldId="301"/>
        </pc:sldMkLst>
        <pc:spChg chg="mod">
          <ac:chgData name="Tiago Janela" userId="ee1a79fe-c79c-4f34-9602-7f6f2f0482b3" providerId="ADAL" clId="{6BE67FA1-4A27-48B9-BA6A-E25A9786A9CC}" dt="2026-03-20T13:52:23.099" v="1063" actId="20577"/>
          <ac:spMkLst>
            <pc:docMk/>
            <pc:sldMk cId="2375808848" sldId="301"/>
            <ac:spMk id="2" creationId="{870990D0-7AC5-46BA-6FC4-274F8E0A3ABE}"/>
          </ac:spMkLst>
        </pc:spChg>
        <pc:picChg chg="mod">
          <ac:chgData name="Tiago Janela" userId="ee1a79fe-c79c-4f34-9602-7f6f2f0482b3" providerId="ADAL" clId="{6BE67FA1-4A27-48B9-BA6A-E25A9786A9CC}" dt="2026-03-20T13:17:16.190" v="611" actId="1076"/>
          <ac:picMkLst>
            <pc:docMk/>
            <pc:sldMk cId="2375808848" sldId="301"/>
            <ac:picMk id="6" creationId="{D3BA145D-265C-C0B1-7C0E-2EE32552E491}"/>
          </ac:picMkLst>
        </pc:picChg>
      </pc:sldChg>
    </pc:docChg>
  </pc:docChgLst>
  <pc:docChgLst>
    <pc:chgData name="Tiago Janela" userId="ee1a79fe-c79c-4f34-9602-7f6f2f0482b3" providerId="ADAL" clId="{A1A622BE-A8AD-47B7-8802-BAC61BCE5126}"/>
    <pc:docChg chg="undo custSel modSld">
      <pc:chgData name="Tiago Janela" userId="ee1a79fe-c79c-4f34-9602-7f6f2f0482b3" providerId="ADAL" clId="{A1A622BE-A8AD-47B7-8802-BAC61BCE5126}" dt="2026-04-02T12:40:40.607" v="50" actId="478"/>
      <pc:docMkLst>
        <pc:docMk/>
      </pc:docMkLst>
      <pc:sldChg chg="addSp delSp modSp mod">
        <pc:chgData name="Tiago Janela" userId="ee1a79fe-c79c-4f34-9602-7f6f2f0482b3" providerId="ADAL" clId="{A1A622BE-A8AD-47B7-8802-BAC61BCE5126}" dt="2026-04-02T12:40:40.607" v="50" actId="478"/>
        <pc:sldMkLst>
          <pc:docMk/>
          <pc:sldMk cId="1707478755" sldId="299"/>
        </pc:sldMkLst>
        <pc:graphicFrameChg chg="add del modGraphic">
          <ac:chgData name="Tiago Janela" userId="ee1a79fe-c79c-4f34-9602-7f6f2f0482b3" providerId="ADAL" clId="{A1A622BE-A8AD-47B7-8802-BAC61BCE5126}" dt="2026-04-02T12:40:40.607" v="50" actId="478"/>
          <ac:graphicFrameMkLst>
            <pc:docMk/>
            <pc:sldMk cId="1707478755" sldId="299"/>
            <ac:graphicFrameMk id="4" creationId="{689F2044-8E26-DCF5-DE2D-9AD979C8C1EE}"/>
          </ac:graphicFrameMkLst>
        </pc:graphicFrameChg>
      </pc:sldChg>
    </pc:docChg>
  </pc:docChgLst>
  <pc:docChgLst>
    <pc:chgData name="Tiago Janela" userId="ee1a79fe-c79c-4f34-9602-7f6f2f0482b3" providerId="ADAL" clId="{D59BA079-2D81-42B2-9E2D-198C5F90099E}"/>
    <pc:docChg chg="undo custSel addSld delSld modSld sldOrd">
      <pc:chgData name="Tiago Janela" userId="ee1a79fe-c79c-4f34-9602-7f6f2f0482b3" providerId="ADAL" clId="{D59BA079-2D81-42B2-9E2D-198C5F90099E}" dt="2026-05-06T10:37:22.554" v="1747" actId="47"/>
      <pc:docMkLst>
        <pc:docMk/>
      </pc:docMkLst>
      <pc:sldChg chg="addSp delSp modSp mod">
        <pc:chgData name="Tiago Janela" userId="ee1a79fe-c79c-4f34-9602-7f6f2f0482b3" providerId="ADAL" clId="{D59BA079-2D81-42B2-9E2D-198C5F90099E}" dt="2026-05-04T08:43:09.666" v="168" actId="1076"/>
        <pc:sldMkLst>
          <pc:docMk/>
          <pc:sldMk cId="721732568" sldId="298"/>
        </pc:sldMkLst>
        <pc:picChg chg="add mod">
          <ac:chgData name="Tiago Janela" userId="ee1a79fe-c79c-4f34-9602-7f6f2f0482b3" providerId="ADAL" clId="{D59BA079-2D81-42B2-9E2D-198C5F90099E}" dt="2026-05-04T08:43:09.666" v="168" actId="1076"/>
          <ac:picMkLst>
            <pc:docMk/>
            <pc:sldMk cId="721732568" sldId="298"/>
            <ac:picMk id="3" creationId="{C525295A-47E6-DB8C-78FD-5ACC25A8B445}"/>
          </ac:picMkLst>
        </pc:picChg>
        <pc:picChg chg="del">
          <ac:chgData name="Tiago Janela" userId="ee1a79fe-c79c-4f34-9602-7f6f2f0482b3" providerId="ADAL" clId="{D59BA079-2D81-42B2-9E2D-198C5F90099E}" dt="2026-04-29T14:57:21.959" v="166" actId="478"/>
          <ac:picMkLst>
            <pc:docMk/>
            <pc:sldMk cId="721732568" sldId="298"/>
            <ac:picMk id="4" creationId="{A9172708-06AB-AE7A-4BC0-05B1328EE700}"/>
          </ac:picMkLst>
        </pc:picChg>
      </pc:sldChg>
      <pc:sldChg chg="modSp mod">
        <pc:chgData name="Tiago Janela" userId="ee1a79fe-c79c-4f34-9602-7f6f2f0482b3" providerId="ADAL" clId="{D59BA079-2D81-42B2-9E2D-198C5F90099E}" dt="2026-05-04T08:43:40.658" v="174" actId="113"/>
        <pc:sldMkLst>
          <pc:docMk/>
          <pc:sldMk cId="1707478755" sldId="299"/>
        </pc:sldMkLst>
        <pc:spChg chg="mod">
          <ac:chgData name="Tiago Janela" userId="ee1a79fe-c79c-4f34-9602-7f6f2f0482b3" providerId="ADAL" clId="{D59BA079-2D81-42B2-9E2D-198C5F90099E}" dt="2026-05-04T08:43:40.658" v="174" actId="113"/>
          <ac:spMkLst>
            <pc:docMk/>
            <pc:sldMk cId="1707478755" sldId="299"/>
            <ac:spMk id="2" creationId="{870990D0-7AC5-46BA-6FC4-274F8E0A3ABE}"/>
          </ac:spMkLst>
        </pc:spChg>
      </pc:sldChg>
      <pc:sldChg chg="mod ord modShow">
        <pc:chgData name="Tiago Janela" userId="ee1a79fe-c79c-4f34-9602-7f6f2f0482b3" providerId="ADAL" clId="{D59BA079-2D81-42B2-9E2D-198C5F90099E}" dt="2026-05-06T10:29:08.078" v="1723" actId="729"/>
        <pc:sldMkLst>
          <pc:docMk/>
          <pc:sldMk cId="3727029337" sldId="303"/>
        </pc:sldMkLst>
      </pc:sldChg>
      <pc:sldChg chg="modSp mod">
        <pc:chgData name="Tiago Janela" userId="ee1a79fe-c79c-4f34-9602-7f6f2f0482b3" providerId="ADAL" clId="{D59BA079-2D81-42B2-9E2D-198C5F90099E}" dt="2026-05-04T08:45:25.657" v="175" actId="14100"/>
        <pc:sldMkLst>
          <pc:docMk/>
          <pc:sldMk cId="999010184" sldId="308"/>
        </pc:sldMkLst>
        <pc:spChg chg="mod">
          <ac:chgData name="Tiago Janela" userId="ee1a79fe-c79c-4f34-9602-7f6f2f0482b3" providerId="ADAL" clId="{D59BA079-2D81-42B2-9E2D-198C5F90099E}" dt="2026-05-04T08:45:25.657" v="175" actId="14100"/>
          <ac:spMkLst>
            <pc:docMk/>
            <pc:sldMk cId="999010184" sldId="308"/>
            <ac:spMk id="2" creationId="{870990D0-7AC5-46BA-6FC4-274F8E0A3ABE}"/>
          </ac:spMkLst>
        </pc:spChg>
      </pc:sldChg>
      <pc:sldChg chg="mod ord modShow">
        <pc:chgData name="Tiago Janela" userId="ee1a79fe-c79c-4f34-9602-7f6f2f0482b3" providerId="ADAL" clId="{D59BA079-2D81-42B2-9E2D-198C5F90099E}" dt="2026-05-04T08:58:52.639" v="184"/>
        <pc:sldMkLst>
          <pc:docMk/>
          <pc:sldMk cId="1856476068" sldId="309"/>
        </pc:sldMkLst>
      </pc:sldChg>
      <pc:sldChg chg="modSp mod">
        <pc:chgData name="Tiago Janela" userId="ee1a79fe-c79c-4f34-9602-7f6f2f0482b3" providerId="ADAL" clId="{D59BA079-2D81-42B2-9E2D-198C5F90099E}" dt="2026-05-06T07:33:46.852" v="838" actId="2711"/>
        <pc:sldMkLst>
          <pc:docMk/>
          <pc:sldMk cId="1131643504" sldId="310"/>
        </pc:sldMkLst>
        <pc:spChg chg="mod">
          <ac:chgData name="Tiago Janela" userId="ee1a79fe-c79c-4f34-9602-7f6f2f0482b3" providerId="ADAL" clId="{D59BA079-2D81-42B2-9E2D-198C5F90099E}" dt="2026-05-06T07:33:46.852" v="838" actId="2711"/>
          <ac:spMkLst>
            <pc:docMk/>
            <pc:sldMk cId="1131643504" sldId="310"/>
            <ac:spMk id="10" creationId="{218E8154-7E95-D4BE-E8AA-D3B029A12B17}"/>
          </ac:spMkLst>
        </pc:spChg>
      </pc:sldChg>
      <pc:sldChg chg="mod ord modShow">
        <pc:chgData name="Tiago Janela" userId="ee1a79fe-c79c-4f34-9602-7f6f2f0482b3" providerId="ADAL" clId="{D59BA079-2D81-42B2-9E2D-198C5F90099E}" dt="2026-05-04T08:59:00.655" v="186"/>
        <pc:sldMkLst>
          <pc:docMk/>
          <pc:sldMk cId="497639913" sldId="312"/>
        </pc:sldMkLst>
      </pc:sldChg>
      <pc:sldChg chg="del">
        <pc:chgData name="Tiago Janela" userId="ee1a79fe-c79c-4f34-9602-7f6f2f0482b3" providerId="ADAL" clId="{D59BA079-2D81-42B2-9E2D-198C5F90099E}" dt="2026-05-04T09:08:40.943" v="327" actId="47"/>
        <pc:sldMkLst>
          <pc:docMk/>
          <pc:sldMk cId="1027898386" sldId="313"/>
        </pc:sldMkLst>
      </pc:sldChg>
      <pc:sldChg chg="del">
        <pc:chgData name="Tiago Janela" userId="ee1a79fe-c79c-4f34-9602-7f6f2f0482b3" providerId="ADAL" clId="{D59BA079-2D81-42B2-9E2D-198C5F90099E}" dt="2026-05-04T09:08:43.748" v="328" actId="47"/>
        <pc:sldMkLst>
          <pc:docMk/>
          <pc:sldMk cId="2667024758" sldId="314"/>
        </pc:sldMkLst>
      </pc:sldChg>
      <pc:sldChg chg="modSp mod ord modShow">
        <pc:chgData name="Tiago Janela" userId="ee1a79fe-c79c-4f34-9602-7f6f2f0482b3" providerId="ADAL" clId="{D59BA079-2D81-42B2-9E2D-198C5F90099E}" dt="2026-05-06T10:31:50.197" v="1734"/>
        <pc:sldMkLst>
          <pc:docMk/>
          <pc:sldMk cId="975240416" sldId="315"/>
        </pc:sldMkLst>
        <pc:spChg chg="mod">
          <ac:chgData name="Tiago Janela" userId="ee1a79fe-c79c-4f34-9602-7f6f2f0482b3" providerId="ADAL" clId="{D59BA079-2D81-42B2-9E2D-198C5F90099E}" dt="2026-05-05T13:35:59.304" v="684" actId="20577"/>
          <ac:spMkLst>
            <pc:docMk/>
            <pc:sldMk cId="975240416" sldId="315"/>
            <ac:spMk id="2" creationId="{870990D0-7AC5-46BA-6FC4-274F8E0A3ABE}"/>
          </ac:spMkLst>
        </pc:spChg>
      </pc:sldChg>
      <pc:sldChg chg="modSp mod ord modShow">
        <pc:chgData name="Tiago Janela" userId="ee1a79fe-c79c-4f34-9602-7f6f2f0482b3" providerId="ADAL" clId="{D59BA079-2D81-42B2-9E2D-198C5F90099E}" dt="2026-05-06T10:32:14.177" v="1735" actId="1076"/>
        <pc:sldMkLst>
          <pc:docMk/>
          <pc:sldMk cId="754724518" sldId="316"/>
        </pc:sldMkLst>
        <pc:picChg chg="mod">
          <ac:chgData name="Tiago Janela" userId="ee1a79fe-c79c-4f34-9602-7f6f2f0482b3" providerId="ADAL" clId="{D59BA079-2D81-42B2-9E2D-198C5F90099E}" dt="2026-05-06T10:32:14.177" v="1735" actId="1076"/>
          <ac:picMkLst>
            <pc:docMk/>
            <pc:sldMk cId="754724518" sldId="316"/>
            <ac:picMk id="4" creationId="{A9172708-06AB-AE7A-4BC0-05B1328EE700}"/>
          </ac:picMkLst>
        </pc:picChg>
      </pc:sldChg>
      <pc:sldChg chg="addSp delSp modSp add mod ord">
        <pc:chgData name="Tiago Janela" userId="ee1a79fe-c79c-4f34-9602-7f6f2f0482b3" providerId="ADAL" clId="{D59BA079-2D81-42B2-9E2D-198C5F90099E}" dt="2026-05-04T09:04:49.743" v="214" actId="12"/>
        <pc:sldMkLst>
          <pc:docMk/>
          <pc:sldMk cId="3302856774" sldId="317"/>
        </pc:sldMkLst>
        <pc:spChg chg="add mod">
          <ac:chgData name="Tiago Janela" userId="ee1a79fe-c79c-4f34-9602-7f6f2f0482b3" providerId="ADAL" clId="{D59BA079-2D81-42B2-9E2D-198C5F90099E}" dt="2026-05-04T09:04:49.743" v="214" actId="12"/>
          <ac:spMkLst>
            <pc:docMk/>
            <pc:sldMk cId="3302856774" sldId="317"/>
            <ac:spMk id="2" creationId="{9803C720-5E38-494F-5EED-73C1A8624CA2}"/>
          </ac:spMkLst>
        </pc:spChg>
        <pc:spChg chg="mod">
          <ac:chgData name="Tiago Janela" userId="ee1a79fe-c79c-4f34-9602-7f6f2f0482b3" providerId="ADAL" clId="{D59BA079-2D81-42B2-9E2D-198C5F90099E}" dt="2026-04-29T14:37:18.277" v="2"/>
          <ac:spMkLst>
            <pc:docMk/>
            <pc:sldMk cId="3302856774" sldId="317"/>
            <ac:spMk id="4" creationId="{29C55CA4-9FFE-F8C7-14D1-7771639D14E4}"/>
          </ac:spMkLst>
        </pc:spChg>
        <pc:spChg chg="add mod">
          <ac:chgData name="Tiago Janela" userId="ee1a79fe-c79c-4f34-9602-7f6f2f0482b3" providerId="ADAL" clId="{D59BA079-2D81-42B2-9E2D-198C5F90099E}" dt="2026-04-29T14:37:30.168" v="3" actId="164"/>
          <ac:spMkLst>
            <pc:docMk/>
            <pc:sldMk cId="3302856774" sldId="317"/>
            <ac:spMk id="7" creationId="{97128B13-4612-273D-93A3-BB4FE0ECD72E}"/>
          </ac:spMkLst>
        </pc:spChg>
        <pc:spChg chg="add mod">
          <ac:chgData name="Tiago Janela" userId="ee1a79fe-c79c-4f34-9602-7f6f2f0482b3" providerId="ADAL" clId="{D59BA079-2D81-42B2-9E2D-198C5F90099E}" dt="2026-04-29T14:39:51.630" v="29" actId="404"/>
          <ac:spMkLst>
            <pc:docMk/>
            <pc:sldMk cId="3302856774" sldId="317"/>
            <ac:spMk id="8" creationId="{BFA4F87D-A515-0617-5B19-E065DFAAA219}"/>
          </ac:spMkLst>
        </pc:spChg>
        <pc:spChg chg="add mod">
          <ac:chgData name="Tiago Janela" userId="ee1a79fe-c79c-4f34-9602-7f6f2f0482b3" providerId="ADAL" clId="{D59BA079-2D81-42B2-9E2D-198C5F90099E}" dt="2026-04-29T14:39:53.918" v="30" actId="404"/>
          <ac:spMkLst>
            <pc:docMk/>
            <pc:sldMk cId="3302856774" sldId="317"/>
            <ac:spMk id="9" creationId="{5B5E5C40-61E5-79E5-C05A-CA9180634650}"/>
          </ac:spMkLst>
        </pc:spChg>
        <pc:spChg chg="add mod">
          <ac:chgData name="Tiago Janela" userId="ee1a79fe-c79c-4f34-9602-7f6f2f0482b3" providerId="ADAL" clId="{D59BA079-2D81-42B2-9E2D-198C5F90099E}" dt="2026-04-29T14:37:30.168" v="3" actId="164"/>
          <ac:spMkLst>
            <pc:docMk/>
            <pc:sldMk cId="3302856774" sldId="317"/>
            <ac:spMk id="10" creationId="{A3301E51-4E33-A5C6-58D1-99F3B3249BC8}"/>
          </ac:spMkLst>
        </pc:spChg>
        <pc:spChg chg="del mod">
          <ac:chgData name="Tiago Janela" userId="ee1a79fe-c79c-4f34-9602-7f6f2f0482b3" providerId="ADAL" clId="{D59BA079-2D81-42B2-9E2D-198C5F90099E}" dt="2026-05-04T09:02:12.901" v="187" actId="478"/>
          <ac:spMkLst>
            <pc:docMk/>
            <pc:sldMk cId="3302856774" sldId="317"/>
            <ac:spMk id="14" creationId="{52C02012-CF9D-7AF4-DB5E-4F719C94B012}"/>
          </ac:spMkLst>
        </pc:spChg>
        <pc:spChg chg="del mod">
          <ac:chgData name="Tiago Janela" userId="ee1a79fe-c79c-4f34-9602-7f6f2f0482b3" providerId="ADAL" clId="{D59BA079-2D81-42B2-9E2D-198C5F90099E}" dt="2026-05-04T09:02:15.685" v="189" actId="478"/>
          <ac:spMkLst>
            <pc:docMk/>
            <pc:sldMk cId="3302856774" sldId="317"/>
            <ac:spMk id="17" creationId="{392DA2FC-B611-0481-11FA-589AFCCD6635}"/>
          </ac:spMkLst>
        </pc:spChg>
        <pc:spChg chg="mod">
          <ac:chgData name="Tiago Janela" userId="ee1a79fe-c79c-4f34-9602-7f6f2f0482b3" providerId="ADAL" clId="{D59BA079-2D81-42B2-9E2D-198C5F90099E}" dt="2026-04-29T14:42:14.331" v="134"/>
          <ac:spMkLst>
            <pc:docMk/>
            <pc:sldMk cId="3302856774" sldId="317"/>
            <ac:spMk id="22" creationId="{9CC3FB47-39F0-5B0D-9FE3-5C302988AB12}"/>
          </ac:spMkLst>
        </pc:spChg>
        <pc:spChg chg="mod">
          <ac:chgData name="Tiago Janela" userId="ee1a79fe-c79c-4f34-9602-7f6f2f0482b3" providerId="ADAL" clId="{D59BA079-2D81-42B2-9E2D-198C5F90099E}" dt="2026-04-29T14:42:14.331" v="134"/>
          <ac:spMkLst>
            <pc:docMk/>
            <pc:sldMk cId="3302856774" sldId="317"/>
            <ac:spMk id="24" creationId="{D4516D0B-2A98-E400-631F-146C1BCBCEC7}"/>
          </ac:spMkLst>
        </pc:spChg>
        <pc:spChg chg="mod">
          <ac:chgData name="Tiago Janela" userId="ee1a79fe-c79c-4f34-9602-7f6f2f0482b3" providerId="ADAL" clId="{D59BA079-2D81-42B2-9E2D-198C5F90099E}" dt="2026-04-29T14:42:14.331" v="134"/>
          <ac:spMkLst>
            <pc:docMk/>
            <pc:sldMk cId="3302856774" sldId="317"/>
            <ac:spMk id="27" creationId="{4BF8A661-D3F9-4D47-9A49-5561FB429D7F}"/>
          </ac:spMkLst>
        </pc:spChg>
        <pc:spChg chg="mod">
          <ac:chgData name="Tiago Janela" userId="ee1a79fe-c79c-4f34-9602-7f6f2f0482b3" providerId="ADAL" clId="{D59BA079-2D81-42B2-9E2D-198C5F90099E}" dt="2026-04-29T14:42:14.331" v="134"/>
          <ac:spMkLst>
            <pc:docMk/>
            <pc:sldMk cId="3302856774" sldId="317"/>
            <ac:spMk id="31" creationId="{44774A09-6C4B-273B-64E1-71CD435882F9}"/>
          </ac:spMkLst>
        </pc:spChg>
        <pc:spChg chg="mod">
          <ac:chgData name="Tiago Janela" userId="ee1a79fe-c79c-4f34-9602-7f6f2f0482b3" providerId="ADAL" clId="{D59BA079-2D81-42B2-9E2D-198C5F90099E}" dt="2026-04-29T14:42:14.331" v="134"/>
          <ac:spMkLst>
            <pc:docMk/>
            <pc:sldMk cId="3302856774" sldId="317"/>
            <ac:spMk id="33" creationId="{6622B3C1-0E2A-C553-0B73-EB0159100FA0}"/>
          </ac:spMkLst>
        </pc:spChg>
        <pc:spChg chg="mod">
          <ac:chgData name="Tiago Janela" userId="ee1a79fe-c79c-4f34-9602-7f6f2f0482b3" providerId="ADAL" clId="{D59BA079-2D81-42B2-9E2D-198C5F90099E}" dt="2026-04-29T14:42:14.331" v="134"/>
          <ac:spMkLst>
            <pc:docMk/>
            <pc:sldMk cId="3302856774" sldId="317"/>
            <ac:spMk id="36" creationId="{CA013FFA-B74D-DDEF-AD08-7B599268011E}"/>
          </ac:spMkLst>
        </pc:spChg>
        <pc:spChg chg="mod">
          <ac:chgData name="Tiago Janela" userId="ee1a79fe-c79c-4f34-9602-7f6f2f0482b3" providerId="ADAL" clId="{D59BA079-2D81-42B2-9E2D-198C5F90099E}" dt="2026-04-29T14:42:14.331" v="134"/>
          <ac:spMkLst>
            <pc:docMk/>
            <pc:sldMk cId="3302856774" sldId="317"/>
            <ac:spMk id="43" creationId="{E3A96CCB-CAB0-24CC-DA7A-8F66AABCC413}"/>
          </ac:spMkLst>
        </pc:spChg>
        <pc:spChg chg="mod">
          <ac:chgData name="Tiago Janela" userId="ee1a79fe-c79c-4f34-9602-7f6f2f0482b3" providerId="ADAL" clId="{D59BA079-2D81-42B2-9E2D-198C5F90099E}" dt="2026-04-29T14:42:14.331" v="134"/>
          <ac:spMkLst>
            <pc:docMk/>
            <pc:sldMk cId="3302856774" sldId="317"/>
            <ac:spMk id="48" creationId="{B76292A3-1097-26F8-291A-E16DB649542F}"/>
          </ac:spMkLst>
        </pc:spChg>
        <pc:spChg chg="mod">
          <ac:chgData name="Tiago Janela" userId="ee1a79fe-c79c-4f34-9602-7f6f2f0482b3" providerId="ADAL" clId="{D59BA079-2D81-42B2-9E2D-198C5F90099E}" dt="2026-04-29T14:42:57.418" v="138"/>
          <ac:spMkLst>
            <pc:docMk/>
            <pc:sldMk cId="3302856774" sldId="317"/>
            <ac:spMk id="52" creationId="{60CA6DF6-6A3C-EB5F-B0C1-931B63D4E833}"/>
          </ac:spMkLst>
        </pc:spChg>
        <pc:spChg chg="mod">
          <ac:chgData name="Tiago Janela" userId="ee1a79fe-c79c-4f34-9602-7f6f2f0482b3" providerId="ADAL" clId="{D59BA079-2D81-42B2-9E2D-198C5F90099E}" dt="2026-04-29T14:42:57.418" v="138"/>
          <ac:spMkLst>
            <pc:docMk/>
            <pc:sldMk cId="3302856774" sldId="317"/>
            <ac:spMk id="54" creationId="{31A4D069-120D-BD5C-8246-2FAD55A8EBC0}"/>
          </ac:spMkLst>
        </pc:spChg>
        <pc:spChg chg="mod">
          <ac:chgData name="Tiago Janela" userId="ee1a79fe-c79c-4f34-9602-7f6f2f0482b3" providerId="ADAL" clId="{D59BA079-2D81-42B2-9E2D-198C5F90099E}" dt="2026-04-29T14:42:57.418" v="138"/>
          <ac:spMkLst>
            <pc:docMk/>
            <pc:sldMk cId="3302856774" sldId="317"/>
            <ac:spMk id="57" creationId="{8A8C5BFC-C55D-6AB2-E369-A8B84D61F6E4}"/>
          </ac:spMkLst>
        </pc:spChg>
        <pc:spChg chg="mod">
          <ac:chgData name="Tiago Janela" userId="ee1a79fe-c79c-4f34-9602-7f6f2f0482b3" providerId="ADAL" clId="{D59BA079-2D81-42B2-9E2D-198C5F90099E}" dt="2026-04-29T14:42:57.418" v="138"/>
          <ac:spMkLst>
            <pc:docMk/>
            <pc:sldMk cId="3302856774" sldId="317"/>
            <ac:spMk id="61" creationId="{98352965-0265-CA6D-C6A6-29212BEA4C15}"/>
          </ac:spMkLst>
        </pc:spChg>
        <pc:spChg chg="mod">
          <ac:chgData name="Tiago Janela" userId="ee1a79fe-c79c-4f34-9602-7f6f2f0482b3" providerId="ADAL" clId="{D59BA079-2D81-42B2-9E2D-198C5F90099E}" dt="2026-04-29T14:42:57.418" v="138"/>
          <ac:spMkLst>
            <pc:docMk/>
            <pc:sldMk cId="3302856774" sldId="317"/>
            <ac:spMk id="63" creationId="{A392F33B-6C93-58AE-6C45-5B25938C50D8}"/>
          </ac:spMkLst>
        </pc:spChg>
        <pc:spChg chg="mod">
          <ac:chgData name="Tiago Janela" userId="ee1a79fe-c79c-4f34-9602-7f6f2f0482b3" providerId="ADAL" clId="{D59BA079-2D81-42B2-9E2D-198C5F90099E}" dt="2026-04-29T14:42:57.418" v="138"/>
          <ac:spMkLst>
            <pc:docMk/>
            <pc:sldMk cId="3302856774" sldId="317"/>
            <ac:spMk id="130" creationId="{A9AE43EA-80B3-40AE-568E-1635AA6D6A0C}"/>
          </ac:spMkLst>
        </pc:spChg>
        <pc:spChg chg="mod">
          <ac:chgData name="Tiago Janela" userId="ee1a79fe-c79c-4f34-9602-7f6f2f0482b3" providerId="ADAL" clId="{D59BA079-2D81-42B2-9E2D-198C5F90099E}" dt="2026-04-29T14:42:57.418" v="138"/>
          <ac:spMkLst>
            <pc:docMk/>
            <pc:sldMk cId="3302856774" sldId="317"/>
            <ac:spMk id="137" creationId="{697EABE1-46D8-0746-E245-58B587C3A93C}"/>
          </ac:spMkLst>
        </pc:spChg>
        <pc:spChg chg="mod">
          <ac:chgData name="Tiago Janela" userId="ee1a79fe-c79c-4f34-9602-7f6f2f0482b3" providerId="ADAL" clId="{D59BA079-2D81-42B2-9E2D-198C5F90099E}" dt="2026-04-29T14:42:57.418" v="138"/>
          <ac:spMkLst>
            <pc:docMk/>
            <pc:sldMk cId="3302856774" sldId="317"/>
            <ac:spMk id="142" creationId="{B652AC61-841B-D06B-43EB-A02027AE39AC}"/>
          </ac:spMkLst>
        </pc:spChg>
        <pc:grpChg chg="add mod">
          <ac:chgData name="Tiago Janela" userId="ee1a79fe-c79c-4f34-9602-7f6f2f0482b3" providerId="ADAL" clId="{D59BA079-2D81-42B2-9E2D-198C5F90099E}" dt="2026-04-29T14:37:30.168" v="3" actId="164"/>
          <ac:grpSpMkLst>
            <pc:docMk/>
            <pc:sldMk cId="3302856774" sldId="317"/>
            <ac:grpSpMk id="3" creationId="{98A01790-818B-0A8F-30E5-1112281C9B36}"/>
          </ac:grpSpMkLst>
        </pc:grpChg>
        <pc:grpChg chg="add del mod">
          <ac:chgData name="Tiago Janela" userId="ee1a79fe-c79c-4f34-9602-7f6f2f0482b3" providerId="ADAL" clId="{D59BA079-2D81-42B2-9E2D-198C5F90099E}" dt="2026-05-04T09:02:12.901" v="187" actId="478"/>
          <ac:grpSpMkLst>
            <pc:docMk/>
            <pc:sldMk cId="3302856774" sldId="317"/>
            <ac:grpSpMk id="11" creationId="{40F85673-9AEE-ADD3-DCC6-1FAEC5F6565D}"/>
          </ac:grpSpMkLst>
        </pc:grpChg>
        <pc:grpChg chg="add del mod">
          <ac:chgData name="Tiago Janela" userId="ee1a79fe-c79c-4f34-9602-7f6f2f0482b3" providerId="ADAL" clId="{D59BA079-2D81-42B2-9E2D-198C5F90099E}" dt="2026-05-04T09:02:15.685" v="189" actId="478"/>
          <ac:grpSpMkLst>
            <pc:docMk/>
            <pc:sldMk cId="3302856774" sldId="317"/>
            <ac:grpSpMk id="15" creationId="{2413F157-B8CA-D703-62EE-D4B833AB7125}"/>
          </ac:grpSpMkLst>
        </pc:grpChg>
        <pc:grpChg chg="add del mod">
          <ac:chgData name="Tiago Janela" userId="ee1a79fe-c79c-4f34-9602-7f6f2f0482b3" providerId="ADAL" clId="{D59BA079-2D81-42B2-9E2D-198C5F90099E}" dt="2026-04-29T14:43:11.891" v="143" actId="1036"/>
          <ac:grpSpMkLst>
            <pc:docMk/>
            <pc:sldMk cId="3302856774" sldId="317"/>
            <ac:grpSpMk id="20" creationId="{81A65B80-1110-F1AF-A893-8B82ECA10662}"/>
          </ac:grpSpMkLst>
        </pc:grpChg>
        <pc:grpChg chg="add del mod">
          <ac:chgData name="Tiago Janela" userId="ee1a79fe-c79c-4f34-9602-7f6f2f0482b3" providerId="ADAL" clId="{D59BA079-2D81-42B2-9E2D-198C5F90099E}" dt="2026-04-29T14:42:50.916" v="137" actId="478"/>
          <ac:grpSpMkLst>
            <pc:docMk/>
            <pc:sldMk cId="3302856774" sldId="317"/>
            <ac:grpSpMk id="21" creationId="{E76901E6-0AA2-A336-7D24-0C02B1DF5BE9}"/>
          </ac:grpSpMkLst>
        </pc:grpChg>
        <pc:grpChg chg="mod">
          <ac:chgData name="Tiago Janela" userId="ee1a79fe-c79c-4f34-9602-7f6f2f0482b3" providerId="ADAL" clId="{D59BA079-2D81-42B2-9E2D-198C5F90099E}" dt="2026-04-29T14:42:14.331" v="134"/>
          <ac:grpSpMkLst>
            <pc:docMk/>
            <pc:sldMk cId="3302856774" sldId="317"/>
            <ac:grpSpMk id="23" creationId="{9B222EA0-2467-6E91-A486-2373D1C9EE47}"/>
          </ac:grpSpMkLst>
        </pc:grpChg>
        <pc:grpChg chg="mod">
          <ac:chgData name="Tiago Janela" userId="ee1a79fe-c79c-4f34-9602-7f6f2f0482b3" providerId="ADAL" clId="{D59BA079-2D81-42B2-9E2D-198C5F90099E}" dt="2026-04-29T14:42:14.331" v="134"/>
          <ac:grpSpMkLst>
            <pc:docMk/>
            <pc:sldMk cId="3302856774" sldId="317"/>
            <ac:grpSpMk id="25" creationId="{4E9843BD-4512-2977-7CCC-61E40C412881}"/>
          </ac:grpSpMkLst>
        </pc:grpChg>
        <pc:grpChg chg="mod">
          <ac:chgData name="Tiago Janela" userId="ee1a79fe-c79c-4f34-9602-7f6f2f0482b3" providerId="ADAL" clId="{D59BA079-2D81-42B2-9E2D-198C5F90099E}" dt="2026-04-29T14:42:14.331" v="134"/>
          <ac:grpSpMkLst>
            <pc:docMk/>
            <pc:sldMk cId="3302856774" sldId="317"/>
            <ac:grpSpMk id="26" creationId="{BFAB994F-6FC4-00CE-F521-A4E3AD19D1B9}"/>
          </ac:grpSpMkLst>
        </pc:grpChg>
        <pc:grpChg chg="mod">
          <ac:chgData name="Tiago Janela" userId="ee1a79fe-c79c-4f34-9602-7f6f2f0482b3" providerId="ADAL" clId="{D59BA079-2D81-42B2-9E2D-198C5F90099E}" dt="2026-04-29T14:42:14.331" v="134"/>
          <ac:grpSpMkLst>
            <pc:docMk/>
            <pc:sldMk cId="3302856774" sldId="317"/>
            <ac:grpSpMk id="28" creationId="{6F0DCE0A-5641-FEB6-7594-1E91F7584750}"/>
          </ac:grpSpMkLst>
        </pc:grpChg>
        <pc:grpChg chg="mod">
          <ac:chgData name="Tiago Janela" userId="ee1a79fe-c79c-4f34-9602-7f6f2f0482b3" providerId="ADAL" clId="{D59BA079-2D81-42B2-9E2D-198C5F90099E}" dt="2026-04-29T14:42:14.331" v="134"/>
          <ac:grpSpMkLst>
            <pc:docMk/>
            <pc:sldMk cId="3302856774" sldId="317"/>
            <ac:grpSpMk id="29" creationId="{42387771-3D9F-24D8-0222-869AAC4FE230}"/>
          </ac:grpSpMkLst>
        </pc:grpChg>
        <pc:grpChg chg="mod">
          <ac:chgData name="Tiago Janela" userId="ee1a79fe-c79c-4f34-9602-7f6f2f0482b3" providerId="ADAL" clId="{D59BA079-2D81-42B2-9E2D-198C5F90099E}" dt="2026-04-29T14:42:14.331" v="134"/>
          <ac:grpSpMkLst>
            <pc:docMk/>
            <pc:sldMk cId="3302856774" sldId="317"/>
            <ac:grpSpMk id="34" creationId="{94A6386A-36AC-6D99-1B1A-D7A1B571D9E0}"/>
          </ac:grpSpMkLst>
        </pc:grpChg>
        <pc:grpChg chg="mod">
          <ac:chgData name="Tiago Janela" userId="ee1a79fe-c79c-4f34-9602-7f6f2f0482b3" providerId="ADAL" clId="{D59BA079-2D81-42B2-9E2D-198C5F90099E}" dt="2026-04-29T14:42:14.331" v="134"/>
          <ac:grpSpMkLst>
            <pc:docMk/>
            <pc:sldMk cId="3302856774" sldId="317"/>
            <ac:grpSpMk id="35" creationId="{B02AC1A3-27E6-6ABA-6C7B-50AC760E849C}"/>
          </ac:grpSpMkLst>
        </pc:grpChg>
        <pc:grpChg chg="mod">
          <ac:chgData name="Tiago Janela" userId="ee1a79fe-c79c-4f34-9602-7f6f2f0482b3" providerId="ADAL" clId="{D59BA079-2D81-42B2-9E2D-198C5F90099E}" dt="2026-04-29T14:42:14.331" v="134"/>
          <ac:grpSpMkLst>
            <pc:docMk/>
            <pc:sldMk cId="3302856774" sldId="317"/>
            <ac:grpSpMk id="41" creationId="{4E5A09CE-1CD6-D186-4A4D-58DA99ED176A}"/>
          </ac:grpSpMkLst>
        </pc:grpChg>
        <pc:grpChg chg="mod">
          <ac:chgData name="Tiago Janela" userId="ee1a79fe-c79c-4f34-9602-7f6f2f0482b3" providerId="ADAL" clId="{D59BA079-2D81-42B2-9E2D-198C5F90099E}" dt="2026-04-29T14:42:14.331" v="134"/>
          <ac:grpSpMkLst>
            <pc:docMk/>
            <pc:sldMk cId="3302856774" sldId="317"/>
            <ac:grpSpMk id="42" creationId="{F6CF8A19-29FE-85EA-6A0F-F0F0F244A9C3}"/>
          </ac:grpSpMkLst>
        </pc:grpChg>
        <pc:grpChg chg="add del mod">
          <ac:chgData name="Tiago Janela" userId="ee1a79fe-c79c-4f34-9602-7f6f2f0482b3" providerId="ADAL" clId="{D59BA079-2D81-42B2-9E2D-198C5F90099E}" dt="2026-04-29T14:43:00.950" v="139" actId="478"/>
          <ac:grpSpMkLst>
            <pc:docMk/>
            <pc:sldMk cId="3302856774" sldId="317"/>
            <ac:grpSpMk id="51" creationId="{42BD465A-122F-A8EC-9337-FEB1792B1BDF}"/>
          </ac:grpSpMkLst>
        </pc:grpChg>
        <pc:grpChg chg="mod">
          <ac:chgData name="Tiago Janela" userId="ee1a79fe-c79c-4f34-9602-7f6f2f0482b3" providerId="ADAL" clId="{D59BA079-2D81-42B2-9E2D-198C5F90099E}" dt="2026-04-29T14:42:57.418" v="138"/>
          <ac:grpSpMkLst>
            <pc:docMk/>
            <pc:sldMk cId="3302856774" sldId="317"/>
            <ac:grpSpMk id="53" creationId="{10DFA937-B03E-C395-932B-6931E43FAB28}"/>
          </ac:grpSpMkLst>
        </pc:grpChg>
        <pc:grpChg chg="mod">
          <ac:chgData name="Tiago Janela" userId="ee1a79fe-c79c-4f34-9602-7f6f2f0482b3" providerId="ADAL" clId="{D59BA079-2D81-42B2-9E2D-198C5F90099E}" dt="2026-04-29T14:42:57.418" v="138"/>
          <ac:grpSpMkLst>
            <pc:docMk/>
            <pc:sldMk cId="3302856774" sldId="317"/>
            <ac:grpSpMk id="55" creationId="{FBE245D5-B6B9-DC0C-CE09-9437236832FC}"/>
          </ac:grpSpMkLst>
        </pc:grpChg>
        <pc:grpChg chg="mod">
          <ac:chgData name="Tiago Janela" userId="ee1a79fe-c79c-4f34-9602-7f6f2f0482b3" providerId="ADAL" clId="{D59BA079-2D81-42B2-9E2D-198C5F90099E}" dt="2026-04-29T14:42:57.418" v="138"/>
          <ac:grpSpMkLst>
            <pc:docMk/>
            <pc:sldMk cId="3302856774" sldId="317"/>
            <ac:grpSpMk id="56" creationId="{5FEF2E16-74B4-316E-97A0-D3C78613EF1C}"/>
          </ac:grpSpMkLst>
        </pc:grpChg>
        <pc:grpChg chg="mod">
          <ac:chgData name="Tiago Janela" userId="ee1a79fe-c79c-4f34-9602-7f6f2f0482b3" providerId="ADAL" clId="{D59BA079-2D81-42B2-9E2D-198C5F90099E}" dt="2026-04-29T14:42:57.418" v="138"/>
          <ac:grpSpMkLst>
            <pc:docMk/>
            <pc:sldMk cId="3302856774" sldId="317"/>
            <ac:grpSpMk id="58" creationId="{AC6EF26A-1536-DB79-1625-187EA1E91A86}"/>
          </ac:grpSpMkLst>
        </pc:grpChg>
        <pc:grpChg chg="mod">
          <ac:chgData name="Tiago Janela" userId="ee1a79fe-c79c-4f34-9602-7f6f2f0482b3" providerId="ADAL" clId="{D59BA079-2D81-42B2-9E2D-198C5F90099E}" dt="2026-04-29T14:42:57.418" v="138"/>
          <ac:grpSpMkLst>
            <pc:docMk/>
            <pc:sldMk cId="3302856774" sldId="317"/>
            <ac:grpSpMk id="59" creationId="{CD6CFF60-9C4D-BE66-9802-569670A8A8B5}"/>
          </ac:grpSpMkLst>
        </pc:grpChg>
        <pc:grpChg chg="mod">
          <ac:chgData name="Tiago Janela" userId="ee1a79fe-c79c-4f34-9602-7f6f2f0482b3" providerId="ADAL" clId="{D59BA079-2D81-42B2-9E2D-198C5F90099E}" dt="2026-04-29T14:42:57.418" v="138"/>
          <ac:grpSpMkLst>
            <pc:docMk/>
            <pc:sldMk cId="3302856774" sldId="317"/>
            <ac:grpSpMk id="128" creationId="{5023F48A-74A8-8B3A-7CDE-822D6AF916AB}"/>
          </ac:grpSpMkLst>
        </pc:grpChg>
        <pc:grpChg chg="mod">
          <ac:chgData name="Tiago Janela" userId="ee1a79fe-c79c-4f34-9602-7f6f2f0482b3" providerId="ADAL" clId="{D59BA079-2D81-42B2-9E2D-198C5F90099E}" dt="2026-04-29T14:42:57.418" v="138"/>
          <ac:grpSpMkLst>
            <pc:docMk/>
            <pc:sldMk cId="3302856774" sldId="317"/>
            <ac:grpSpMk id="129" creationId="{6AE9F94F-0134-8D3E-564D-AF13DD06A9AA}"/>
          </ac:grpSpMkLst>
        </pc:grpChg>
        <pc:grpChg chg="mod">
          <ac:chgData name="Tiago Janela" userId="ee1a79fe-c79c-4f34-9602-7f6f2f0482b3" providerId="ADAL" clId="{D59BA079-2D81-42B2-9E2D-198C5F90099E}" dt="2026-04-29T14:42:57.418" v="138"/>
          <ac:grpSpMkLst>
            <pc:docMk/>
            <pc:sldMk cId="3302856774" sldId="317"/>
            <ac:grpSpMk id="135" creationId="{22DF0F80-4E5A-4C07-C819-A9FF2DA9A356}"/>
          </ac:grpSpMkLst>
        </pc:grpChg>
        <pc:grpChg chg="mod">
          <ac:chgData name="Tiago Janela" userId="ee1a79fe-c79c-4f34-9602-7f6f2f0482b3" providerId="ADAL" clId="{D59BA079-2D81-42B2-9E2D-198C5F90099E}" dt="2026-04-29T14:42:57.418" v="138"/>
          <ac:grpSpMkLst>
            <pc:docMk/>
            <pc:sldMk cId="3302856774" sldId="317"/>
            <ac:grpSpMk id="136" creationId="{25D4461D-AC2D-43D9-AA69-D94B5AEEFAF2}"/>
          </ac:grpSpMkLst>
        </pc:grpChg>
        <pc:picChg chg="mod">
          <ac:chgData name="Tiago Janela" userId="ee1a79fe-c79c-4f34-9602-7f6f2f0482b3" providerId="ADAL" clId="{D59BA079-2D81-42B2-9E2D-198C5F90099E}" dt="2026-04-29T14:37:18.277" v="2"/>
          <ac:picMkLst>
            <pc:docMk/>
            <pc:sldMk cId="3302856774" sldId="317"/>
            <ac:picMk id="5" creationId="{BC3098E3-543E-39F7-8A4E-3EA3BD9DACFE}"/>
          </ac:picMkLst>
        </pc:picChg>
        <pc:picChg chg="mod">
          <ac:chgData name="Tiago Janela" userId="ee1a79fe-c79c-4f34-9602-7f6f2f0482b3" providerId="ADAL" clId="{D59BA079-2D81-42B2-9E2D-198C5F90099E}" dt="2026-04-29T14:37:18.277" v="2"/>
          <ac:picMkLst>
            <pc:docMk/>
            <pc:sldMk cId="3302856774" sldId="317"/>
            <ac:picMk id="6" creationId="{A6C08A7B-D7B2-8D7E-7551-DA70599DDC7E}"/>
          </ac:picMkLst>
        </pc:picChg>
        <pc:picChg chg="del">
          <ac:chgData name="Tiago Janela" userId="ee1a79fe-c79c-4f34-9602-7f6f2f0482b3" providerId="ADAL" clId="{D59BA079-2D81-42B2-9E2D-198C5F90099E}" dt="2026-04-29T14:37:06.137" v="1" actId="478"/>
          <ac:picMkLst>
            <pc:docMk/>
            <pc:sldMk cId="3302856774" sldId="317"/>
            <ac:picMk id="12" creationId="{E40230FB-91FB-0DC9-7BD8-1BE8E2E79A66}"/>
          </ac:picMkLst>
        </pc:picChg>
        <pc:picChg chg="add mod">
          <ac:chgData name="Tiago Janela" userId="ee1a79fe-c79c-4f34-9602-7f6f2f0482b3" providerId="ADAL" clId="{D59BA079-2D81-42B2-9E2D-198C5F90099E}" dt="2026-04-29T14:37:30.168" v="3" actId="164"/>
          <ac:picMkLst>
            <pc:docMk/>
            <pc:sldMk cId="3302856774" sldId="317"/>
            <ac:picMk id="18" creationId="{B00FBE90-B9A0-71D7-78B9-0470979D39BB}"/>
          </ac:picMkLst>
        </pc:picChg>
        <pc:picChg chg="add mod">
          <ac:chgData name="Tiago Janela" userId="ee1a79fe-c79c-4f34-9602-7f6f2f0482b3" providerId="ADAL" clId="{D59BA079-2D81-42B2-9E2D-198C5F90099E}" dt="2026-04-29T14:37:30.168" v="3" actId="164"/>
          <ac:picMkLst>
            <pc:docMk/>
            <pc:sldMk cId="3302856774" sldId="317"/>
            <ac:picMk id="19" creationId="{8503AC68-78EB-31F3-DB36-6A64117ACE03}"/>
          </ac:picMkLst>
        </pc:picChg>
        <pc:picChg chg="mod">
          <ac:chgData name="Tiago Janela" userId="ee1a79fe-c79c-4f34-9602-7f6f2f0482b3" providerId="ADAL" clId="{D59BA079-2D81-42B2-9E2D-198C5F90099E}" dt="2026-04-29T14:42:14.331" v="134"/>
          <ac:picMkLst>
            <pc:docMk/>
            <pc:sldMk cId="3302856774" sldId="317"/>
            <ac:picMk id="37" creationId="{5A062627-B1F3-C462-7ADA-A705ABE7B6C9}"/>
          </ac:picMkLst>
        </pc:picChg>
        <pc:picChg chg="mod">
          <ac:chgData name="Tiago Janela" userId="ee1a79fe-c79c-4f34-9602-7f6f2f0482b3" providerId="ADAL" clId="{D59BA079-2D81-42B2-9E2D-198C5F90099E}" dt="2026-04-29T14:42:14.331" v="134"/>
          <ac:picMkLst>
            <pc:docMk/>
            <pc:sldMk cId="3302856774" sldId="317"/>
            <ac:picMk id="38" creationId="{79353257-7DC2-5C9B-EEB8-21904C964F3C}"/>
          </ac:picMkLst>
        </pc:picChg>
        <pc:picChg chg="mod">
          <ac:chgData name="Tiago Janela" userId="ee1a79fe-c79c-4f34-9602-7f6f2f0482b3" providerId="ADAL" clId="{D59BA079-2D81-42B2-9E2D-198C5F90099E}" dt="2026-04-29T14:42:14.331" v="134"/>
          <ac:picMkLst>
            <pc:docMk/>
            <pc:sldMk cId="3302856774" sldId="317"/>
            <ac:picMk id="39" creationId="{48AFFD95-0148-C55F-10A4-AD2331630B8C}"/>
          </ac:picMkLst>
        </pc:picChg>
        <pc:picChg chg="mod">
          <ac:chgData name="Tiago Janela" userId="ee1a79fe-c79c-4f34-9602-7f6f2f0482b3" providerId="ADAL" clId="{D59BA079-2D81-42B2-9E2D-198C5F90099E}" dt="2026-04-29T14:42:14.331" v="134"/>
          <ac:picMkLst>
            <pc:docMk/>
            <pc:sldMk cId="3302856774" sldId="317"/>
            <ac:picMk id="40" creationId="{05AC4806-6F86-A8B2-2E15-0EBAAD3ABE7B}"/>
          </ac:picMkLst>
        </pc:picChg>
        <pc:picChg chg="mod">
          <ac:chgData name="Tiago Janela" userId="ee1a79fe-c79c-4f34-9602-7f6f2f0482b3" providerId="ADAL" clId="{D59BA079-2D81-42B2-9E2D-198C5F90099E}" dt="2026-04-29T14:42:14.331" v="134"/>
          <ac:picMkLst>
            <pc:docMk/>
            <pc:sldMk cId="3302856774" sldId="317"/>
            <ac:picMk id="44" creationId="{729D28AB-18FE-2B67-0111-A7DB7B32B9CD}"/>
          </ac:picMkLst>
        </pc:picChg>
        <pc:picChg chg="mod">
          <ac:chgData name="Tiago Janela" userId="ee1a79fe-c79c-4f34-9602-7f6f2f0482b3" providerId="ADAL" clId="{D59BA079-2D81-42B2-9E2D-198C5F90099E}" dt="2026-04-29T14:42:14.331" v="134"/>
          <ac:picMkLst>
            <pc:docMk/>
            <pc:sldMk cId="3302856774" sldId="317"/>
            <ac:picMk id="45" creationId="{E10A6266-FE52-CC59-8FB1-FB3B6C6390E2}"/>
          </ac:picMkLst>
        </pc:picChg>
        <pc:picChg chg="mod">
          <ac:chgData name="Tiago Janela" userId="ee1a79fe-c79c-4f34-9602-7f6f2f0482b3" providerId="ADAL" clId="{D59BA079-2D81-42B2-9E2D-198C5F90099E}" dt="2026-04-29T14:42:14.331" v="134"/>
          <ac:picMkLst>
            <pc:docMk/>
            <pc:sldMk cId="3302856774" sldId="317"/>
            <ac:picMk id="46" creationId="{EE09EFDC-BBB3-FF5C-1B89-E9BE7CD3FD74}"/>
          </ac:picMkLst>
        </pc:picChg>
        <pc:picChg chg="mod">
          <ac:chgData name="Tiago Janela" userId="ee1a79fe-c79c-4f34-9602-7f6f2f0482b3" providerId="ADAL" clId="{D59BA079-2D81-42B2-9E2D-198C5F90099E}" dt="2026-04-29T14:42:14.331" v="134"/>
          <ac:picMkLst>
            <pc:docMk/>
            <pc:sldMk cId="3302856774" sldId="317"/>
            <ac:picMk id="47" creationId="{40CEBF56-5969-CEB0-9ABA-D55A18510E41}"/>
          </ac:picMkLst>
        </pc:picChg>
        <pc:picChg chg="mod">
          <ac:chgData name="Tiago Janela" userId="ee1a79fe-c79c-4f34-9602-7f6f2f0482b3" providerId="ADAL" clId="{D59BA079-2D81-42B2-9E2D-198C5F90099E}" dt="2026-04-29T14:42:14.331" v="134"/>
          <ac:picMkLst>
            <pc:docMk/>
            <pc:sldMk cId="3302856774" sldId="317"/>
            <ac:picMk id="49" creationId="{ACE533E9-FD22-5418-4406-30971C1189F3}"/>
          </ac:picMkLst>
        </pc:picChg>
        <pc:picChg chg="mod">
          <ac:chgData name="Tiago Janela" userId="ee1a79fe-c79c-4f34-9602-7f6f2f0482b3" providerId="ADAL" clId="{D59BA079-2D81-42B2-9E2D-198C5F90099E}" dt="2026-04-29T14:42:14.331" v="134"/>
          <ac:picMkLst>
            <pc:docMk/>
            <pc:sldMk cId="3302856774" sldId="317"/>
            <ac:picMk id="50" creationId="{86A59E1C-C71E-1F73-DFE8-35344EDC0E18}"/>
          </ac:picMkLst>
        </pc:picChg>
        <pc:picChg chg="mod">
          <ac:chgData name="Tiago Janela" userId="ee1a79fe-c79c-4f34-9602-7f6f2f0482b3" providerId="ADAL" clId="{D59BA079-2D81-42B2-9E2D-198C5F90099E}" dt="2026-04-29T14:42:57.418" v="138"/>
          <ac:picMkLst>
            <pc:docMk/>
            <pc:sldMk cId="3302856774" sldId="317"/>
            <ac:picMk id="131" creationId="{548E2493-2B00-8053-2961-3DB8BF281F8A}"/>
          </ac:picMkLst>
        </pc:picChg>
        <pc:picChg chg="mod">
          <ac:chgData name="Tiago Janela" userId="ee1a79fe-c79c-4f34-9602-7f6f2f0482b3" providerId="ADAL" clId="{D59BA079-2D81-42B2-9E2D-198C5F90099E}" dt="2026-04-29T14:42:57.418" v="138"/>
          <ac:picMkLst>
            <pc:docMk/>
            <pc:sldMk cId="3302856774" sldId="317"/>
            <ac:picMk id="132" creationId="{352C41BE-E6C8-EE00-56D8-58664D1003C9}"/>
          </ac:picMkLst>
        </pc:picChg>
        <pc:picChg chg="mod">
          <ac:chgData name="Tiago Janela" userId="ee1a79fe-c79c-4f34-9602-7f6f2f0482b3" providerId="ADAL" clId="{D59BA079-2D81-42B2-9E2D-198C5F90099E}" dt="2026-04-29T14:42:57.418" v="138"/>
          <ac:picMkLst>
            <pc:docMk/>
            <pc:sldMk cId="3302856774" sldId="317"/>
            <ac:picMk id="133" creationId="{26C4696E-7AE5-1D45-A539-5FB36DB93C67}"/>
          </ac:picMkLst>
        </pc:picChg>
        <pc:picChg chg="mod">
          <ac:chgData name="Tiago Janela" userId="ee1a79fe-c79c-4f34-9602-7f6f2f0482b3" providerId="ADAL" clId="{D59BA079-2D81-42B2-9E2D-198C5F90099E}" dt="2026-04-29T14:42:57.418" v="138"/>
          <ac:picMkLst>
            <pc:docMk/>
            <pc:sldMk cId="3302856774" sldId="317"/>
            <ac:picMk id="134" creationId="{B79D68F7-04EA-0BE9-53D3-FBE7BB88272D}"/>
          </ac:picMkLst>
        </pc:picChg>
        <pc:picChg chg="mod">
          <ac:chgData name="Tiago Janela" userId="ee1a79fe-c79c-4f34-9602-7f6f2f0482b3" providerId="ADAL" clId="{D59BA079-2D81-42B2-9E2D-198C5F90099E}" dt="2026-04-29T14:42:57.418" v="138"/>
          <ac:picMkLst>
            <pc:docMk/>
            <pc:sldMk cId="3302856774" sldId="317"/>
            <ac:picMk id="138" creationId="{15E7A7FC-F84F-3F84-7B69-556CB5BB8D4A}"/>
          </ac:picMkLst>
        </pc:picChg>
        <pc:picChg chg="mod">
          <ac:chgData name="Tiago Janela" userId="ee1a79fe-c79c-4f34-9602-7f6f2f0482b3" providerId="ADAL" clId="{D59BA079-2D81-42B2-9E2D-198C5F90099E}" dt="2026-04-29T14:42:57.418" v="138"/>
          <ac:picMkLst>
            <pc:docMk/>
            <pc:sldMk cId="3302856774" sldId="317"/>
            <ac:picMk id="139" creationId="{4577094C-3548-3D19-8E9B-03EE616373EE}"/>
          </ac:picMkLst>
        </pc:picChg>
        <pc:picChg chg="mod">
          <ac:chgData name="Tiago Janela" userId="ee1a79fe-c79c-4f34-9602-7f6f2f0482b3" providerId="ADAL" clId="{D59BA079-2D81-42B2-9E2D-198C5F90099E}" dt="2026-04-29T14:42:57.418" v="138"/>
          <ac:picMkLst>
            <pc:docMk/>
            <pc:sldMk cId="3302856774" sldId="317"/>
            <ac:picMk id="140" creationId="{69AF3AF4-DF25-CD3C-EE20-C34C06D80285}"/>
          </ac:picMkLst>
        </pc:picChg>
        <pc:picChg chg="mod">
          <ac:chgData name="Tiago Janela" userId="ee1a79fe-c79c-4f34-9602-7f6f2f0482b3" providerId="ADAL" clId="{D59BA079-2D81-42B2-9E2D-198C5F90099E}" dt="2026-04-29T14:42:57.418" v="138"/>
          <ac:picMkLst>
            <pc:docMk/>
            <pc:sldMk cId="3302856774" sldId="317"/>
            <ac:picMk id="141" creationId="{984FA4EB-2B6B-71D9-0BCE-6CE238247E34}"/>
          </ac:picMkLst>
        </pc:picChg>
        <pc:picChg chg="mod">
          <ac:chgData name="Tiago Janela" userId="ee1a79fe-c79c-4f34-9602-7f6f2f0482b3" providerId="ADAL" clId="{D59BA079-2D81-42B2-9E2D-198C5F90099E}" dt="2026-04-29T14:42:57.418" v="138"/>
          <ac:picMkLst>
            <pc:docMk/>
            <pc:sldMk cId="3302856774" sldId="317"/>
            <ac:picMk id="143" creationId="{5B2AAD25-27B9-BD60-6444-A51217E4BE2C}"/>
          </ac:picMkLst>
        </pc:picChg>
        <pc:picChg chg="mod">
          <ac:chgData name="Tiago Janela" userId="ee1a79fe-c79c-4f34-9602-7f6f2f0482b3" providerId="ADAL" clId="{D59BA079-2D81-42B2-9E2D-198C5F90099E}" dt="2026-04-29T14:42:57.418" v="138"/>
          <ac:picMkLst>
            <pc:docMk/>
            <pc:sldMk cId="3302856774" sldId="317"/>
            <ac:picMk id="144" creationId="{57D8D600-D195-B782-38BF-874E9B51B19C}"/>
          </ac:picMkLst>
        </pc:picChg>
        <pc:cxnChg chg="del mod">
          <ac:chgData name="Tiago Janela" userId="ee1a79fe-c79c-4f34-9602-7f6f2f0482b3" providerId="ADAL" clId="{D59BA079-2D81-42B2-9E2D-198C5F90099E}" dt="2026-05-04T09:02:14.421" v="188" actId="478"/>
          <ac:cxnSpMkLst>
            <pc:docMk/>
            <pc:sldMk cId="3302856774" sldId="317"/>
            <ac:cxnSpMk id="13" creationId="{D7F471AB-B13A-E0F6-8895-3D2EF3A9C1DF}"/>
          </ac:cxnSpMkLst>
        </pc:cxnChg>
        <pc:cxnChg chg="del mod">
          <ac:chgData name="Tiago Janela" userId="ee1a79fe-c79c-4f34-9602-7f6f2f0482b3" providerId="ADAL" clId="{D59BA079-2D81-42B2-9E2D-198C5F90099E}" dt="2026-05-04T09:02:17.005" v="190" actId="478"/>
          <ac:cxnSpMkLst>
            <pc:docMk/>
            <pc:sldMk cId="3302856774" sldId="317"/>
            <ac:cxnSpMk id="16" creationId="{E191783D-2D08-3AAC-2FF0-E2EC291F5384}"/>
          </ac:cxnSpMkLst>
        </pc:cxnChg>
        <pc:cxnChg chg="mod">
          <ac:chgData name="Tiago Janela" userId="ee1a79fe-c79c-4f34-9602-7f6f2f0482b3" providerId="ADAL" clId="{D59BA079-2D81-42B2-9E2D-198C5F90099E}" dt="2026-04-29T14:42:14.331" v="134"/>
          <ac:cxnSpMkLst>
            <pc:docMk/>
            <pc:sldMk cId="3302856774" sldId="317"/>
            <ac:cxnSpMk id="30" creationId="{65D80343-978C-867C-3E50-EB8FF1F7E265}"/>
          </ac:cxnSpMkLst>
        </pc:cxnChg>
        <pc:cxnChg chg="mod">
          <ac:chgData name="Tiago Janela" userId="ee1a79fe-c79c-4f34-9602-7f6f2f0482b3" providerId="ADAL" clId="{D59BA079-2D81-42B2-9E2D-198C5F90099E}" dt="2026-04-29T14:42:14.331" v="134"/>
          <ac:cxnSpMkLst>
            <pc:docMk/>
            <pc:sldMk cId="3302856774" sldId="317"/>
            <ac:cxnSpMk id="32" creationId="{F6765A01-FE27-3553-571D-FB9EE495DE11}"/>
          </ac:cxnSpMkLst>
        </pc:cxnChg>
        <pc:cxnChg chg="mod">
          <ac:chgData name="Tiago Janela" userId="ee1a79fe-c79c-4f34-9602-7f6f2f0482b3" providerId="ADAL" clId="{D59BA079-2D81-42B2-9E2D-198C5F90099E}" dt="2026-04-29T14:42:57.418" v="138"/>
          <ac:cxnSpMkLst>
            <pc:docMk/>
            <pc:sldMk cId="3302856774" sldId="317"/>
            <ac:cxnSpMk id="60" creationId="{28C09AA9-08C7-6E67-BCF9-29634E3479EE}"/>
          </ac:cxnSpMkLst>
        </pc:cxnChg>
        <pc:cxnChg chg="mod">
          <ac:chgData name="Tiago Janela" userId="ee1a79fe-c79c-4f34-9602-7f6f2f0482b3" providerId="ADAL" clId="{D59BA079-2D81-42B2-9E2D-198C5F90099E}" dt="2026-04-29T14:42:57.418" v="138"/>
          <ac:cxnSpMkLst>
            <pc:docMk/>
            <pc:sldMk cId="3302856774" sldId="317"/>
            <ac:cxnSpMk id="62" creationId="{82F0C898-A210-87B4-4E25-01F327E73B76}"/>
          </ac:cxnSpMkLst>
        </pc:cxnChg>
      </pc:sldChg>
      <pc:sldChg chg="addSp delSp modSp add mod ord">
        <pc:chgData name="Tiago Janela" userId="ee1a79fe-c79c-4f34-9602-7f6f2f0482b3" providerId="ADAL" clId="{D59BA079-2D81-42B2-9E2D-198C5F90099E}" dt="2026-05-04T09:05:36.460" v="232" actId="1036"/>
        <pc:sldMkLst>
          <pc:docMk/>
          <pc:sldMk cId="3463339464" sldId="318"/>
        </pc:sldMkLst>
        <pc:spChg chg="add del mod">
          <ac:chgData name="Tiago Janela" userId="ee1a79fe-c79c-4f34-9602-7f6f2f0482b3" providerId="ADAL" clId="{D59BA079-2D81-42B2-9E2D-198C5F90099E}" dt="2026-05-04T09:05:24.183" v="226" actId="478"/>
          <ac:spMkLst>
            <pc:docMk/>
            <pc:sldMk cId="3463339464" sldId="318"/>
            <ac:spMk id="2" creationId="{72969B7C-C614-66B1-1E29-7C0AFC340775}"/>
          </ac:spMkLst>
        </pc:spChg>
        <pc:spChg chg="add mod">
          <ac:chgData name="Tiago Janela" userId="ee1a79fe-c79c-4f34-9602-7f6f2f0482b3" providerId="ADAL" clId="{D59BA079-2D81-42B2-9E2D-198C5F90099E}" dt="2026-05-04T09:05:36.460" v="232" actId="1036"/>
          <ac:spMkLst>
            <pc:docMk/>
            <pc:sldMk cId="3463339464" sldId="318"/>
            <ac:spMk id="12" creationId="{84F2BFB3-8FF2-554F-E79D-F8FED4C6DB14}"/>
          </ac:spMkLst>
        </pc:spChg>
        <pc:spChg chg="mod">
          <ac:chgData name="Tiago Janela" userId="ee1a79fe-c79c-4f34-9602-7f6f2f0482b3" providerId="ADAL" clId="{D59BA079-2D81-42B2-9E2D-198C5F90099E}" dt="2026-04-29T14:39:06.477" v="20"/>
          <ac:spMkLst>
            <pc:docMk/>
            <pc:sldMk cId="3463339464" sldId="318"/>
            <ac:spMk id="22" creationId="{6A221BB0-FFBC-E869-34CB-BC594E5B0490}"/>
          </ac:spMkLst>
        </pc:spChg>
        <pc:spChg chg="add mod">
          <ac:chgData name="Tiago Janela" userId="ee1a79fe-c79c-4f34-9602-7f6f2f0482b3" providerId="ADAL" clId="{D59BA079-2D81-42B2-9E2D-198C5F90099E}" dt="2026-04-29T14:39:08.519" v="21" actId="164"/>
          <ac:spMkLst>
            <pc:docMk/>
            <pc:sldMk cId="3463339464" sldId="318"/>
            <ac:spMk id="25" creationId="{8E792690-D447-952D-A5E7-853CC5FB33BB}"/>
          </ac:spMkLst>
        </pc:spChg>
        <pc:spChg chg="mod">
          <ac:chgData name="Tiago Janela" userId="ee1a79fe-c79c-4f34-9602-7f6f2f0482b3" providerId="ADAL" clId="{D59BA079-2D81-42B2-9E2D-198C5F90099E}" dt="2026-04-29T14:40:23.702" v="36" actId="404"/>
          <ac:spMkLst>
            <pc:docMk/>
            <pc:sldMk cId="3463339464" sldId="318"/>
            <ac:spMk id="29" creationId="{50EF08DE-650D-84D8-23E2-83CD379C9565}"/>
          </ac:spMkLst>
        </pc:spChg>
        <pc:spChg chg="mod">
          <ac:chgData name="Tiago Janela" userId="ee1a79fe-c79c-4f34-9602-7f6f2f0482b3" providerId="ADAL" clId="{D59BA079-2D81-42B2-9E2D-198C5F90099E}" dt="2026-04-29T14:40:26.534" v="37" actId="404"/>
          <ac:spMkLst>
            <pc:docMk/>
            <pc:sldMk cId="3463339464" sldId="318"/>
            <ac:spMk id="37" creationId="{A9B538AC-1716-FEE9-9303-C64FEB3A2571}"/>
          </ac:spMkLst>
        </pc:spChg>
        <pc:spChg chg="add mod">
          <ac:chgData name="Tiago Janela" userId="ee1a79fe-c79c-4f34-9602-7f6f2f0482b3" providerId="ADAL" clId="{D59BA079-2D81-42B2-9E2D-198C5F90099E}" dt="2026-04-29T14:39:08.519" v="21" actId="164"/>
          <ac:spMkLst>
            <pc:docMk/>
            <pc:sldMk cId="3463339464" sldId="318"/>
            <ac:spMk id="42" creationId="{666A450C-D0FA-4FC2-D779-9D8A47EBECE0}"/>
          </ac:spMkLst>
        </pc:spChg>
        <pc:spChg chg="del mod">
          <ac:chgData name="Tiago Janela" userId="ee1a79fe-c79c-4f34-9602-7f6f2f0482b3" providerId="ADAL" clId="{D59BA079-2D81-42B2-9E2D-198C5F90099E}" dt="2026-05-04T09:04:14.293" v="203" actId="478"/>
          <ac:spMkLst>
            <pc:docMk/>
            <pc:sldMk cId="3463339464" sldId="318"/>
            <ac:spMk id="45" creationId="{092CB276-0083-7B65-2724-8B06427E812A}"/>
          </ac:spMkLst>
        </pc:spChg>
        <pc:spChg chg="del mod">
          <ac:chgData name="Tiago Janela" userId="ee1a79fe-c79c-4f34-9602-7f6f2f0482b3" providerId="ADAL" clId="{D59BA079-2D81-42B2-9E2D-198C5F90099E}" dt="2026-05-04T09:04:18.877" v="205" actId="478"/>
          <ac:spMkLst>
            <pc:docMk/>
            <pc:sldMk cId="3463339464" sldId="318"/>
            <ac:spMk id="48" creationId="{89DB2597-89D3-3163-87C9-9AC4C1B4C236}"/>
          </ac:spMkLst>
        </pc:spChg>
        <pc:spChg chg="mod">
          <ac:chgData name="Tiago Janela" userId="ee1a79fe-c79c-4f34-9602-7f6f2f0482b3" providerId="ADAL" clId="{D59BA079-2D81-42B2-9E2D-198C5F90099E}" dt="2026-04-29T14:41:05.450" v="44"/>
          <ac:spMkLst>
            <pc:docMk/>
            <pc:sldMk cId="3463339464" sldId="318"/>
            <ac:spMk id="51" creationId="{28DD0ECA-8E37-B8B9-0418-38420611096E}"/>
          </ac:spMkLst>
        </pc:spChg>
        <pc:spChg chg="mod">
          <ac:chgData name="Tiago Janela" userId="ee1a79fe-c79c-4f34-9602-7f6f2f0482b3" providerId="ADAL" clId="{D59BA079-2D81-42B2-9E2D-198C5F90099E}" dt="2026-04-29T14:41:05.450" v="44"/>
          <ac:spMkLst>
            <pc:docMk/>
            <pc:sldMk cId="3463339464" sldId="318"/>
            <ac:spMk id="53" creationId="{68B48C07-97A0-A5E0-0196-8F9A0D2196A0}"/>
          </ac:spMkLst>
        </pc:spChg>
        <pc:spChg chg="mod">
          <ac:chgData name="Tiago Janela" userId="ee1a79fe-c79c-4f34-9602-7f6f2f0482b3" providerId="ADAL" clId="{D59BA079-2D81-42B2-9E2D-198C5F90099E}" dt="2026-04-29T14:41:05.450" v="44"/>
          <ac:spMkLst>
            <pc:docMk/>
            <pc:sldMk cId="3463339464" sldId="318"/>
            <ac:spMk id="54" creationId="{208860F7-EFE8-FE26-053D-F361E5EC7D7E}"/>
          </ac:spMkLst>
        </pc:spChg>
        <pc:spChg chg="mod">
          <ac:chgData name="Tiago Janela" userId="ee1a79fe-c79c-4f34-9602-7f6f2f0482b3" providerId="ADAL" clId="{D59BA079-2D81-42B2-9E2D-198C5F90099E}" dt="2026-04-29T14:41:05.450" v="44"/>
          <ac:spMkLst>
            <pc:docMk/>
            <pc:sldMk cId="3463339464" sldId="318"/>
            <ac:spMk id="55" creationId="{2103C611-4C9C-5D35-F98A-38EA5A46DAEE}"/>
          </ac:spMkLst>
        </pc:spChg>
        <pc:spChg chg="mod">
          <ac:chgData name="Tiago Janela" userId="ee1a79fe-c79c-4f34-9602-7f6f2f0482b3" providerId="ADAL" clId="{D59BA079-2D81-42B2-9E2D-198C5F90099E}" dt="2026-04-29T14:41:05.450" v="44"/>
          <ac:spMkLst>
            <pc:docMk/>
            <pc:sldMk cId="3463339464" sldId="318"/>
            <ac:spMk id="56" creationId="{90D266F1-FB12-E36F-173D-2B140D4BDCB1}"/>
          </ac:spMkLst>
        </pc:spChg>
        <pc:spChg chg="mod">
          <ac:chgData name="Tiago Janela" userId="ee1a79fe-c79c-4f34-9602-7f6f2f0482b3" providerId="ADAL" clId="{D59BA079-2D81-42B2-9E2D-198C5F90099E}" dt="2026-04-29T14:41:05.450" v="44"/>
          <ac:spMkLst>
            <pc:docMk/>
            <pc:sldMk cId="3463339464" sldId="318"/>
            <ac:spMk id="62" creationId="{9B20C80F-F64A-D047-2D22-BDE06D682B1D}"/>
          </ac:spMkLst>
        </pc:spChg>
        <pc:spChg chg="mod">
          <ac:chgData name="Tiago Janela" userId="ee1a79fe-c79c-4f34-9602-7f6f2f0482b3" providerId="ADAL" clId="{D59BA079-2D81-42B2-9E2D-198C5F90099E}" dt="2026-04-29T14:41:05.450" v="44"/>
          <ac:spMkLst>
            <pc:docMk/>
            <pc:sldMk cId="3463339464" sldId="318"/>
            <ac:spMk id="128" creationId="{06F0AD43-E1A7-F265-A6E7-B1C848095C75}"/>
          </ac:spMkLst>
        </pc:spChg>
        <pc:spChg chg="mod">
          <ac:chgData name="Tiago Janela" userId="ee1a79fe-c79c-4f34-9602-7f6f2f0482b3" providerId="ADAL" clId="{D59BA079-2D81-42B2-9E2D-198C5F90099E}" dt="2026-04-29T14:41:05.450" v="44"/>
          <ac:spMkLst>
            <pc:docMk/>
            <pc:sldMk cId="3463339464" sldId="318"/>
            <ac:spMk id="129" creationId="{34B7B117-4F98-E52D-CB56-DB4F6D143C5C}"/>
          </ac:spMkLst>
        </pc:spChg>
        <pc:spChg chg="mod">
          <ac:chgData name="Tiago Janela" userId="ee1a79fe-c79c-4f34-9602-7f6f2f0482b3" providerId="ADAL" clId="{D59BA079-2D81-42B2-9E2D-198C5F90099E}" dt="2026-04-29T14:41:35.971" v="129"/>
          <ac:spMkLst>
            <pc:docMk/>
            <pc:sldMk cId="3463339464" sldId="318"/>
            <ac:spMk id="133" creationId="{89106357-4BD4-E213-5F88-E69A238FD305}"/>
          </ac:spMkLst>
        </pc:spChg>
        <pc:spChg chg="mod">
          <ac:chgData name="Tiago Janela" userId="ee1a79fe-c79c-4f34-9602-7f6f2f0482b3" providerId="ADAL" clId="{D59BA079-2D81-42B2-9E2D-198C5F90099E}" dt="2026-04-29T14:41:35.971" v="129"/>
          <ac:spMkLst>
            <pc:docMk/>
            <pc:sldMk cId="3463339464" sldId="318"/>
            <ac:spMk id="135" creationId="{B829107F-5E5C-3E2A-9E4F-520B53D3BEDC}"/>
          </ac:spMkLst>
        </pc:spChg>
        <pc:spChg chg="mod">
          <ac:chgData name="Tiago Janela" userId="ee1a79fe-c79c-4f34-9602-7f6f2f0482b3" providerId="ADAL" clId="{D59BA079-2D81-42B2-9E2D-198C5F90099E}" dt="2026-04-29T14:41:35.971" v="129"/>
          <ac:spMkLst>
            <pc:docMk/>
            <pc:sldMk cId="3463339464" sldId="318"/>
            <ac:spMk id="136" creationId="{A4F65601-106E-8065-3458-BB8532110E46}"/>
          </ac:spMkLst>
        </pc:spChg>
        <pc:spChg chg="mod">
          <ac:chgData name="Tiago Janela" userId="ee1a79fe-c79c-4f34-9602-7f6f2f0482b3" providerId="ADAL" clId="{D59BA079-2D81-42B2-9E2D-198C5F90099E}" dt="2026-04-29T14:41:35.971" v="129"/>
          <ac:spMkLst>
            <pc:docMk/>
            <pc:sldMk cId="3463339464" sldId="318"/>
            <ac:spMk id="137" creationId="{77093375-B44E-C5DC-ACAB-C7C9B1A2DB3F}"/>
          </ac:spMkLst>
        </pc:spChg>
        <pc:spChg chg="mod">
          <ac:chgData name="Tiago Janela" userId="ee1a79fe-c79c-4f34-9602-7f6f2f0482b3" providerId="ADAL" clId="{D59BA079-2D81-42B2-9E2D-198C5F90099E}" dt="2026-04-29T14:41:35.971" v="129"/>
          <ac:spMkLst>
            <pc:docMk/>
            <pc:sldMk cId="3463339464" sldId="318"/>
            <ac:spMk id="138" creationId="{57B8DB79-D5DA-C9F8-4D80-37707F255543}"/>
          </ac:spMkLst>
        </pc:spChg>
        <pc:spChg chg="mod">
          <ac:chgData name="Tiago Janela" userId="ee1a79fe-c79c-4f34-9602-7f6f2f0482b3" providerId="ADAL" clId="{D59BA079-2D81-42B2-9E2D-198C5F90099E}" dt="2026-04-29T14:41:35.971" v="129"/>
          <ac:spMkLst>
            <pc:docMk/>
            <pc:sldMk cId="3463339464" sldId="318"/>
            <ac:spMk id="144" creationId="{BBFE61C1-30F9-7A9B-A5ED-945AB26263C7}"/>
          </ac:spMkLst>
        </pc:spChg>
        <pc:spChg chg="mod">
          <ac:chgData name="Tiago Janela" userId="ee1a79fe-c79c-4f34-9602-7f6f2f0482b3" providerId="ADAL" clId="{D59BA079-2D81-42B2-9E2D-198C5F90099E}" dt="2026-04-29T14:41:35.971" v="129"/>
          <ac:spMkLst>
            <pc:docMk/>
            <pc:sldMk cId="3463339464" sldId="318"/>
            <ac:spMk id="146" creationId="{8B4C8C75-2AC9-CCA5-FFEA-E8FFE77233AB}"/>
          </ac:spMkLst>
        </pc:spChg>
        <pc:spChg chg="mod">
          <ac:chgData name="Tiago Janela" userId="ee1a79fe-c79c-4f34-9602-7f6f2f0482b3" providerId="ADAL" clId="{D59BA079-2D81-42B2-9E2D-198C5F90099E}" dt="2026-04-29T14:41:35.971" v="129"/>
          <ac:spMkLst>
            <pc:docMk/>
            <pc:sldMk cId="3463339464" sldId="318"/>
            <ac:spMk id="147" creationId="{4F3F7314-C4FE-D90A-40CE-8AB2AF92E07D}"/>
          </ac:spMkLst>
        </pc:spChg>
        <pc:spChg chg="mod">
          <ac:chgData name="Tiago Janela" userId="ee1a79fe-c79c-4f34-9602-7f6f2f0482b3" providerId="ADAL" clId="{D59BA079-2D81-42B2-9E2D-198C5F90099E}" dt="2026-04-29T14:43:18.457" v="144"/>
          <ac:spMkLst>
            <pc:docMk/>
            <pc:sldMk cId="3463339464" sldId="318"/>
            <ac:spMk id="151" creationId="{642F2191-AE11-A105-A28D-1F95B6A96892}"/>
          </ac:spMkLst>
        </pc:spChg>
        <pc:spChg chg="mod">
          <ac:chgData name="Tiago Janela" userId="ee1a79fe-c79c-4f34-9602-7f6f2f0482b3" providerId="ADAL" clId="{D59BA079-2D81-42B2-9E2D-198C5F90099E}" dt="2026-04-29T14:43:18.457" v="144"/>
          <ac:spMkLst>
            <pc:docMk/>
            <pc:sldMk cId="3463339464" sldId="318"/>
            <ac:spMk id="153" creationId="{9FC20A8D-A898-3943-9340-FFE9261F04B4}"/>
          </ac:spMkLst>
        </pc:spChg>
        <pc:spChg chg="mod">
          <ac:chgData name="Tiago Janela" userId="ee1a79fe-c79c-4f34-9602-7f6f2f0482b3" providerId="ADAL" clId="{D59BA079-2D81-42B2-9E2D-198C5F90099E}" dt="2026-04-29T14:43:46.109" v="154" actId="1076"/>
          <ac:spMkLst>
            <pc:docMk/>
            <pc:sldMk cId="3463339464" sldId="318"/>
            <ac:spMk id="154" creationId="{B75BF1D5-19E8-2D4C-DD40-5E4F9B0D92FF}"/>
          </ac:spMkLst>
        </pc:spChg>
        <pc:spChg chg="mod">
          <ac:chgData name="Tiago Janela" userId="ee1a79fe-c79c-4f34-9602-7f6f2f0482b3" providerId="ADAL" clId="{D59BA079-2D81-42B2-9E2D-198C5F90099E}" dt="2026-04-29T14:43:18.457" v="144"/>
          <ac:spMkLst>
            <pc:docMk/>
            <pc:sldMk cId="3463339464" sldId="318"/>
            <ac:spMk id="155" creationId="{BD1FFE74-07FF-C306-4452-F1A48A611999}"/>
          </ac:spMkLst>
        </pc:spChg>
        <pc:spChg chg="mod">
          <ac:chgData name="Tiago Janela" userId="ee1a79fe-c79c-4f34-9602-7f6f2f0482b3" providerId="ADAL" clId="{D59BA079-2D81-42B2-9E2D-198C5F90099E}" dt="2026-04-29T14:43:18.457" v="144"/>
          <ac:spMkLst>
            <pc:docMk/>
            <pc:sldMk cId="3463339464" sldId="318"/>
            <ac:spMk id="156" creationId="{6F238688-2311-35BF-4F94-971FEF816E39}"/>
          </ac:spMkLst>
        </pc:spChg>
        <pc:spChg chg="mod">
          <ac:chgData name="Tiago Janela" userId="ee1a79fe-c79c-4f34-9602-7f6f2f0482b3" providerId="ADAL" clId="{D59BA079-2D81-42B2-9E2D-198C5F90099E}" dt="2026-04-29T14:43:18.457" v="144"/>
          <ac:spMkLst>
            <pc:docMk/>
            <pc:sldMk cId="3463339464" sldId="318"/>
            <ac:spMk id="162" creationId="{F5558767-FDAA-D45E-3AC5-CF6A5C3268C9}"/>
          </ac:spMkLst>
        </pc:spChg>
        <pc:spChg chg="mod">
          <ac:chgData name="Tiago Janela" userId="ee1a79fe-c79c-4f34-9602-7f6f2f0482b3" providerId="ADAL" clId="{D59BA079-2D81-42B2-9E2D-198C5F90099E}" dt="2026-04-29T14:43:18.457" v="144"/>
          <ac:spMkLst>
            <pc:docMk/>
            <pc:sldMk cId="3463339464" sldId="318"/>
            <ac:spMk id="165" creationId="{CD5729C5-8B36-552A-F410-B2D2ACFF52DB}"/>
          </ac:spMkLst>
        </pc:spChg>
        <pc:spChg chg="mod">
          <ac:chgData name="Tiago Janela" userId="ee1a79fe-c79c-4f34-9602-7f6f2f0482b3" providerId="ADAL" clId="{D59BA079-2D81-42B2-9E2D-198C5F90099E}" dt="2026-04-29T14:43:18.457" v="144"/>
          <ac:spMkLst>
            <pc:docMk/>
            <pc:sldMk cId="3463339464" sldId="318"/>
            <ac:spMk id="166" creationId="{6A57B814-ADB9-965C-78F4-9CFF2C476CA1}"/>
          </ac:spMkLst>
        </pc:spChg>
        <pc:grpChg chg="del">
          <ac:chgData name="Tiago Janela" userId="ee1a79fe-c79c-4f34-9602-7f6f2f0482b3" providerId="ADAL" clId="{D59BA079-2D81-42B2-9E2D-198C5F90099E}" dt="2026-04-29T14:38:45.095" v="19" actId="478"/>
          <ac:grpSpMkLst>
            <pc:docMk/>
            <pc:sldMk cId="3463339464" sldId="318"/>
            <ac:grpSpMk id="20" creationId="{81A65B80-1110-F1AF-A893-8B82ECA10662}"/>
          </ac:grpSpMkLst>
        </pc:grpChg>
        <pc:grpChg chg="add mod">
          <ac:chgData name="Tiago Janela" userId="ee1a79fe-c79c-4f34-9602-7f6f2f0482b3" providerId="ADAL" clId="{D59BA079-2D81-42B2-9E2D-198C5F90099E}" dt="2026-04-29T14:39:08.519" v="21" actId="164"/>
          <ac:grpSpMkLst>
            <pc:docMk/>
            <pc:sldMk cId="3463339464" sldId="318"/>
            <ac:grpSpMk id="21" creationId="{851E801A-07D0-EC46-EC69-B1E3BDC4A0EE}"/>
          </ac:grpSpMkLst>
        </pc:grpChg>
        <pc:grpChg chg="add mod">
          <ac:chgData name="Tiago Janela" userId="ee1a79fe-c79c-4f34-9602-7f6f2f0482b3" providerId="ADAL" clId="{D59BA079-2D81-42B2-9E2D-198C5F90099E}" dt="2026-04-29T14:39:08.519" v="21" actId="164"/>
          <ac:grpSpMkLst>
            <pc:docMk/>
            <pc:sldMk cId="3463339464" sldId="318"/>
            <ac:grpSpMk id="26" creationId="{9472E490-A369-C15A-DECA-AE1255870DC8}"/>
          </ac:grpSpMkLst>
        </pc:grpChg>
        <pc:grpChg chg="mod">
          <ac:chgData name="Tiago Janela" userId="ee1a79fe-c79c-4f34-9602-7f6f2f0482b3" providerId="ADAL" clId="{D59BA079-2D81-42B2-9E2D-198C5F90099E}" dt="2026-04-29T14:39:06.477" v="20"/>
          <ac:grpSpMkLst>
            <pc:docMk/>
            <pc:sldMk cId="3463339464" sldId="318"/>
            <ac:grpSpMk id="27" creationId="{C867F122-D459-E4D8-E91E-39D4FB20E8FB}"/>
          </ac:grpSpMkLst>
        </pc:grpChg>
        <pc:grpChg chg="mod">
          <ac:chgData name="Tiago Janela" userId="ee1a79fe-c79c-4f34-9602-7f6f2f0482b3" providerId="ADAL" clId="{D59BA079-2D81-42B2-9E2D-198C5F90099E}" dt="2026-04-29T14:39:06.477" v="20"/>
          <ac:grpSpMkLst>
            <pc:docMk/>
            <pc:sldMk cId="3463339464" sldId="318"/>
            <ac:grpSpMk id="28" creationId="{31D67220-A5A3-C982-ABAA-76BF27D3A610}"/>
          </ac:grpSpMkLst>
        </pc:grpChg>
        <pc:grpChg chg="add mod">
          <ac:chgData name="Tiago Janela" userId="ee1a79fe-c79c-4f34-9602-7f6f2f0482b3" providerId="ADAL" clId="{D59BA079-2D81-42B2-9E2D-198C5F90099E}" dt="2026-04-29T14:39:08.519" v="21" actId="164"/>
          <ac:grpSpMkLst>
            <pc:docMk/>
            <pc:sldMk cId="3463339464" sldId="318"/>
            <ac:grpSpMk id="34" creationId="{0D4F3181-F484-3C7A-63BE-FADB4F9C8C2E}"/>
          </ac:grpSpMkLst>
        </pc:grpChg>
        <pc:grpChg chg="mod">
          <ac:chgData name="Tiago Janela" userId="ee1a79fe-c79c-4f34-9602-7f6f2f0482b3" providerId="ADAL" clId="{D59BA079-2D81-42B2-9E2D-198C5F90099E}" dt="2026-04-29T14:39:06.477" v="20"/>
          <ac:grpSpMkLst>
            <pc:docMk/>
            <pc:sldMk cId="3463339464" sldId="318"/>
            <ac:grpSpMk id="35" creationId="{315A4BFF-0CA9-D528-2306-83671A721F96}"/>
          </ac:grpSpMkLst>
        </pc:grpChg>
        <pc:grpChg chg="mod">
          <ac:chgData name="Tiago Janela" userId="ee1a79fe-c79c-4f34-9602-7f6f2f0482b3" providerId="ADAL" clId="{D59BA079-2D81-42B2-9E2D-198C5F90099E}" dt="2026-04-29T14:39:06.477" v="20"/>
          <ac:grpSpMkLst>
            <pc:docMk/>
            <pc:sldMk cId="3463339464" sldId="318"/>
            <ac:grpSpMk id="36" creationId="{40F329E8-016F-7B2E-D6E4-F9F4E0BE7A34}"/>
          </ac:grpSpMkLst>
        </pc:grpChg>
        <pc:grpChg chg="add del mod">
          <ac:chgData name="Tiago Janela" userId="ee1a79fe-c79c-4f34-9602-7f6f2f0482b3" providerId="ADAL" clId="{D59BA079-2D81-42B2-9E2D-198C5F90099E}" dt="2026-05-04T09:04:14.293" v="203" actId="478"/>
          <ac:grpSpMkLst>
            <pc:docMk/>
            <pc:sldMk cId="3463339464" sldId="318"/>
            <ac:grpSpMk id="43" creationId="{F82C89B3-047B-9A9D-4CE0-2F5ECB7C024A}"/>
          </ac:grpSpMkLst>
        </pc:grpChg>
        <pc:grpChg chg="add del mod">
          <ac:chgData name="Tiago Janela" userId="ee1a79fe-c79c-4f34-9602-7f6f2f0482b3" providerId="ADAL" clId="{D59BA079-2D81-42B2-9E2D-198C5F90099E}" dt="2026-05-04T09:04:18.877" v="205" actId="478"/>
          <ac:grpSpMkLst>
            <pc:docMk/>
            <pc:sldMk cId="3463339464" sldId="318"/>
            <ac:grpSpMk id="46" creationId="{CD48E29D-F3CB-93DF-7120-8F34C9F5EB3C}"/>
          </ac:grpSpMkLst>
        </pc:grpChg>
        <pc:grpChg chg="add del mod ord">
          <ac:chgData name="Tiago Janela" userId="ee1a79fe-c79c-4f34-9602-7f6f2f0482b3" providerId="ADAL" clId="{D59BA079-2D81-42B2-9E2D-198C5F90099E}" dt="2026-05-04T09:04:22.885" v="208" actId="478"/>
          <ac:grpSpMkLst>
            <pc:docMk/>
            <pc:sldMk cId="3463339464" sldId="318"/>
            <ac:grpSpMk id="49" creationId="{C31E6F76-4E7C-1639-9021-CCC76ADA5882}"/>
          </ac:grpSpMkLst>
        </pc:grpChg>
        <pc:grpChg chg="add mod">
          <ac:chgData name="Tiago Janela" userId="ee1a79fe-c79c-4f34-9602-7f6f2f0482b3" providerId="ADAL" clId="{D59BA079-2D81-42B2-9E2D-198C5F90099E}" dt="2026-04-29T14:41:05.450" v="44"/>
          <ac:grpSpMkLst>
            <pc:docMk/>
            <pc:sldMk cId="3463339464" sldId="318"/>
            <ac:grpSpMk id="50" creationId="{D57CAE1F-4C69-E55E-DD88-2C06EA9E4CC5}"/>
          </ac:grpSpMkLst>
        </pc:grpChg>
        <pc:grpChg chg="mod">
          <ac:chgData name="Tiago Janela" userId="ee1a79fe-c79c-4f34-9602-7f6f2f0482b3" providerId="ADAL" clId="{D59BA079-2D81-42B2-9E2D-198C5F90099E}" dt="2026-04-29T14:41:05.450" v="44"/>
          <ac:grpSpMkLst>
            <pc:docMk/>
            <pc:sldMk cId="3463339464" sldId="318"/>
            <ac:grpSpMk id="52" creationId="{64D5765C-B2EC-B5F9-4D64-418DF9E0721F}"/>
          </ac:grpSpMkLst>
        </pc:grpChg>
        <pc:grpChg chg="mod">
          <ac:chgData name="Tiago Janela" userId="ee1a79fe-c79c-4f34-9602-7f6f2f0482b3" providerId="ADAL" clId="{D59BA079-2D81-42B2-9E2D-198C5F90099E}" dt="2026-04-29T14:41:05.450" v="44"/>
          <ac:grpSpMkLst>
            <pc:docMk/>
            <pc:sldMk cId="3463339464" sldId="318"/>
            <ac:grpSpMk id="57" creationId="{91F3A9FD-192C-B5F3-BAD0-3527115F76D0}"/>
          </ac:grpSpMkLst>
        </pc:grpChg>
        <pc:grpChg chg="mod">
          <ac:chgData name="Tiago Janela" userId="ee1a79fe-c79c-4f34-9602-7f6f2f0482b3" providerId="ADAL" clId="{D59BA079-2D81-42B2-9E2D-198C5F90099E}" dt="2026-04-29T14:41:05.450" v="44"/>
          <ac:grpSpMkLst>
            <pc:docMk/>
            <pc:sldMk cId="3463339464" sldId="318"/>
            <ac:grpSpMk id="58" creationId="{FAFFF705-7A29-74F1-4F40-839BF442E1CA}"/>
          </ac:grpSpMkLst>
        </pc:grpChg>
        <pc:grpChg chg="add del mod">
          <ac:chgData name="Tiago Janela" userId="ee1a79fe-c79c-4f34-9602-7f6f2f0482b3" providerId="ADAL" clId="{D59BA079-2D81-42B2-9E2D-198C5F90099E}" dt="2026-04-29T14:42:06.188" v="132" actId="478"/>
          <ac:grpSpMkLst>
            <pc:docMk/>
            <pc:sldMk cId="3463339464" sldId="318"/>
            <ac:grpSpMk id="132" creationId="{7D679A1A-9811-6F80-6988-A652D18905E3}"/>
          </ac:grpSpMkLst>
        </pc:grpChg>
        <pc:grpChg chg="mod">
          <ac:chgData name="Tiago Janela" userId="ee1a79fe-c79c-4f34-9602-7f6f2f0482b3" providerId="ADAL" clId="{D59BA079-2D81-42B2-9E2D-198C5F90099E}" dt="2026-04-29T14:41:35.971" v="129"/>
          <ac:grpSpMkLst>
            <pc:docMk/>
            <pc:sldMk cId="3463339464" sldId="318"/>
            <ac:grpSpMk id="134" creationId="{51B65499-5373-FCE8-2856-3910277BE174}"/>
          </ac:grpSpMkLst>
        </pc:grpChg>
        <pc:grpChg chg="mod">
          <ac:chgData name="Tiago Janela" userId="ee1a79fe-c79c-4f34-9602-7f6f2f0482b3" providerId="ADAL" clId="{D59BA079-2D81-42B2-9E2D-198C5F90099E}" dt="2026-04-29T14:41:35.971" v="129"/>
          <ac:grpSpMkLst>
            <pc:docMk/>
            <pc:sldMk cId="3463339464" sldId="318"/>
            <ac:grpSpMk id="139" creationId="{191878A7-B36A-37F2-B0BF-A4620279843D}"/>
          </ac:grpSpMkLst>
        </pc:grpChg>
        <pc:grpChg chg="mod">
          <ac:chgData name="Tiago Janela" userId="ee1a79fe-c79c-4f34-9602-7f6f2f0482b3" providerId="ADAL" clId="{D59BA079-2D81-42B2-9E2D-198C5F90099E}" dt="2026-04-29T14:41:35.971" v="129"/>
          <ac:grpSpMkLst>
            <pc:docMk/>
            <pc:sldMk cId="3463339464" sldId="318"/>
            <ac:grpSpMk id="140" creationId="{D9AD3D22-66A3-A6A1-5BAB-BDEA94034AFD}"/>
          </ac:grpSpMkLst>
        </pc:grpChg>
        <pc:grpChg chg="add del mod ord">
          <ac:chgData name="Tiago Janela" userId="ee1a79fe-c79c-4f34-9602-7f6f2f0482b3" providerId="ADAL" clId="{D59BA079-2D81-42B2-9E2D-198C5F90099E}" dt="2026-04-29T14:43:51.811" v="155" actId="478"/>
          <ac:grpSpMkLst>
            <pc:docMk/>
            <pc:sldMk cId="3463339464" sldId="318"/>
            <ac:grpSpMk id="150" creationId="{0E889340-EEAD-529D-0667-5EC3D102D360}"/>
          </ac:grpSpMkLst>
        </pc:grpChg>
        <pc:grpChg chg="mod">
          <ac:chgData name="Tiago Janela" userId="ee1a79fe-c79c-4f34-9602-7f6f2f0482b3" providerId="ADAL" clId="{D59BA079-2D81-42B2-9E2D-198C5F90099E}" dt="2026-04-29T14:43:18.457" v="144"/>
          <ac:grpSpMkLst>
            <pc:docMk/>
            <pc:sldMk cId="3463339464" sldId="318"/>
            <ac:grpSpMk id="152" creationId="{0C8C51CC-EB9B-D489-F562-F672BF7EA67F}"/>
          </ac:grpSpMkLst>
        </pc:grpChg>
        <pc:grpChg chg="mod">
          <ac:chgData name="Tiago Janela" userId="ee1a79fe-c79c-4f34-9602-7f6f2f0482b3" providerId="ADAL" clId="{D59BA079-2D81-42B2-9E2D-198C5F90099E}" dt="2026-04-29T14:43:18.457" v="144"/>
          <ac:grpSpMkLst>
            <pc:docMk/>
            <pc:sldMk cId="3463339464" sldId="318"/>
            <ac:grpSpMk id="157" creationId="{6AD1BC14-680D-9A2F-3A7A-A5A523B365A3}"/>
          </ac:grpSpMkLst>
        </pc:grpChg>
        <pc:grpChg chg="mod">
          <ac:chgData name="Tiago Janela" userId="ee1a79fe-c79c-4f34-9602-7f6f2f0482b3" providerId="ADAL" clId="{D59BA079-2D81-42B2-9E2D-198C5F90099E}" dt="2026-04-29T14:43:18.457" v="144"/>
          <ac:grpSpMkLst>
            <pc:docMk/>
            <pc:sldMk cId="3463339464" sldId="318"/>
            <ac:grpSpMk id="158" creationId="{9FB94B2B-B250-2B0F-D8EA-4B7606C3EDD4}"/>
          </ac:grpSpMkLst>
        </pc:grpChg>
        <pc:picChg chg="mod">
          <ac:chgData name="Tiago Janela" userId="ee1a79fe-c79c-4f34-9602-7f6f2f0482b3" providerId="ADAL" clId="{D59BA079-2D81-42B2-9E2D-198C5F90099E}" dt="2026-04-29T14:39:06.477" v="20"/>
          <ac:picMkLst>
            <pc:docMk/>
            <pc:sldMk cId="3463339464" sldId="318"/>
            <ac:picMk id="23" creationId="{0FAB87FB-66B8-682E-AC05-EA6B56D8F4FB}"/>
          </ac:picMkLst>
        </pc:picChg>
        <pc:picChg chg="mod">
          <ac:chgData name="Tiago Janela" userId="ee1a79fe-c79c-4f34-9602-7f6f2f0482b3" providerId="ADAL" clId="{D59BA079-2D81-42B2-9E2D-198C5F90099E}" dt="2026-04-29T14:39:06.477" v="20"/>
          <ac:picMkLst>
            <pc:docMk/>
            <pc:sldMk cId="3463339464" sldId="318"/>
            <ac:picMk id="24" creationId="{5AFB6878-0F86-C45A-E83E-50BAC05BCEF5}"/>
          </ac:picMkLst>
        </pc:picChg>
        <pc:picChg chg="mod">
          <ac:chgData name="Tiago Janela" userId="ee1a79fe-c79c-4f34-9602-7f6f2f0482b3" providerId="ADAL" clId="{D59BA079-2D81-42B2-9E2D-198C5F90099E}" dt="2026-04-29T14:39:06.477" v="20"/>
          <ac:picMkLst>
            <pc:docMk/>
            <pc:sldMk cId="3463339464" sldId="318"/>
            <ac:picMk id="30" creationId="{31CDC5D0-80F4-CF34-180C-1E2C5181119A}"/>
          </ac:picMkLst>
        </pc:picChg>
        <pc:picChg chg="mod">
          <ac:chgData name="Tiago Janela" userId="ee1a79fe-c79c-4f34-9602-7f6f2f0482b3" providerId="ADAL" clId="{D59BA079-2D81-42B2-9E2D-198C5F90099E}" dt="2026-04-29T14:39:06.477" v="20"/>
          <ac:picMkLst>
            <pc:docMk/>
            <pc:sldMk cId="3463339464" sldId="318"/>
            <ac:picMk id="31" creationId="{CA091874-25E2-30DF-B764-40BAC98019C4}"/>
          </ac:picMkLst>
        </pc:picChg>
        <pc:picChg chg="mod">
          <ac:chgData name="Tiago Janela" userId="ee1a79fe-c79c-4f34-9602-7f6f2f0482b3" providerId="ADAL" clId="{D59BA079-2D81-42B2-9E2D-198C5F90099E}" dt="2026-04-29T14:39:06.477" v="20"/>
          <ac:picMkLst>
            <pc:docMk/>
            <pc:sldMk cId="3463339464" sldId="318"/>
            <ac:picMk id="32" creationId="{5A34DEF1-BD9B-CD6A-A8D2-7AFC0C5C49C9}"/>
          </ac:picMkLst>
        </pc:picChg>
        <pc:picChg chg="mod">
          <ac:chgData name="Tiago Janela" userId="ee1a79fe-c79c-4f34-9602-7f6f2f0482b3" providerId="ADAL" clId="{D59BA079-2D81-42B2-9E2D-198C5F90099E}" dt="2026-04-29T14:39:06.477" v="20"/>
          <ac:picMkLst>
            <pc:docMk/>
            <pc:sldMk cId="3463339464" sldId="318"/>
            <ac:picMk id="33" creationId="{C3C561D4-D6EB-0889-183B-97DE0B45487D}"/>
          </ac:picMkLst>
        </pc:picChg>
        <pc:picChg chg="mod">
          <ac:chgData name="Tiago Janela" userId="ee1a79fe-c79c-4f34-9602-7f6f2f0482b3" providerId="ADAL" clId="{D59BA079-2D81-42B2-9E2D-198C5F90099E}" dt="2026-04-29T14:39:06.477" v="20"/>
          <ac:picMkLst>
            <pc:docMk/>
            <pc:sldMk cId="3463339464" sldId="318"/>
            <ac:picMk id="38" creationId="{48ACB3B0-1845-ABC3-5228-376A5949FA79}"/>
          </ac:picMkLst>
        </pc:picChg>
        <pc:picChg chg="mod">
          <ac:chgData name="Tiago Janela" userId="ee1a79fe-c79c-4f34-9602-7f6f2f0482b3" providerId="ADAL" clId="{D59BA079-2D81-42B2-9E2D-198C5F90099E}" dt="2026-04-29T14:39:06.477" v="20"/>
          <ac:picMkLst>
            <pc:docMk/>
            <pc:sldMk cId="3463339464" sldId="318"/>
            <ac:picMk id="39" creationId="{5D7062A3-FA42-FF24-FF7D-4729F61DD8A5}"/>
          </ac:picMkLst>
        </pc:picChg>
        <pc:picChg chg="mod">
          <ac:chgData name="Tiago Janela" userId="ee1a79fe-c79c-4f34-9602-7f6f2f0482b3" providerId="ADAL" clId="{D59BA079-2D81-42B2-9E2D-198C5F90099E}" dt="2026-04-29T14:39:06.477" v="20"/>
          <ac:picMkLst>
            <pc:docMk/>
            <pc:sldMk cId="3463339464" sldId="318"/>
            <ac:picMk id="40" creationId="{13934202-8C49-5877-EAF5-D53028B5669E}"/>
          </ac:picMkLst>
        </pc:picChg>
        <pc:picChg chg="mod">
          <ac:chgData name="Tiago Janela" userId="ee1a79fe-c79c-4f34-9602-7f6f2f0482b3" providerId="ADAL" clId="{D59BA079-2D81-42B2-9E2D-198C5F90099E}" dt="2026-04-29T14:39:06.477" v="20"/>
          <ac:picMkLst>
            <pc:docMk/>
            <pc:sldMk cId="3463339464" sldId="318"/>
            <ac:picMk id="41" creationId="{14AFA39F-495B-AE1F-EE0F-FC1A7BA10F05}"/>
          </ac:picMkLst>
        </pc:picChg>
        <pc:picChg chg="mod">
          <ac:chgData name="Tiago Janela" userId="ee1a79fe-c79c-4f34-9602-7f6f2f0482b3" providerId="ADAL" clId="{D59BA079-2D81-42B2-9E2D-198C5F90099E}" dt="2026-04-29T14:41:05.450" v="44"/>
          <ac:picMkLst>
            <pc:docMk/>
            <pc:sldMk cId="3463339464" sldId="318"/>
            <ac:picMk id="59" creationId="{A7C8E1B6-A4B3-0BCF-4C26-6186EF9F59FC}"/>
          </ac:picMkLst>
        </pc:picChg>
        <pc:picChg chg="mod">
          <ac:chgData name="Tiago Janela" userId="ee1a79fe-c79c-4f34-9602-7f6f2f0482b3" providerId="ADAL" clId="{D59BA079-2D81-42B2-9E2D-198C5F90099E}" dt="2026-04-29T14:41:05.450" v="44"/>
          <ac:picMkLst>
            <pc:docMk/>
            <pc:sldMk cId="3463339464" sldId="318"/>
            <ac:picMk id="60" creationId="{9F70AD18-D8E1-8976-31FE-EA304180A270}"/>
          </ac:picMkLst>
        </pc:picChg>
        <pc:picChg chg="mod">
          <ac:chgData name="Tiago Janela" userId="ee1a79fe-c79c-4f34-9602-7f6f2f0482b3" providerId="ADAL" clId="{D59BA079-2D81-42B2-9E2D-198C5F90099E}" dt="2026-04-29T14:41:05.450" v="44"/>
          <ac:picMkLst>
            <pc:docMk/>
            <pc:sldMk cId="3463339464" sldId="318"/>
            <ac:picMk id="130" creationId="{8EC36DA4-D2FA-908D-744E-6BE08EC2741F}"/>
          </ac:picMkLst>
        </pc:picChg>
        <pc:picChg chg="mod">
          <ac:chgData name="Tiago Janela" userId="ee1a79fe-c79c-4f34-9602-7f6f2f0482b3" providerId="ADAL" clId="{D59BA079-2D81-42B2-9E2D-198C5F90099E}" dt="2026-04-29T14:41:05.450" v="44"/>
          <ac:picMkLst>
            <pc:docMk/>
            <pc:sldMk cId="3463339464" sldId="318"/>
            <ac:picMk id="131" creationId="{47FB0CB4-CD0C-2991-DB50-A8C57D1E8B0C}"/>
          </ac:picMkLst>
        </pc:picChg>
        <pc:picChg chg="mod">
          <ac:chgData name="Tiago Janela" userId="ee1a79fe-c79c-4f34-9602-7f6f2f0482b3" providerId="ADAL" clId="{D59BA079-2D81-42B2-9E2D-198C5F90099E}" dt="2026-04-29T14:41:35.971" v="129"/>
          <ac:picMkLst>
            <pc:docMk/>
            <pc:sldMk cId="3463339464" sldId="318"/>
            <ac:picMk id="141" creationId="{F4EFBF1D-95ED-A3F4-12D0-3C0D2F64959A}"/>
          </ac:picMkLst>
        </pc:picChg>
        <pc:picChg chg="mod">
          <ac:chgData name="Tiago Janela" userId="ee1a79fe-c79c-4f34-9602-7f6f2f0482b3" providerId="ADAL" clId="{D59BA079-2D81-42B2-9E2D-198C5F90099E}" dt="2026-04-29T14:41:35.971" v="129"/>
          <ac:picMkLst>
            <pc:docMk/>
            <pc:sldMk cId="3463339464" sldId="318"/>
            <ac:picMk id="142" creationId="{6B9ADBB7-EC72-A5FB-3287-F4C504614D51}"/>
          </ac:picMkLst>
        </pc:picChg>
        <pc:picChg chg="mod">
          <ac:chgData name="Tiago Janela" userId="ee1a79fe-c79c-4f34-9602-7f6f2f0482b3" providerId="ADAL" clId="{D59BA079-2D81-42B2-9E2D-198C5F90099E}" dt="2026-04-29T14:41:35.971" v="129"/>
          <ac:picMkLst>
            <pc:docMk/>
            <pc:sldMk cId="3463339464" sldId="318"/>
            <ac:picMk id="148" creationId="{8D6D62EA-8483-E0E7-6627-BBF48FE888C3}"/>
          </ac:picMkLst>
        </pc:picChg>
        <pc:picChg chg="mod">
          <ac:chgData name="Tiago Janela" userId="ee1a79fe-c79c-4f34-9602-7f6f2f0482b3" providerId="ADAL" clId="{D59BA079-2D81-42B2-9E2D-198C5F90099E}" dt="2026-04-29T14:41:35.971" v="129"/>
          <ac:picMkLst>
            <pc:docMk/>
            <pc:sldMk cId="3463339464" sldId="318"/>
            <ac:picMk id="149" creationId="{A4CD2FF9-44D8-CCD7-5C68-26A6C6065822}"/>
          </ac:picMkLst>
        </pc:picChg>
        <pc:picChg chg="mod">
          <ac:chgData name="Tiago Janela" userId="ee1a79fe-c79c-4f34-9602-7f6f2f0482b3" providerId="ADAL" clId="{D59BA079-2D81-42B2-9E2D-198C5F90099E}" dt="2026-04-29T14:43:18.457" v="144"/>
          <ac:picMkLst>
            <pc:docMk/>
            <pc:sldMk cId="3463339464" sldId="318"/>
            <ac:picMk id="159" creationId="{CD4358F0-D05E-D3C3-BA5B-D932178076D9}"/>
          </ac:picMkLst>
        </pc:picChg>
        <pc:picChg chg="mod">
          <ac:chgData name="Tiago Janela" userId="ee1a79fe-c79c-4f34-9602-7f6f2f0482b3" providerId="ADAL" clId="{D59BA079-2D81-42B2-9E2D-198C5F90099E}" dt="2026-04-29T14:43:18.457" v="144"/>
          <ac:picMkLst>
            <pc:docMk/>
            <pc:sldMk cId="3463339464" sldId="318"/>
            <ac:picMk id="160" creationId="{73C8AF2B-2691-7122-1A4E-6C9D94961867}"/>
          </ac:picMkLst>
        </pc:picChg>
        <pc:picChg chg="mod">
          <ac:chgData name="Tiago Janela" userId="ee1a79fe-c79c-4f34-9602-7f6f2f0482b3" providerId="ADAL" clId="{D59BA079-2D81-42B2-9E2D-198C5F90099E}" dt="2026-04-29T14:43:18.457" v="144"/>
          <ac:picMkLst>
            <pc:docMk/>
            <pc:sldMk cId="3463339464" sldId="318"/>
            <ac:picMk id="167" creationId="{B02D8D15-3F25-55BC-1A08-36302AD97557}"/>
          </ac:picMkLst>
        </pc:picChg>
        <pc:picChg chg="mod">
          <ac:chgData name="Tiago Janela" userId="ee1a79fe-c79c-4f34-9602-7f6f2f0482b3" providerId="ADAL" clId="{D59BA079-2D81-42B2-9E2D-198C5F90099E}" dt="2026-04-29T14:43:18.457" v="144"/>
          <ac:picMkLst>
            <pc:docMk/>
            <pc:sldMk cId="3463339464" sldId="318"/>
            <ac:picMk id="168" creationId="{04CEB11B-B6F1-FDD0-37A8-2EE7ABE5730D}"/>
          </ac:picMkLst>
        </pc:picChg>
        <pc:cxnChg chg="del mod">
          <ac:chgData name="Tiago Janela" userId="ee1a79fe-c79c-4f34-9602-7f6f2f0482b3" providerId="ADAL" clId="{D59BA079-2D81-42B2-9E2D-198C5F90099E}" dt="2026-05-04T09:04:24.276" v="209" actId="478"/>
          <ac:cxnSpMkLst>
            <pc:docMk/>
            <pc:sldMk cId="3463339464" sldId="318"/>
            <ac:cxnSpMk id="44" creationId="{7CA5671C-1E1D-11B4-C48F-3C328C72BA42}"/>
          </ac:cxnSpMkLst>
        </pc:cxnChg>
        <pc:cxnChg chg="del mod">
          <ac:chgData name="Tiago Janela" userId="ee1a79fe-c79c-4f34-9602-7f6f2f0482b3" providerId="ADAL" clId="{D59BA079-2D81-42B2-9E2D-198C5F90099E}" dt="2026-05-04T09:04:20.300" v="206" actId="478"/>
          <ac:cxnSpMkLst>
            <pc:docMk/>
            <pc:sldMk cId="3463339464" sldId="318"/>
            <ac:cxnSpMk id="47" creationId="{FB8D1494-CCA9-D25B-F957-26E4BF3049A5}"/>
          </ac:cxnSpMkLst>
        </pc:cxnChg>
        <pc:cxnChg chg="mod">
          <ac:chgData name="Tiago Janela" userId="ee1a79fe-c79c-4f34-9602-7f6f2f0482b3" providerId="ADAL" clId="{D59BA079-2D81-42B2-9E2D-198C5F90099E}" dt="2026-04-29T14:41:05.450" v="44"/>
          <ac:cxnSpMkLst>
            <pc:docMk/>
            <pc:sldMk cId="3463339464" sldId="318"/>
            <ac:cxnSpMk id="61" creationId="{08938A15-2979-EEF5-6991-05431F61F7F4}"/>
          </ac:cxnSpMkLst>
        </pc:cxnChg>
        <pc:cxnChg chg="mod">
          <ac:chgData name="Tiago Janela" userId="ee1a79fe-c79c-4f34-9602-7f6f2f0482b3" providerId="ADAL" clId="{D59BA079-2D81-42B2-9E2D-198C5F90099E}" dt="2026-04-29T14:41:05.450" v="44"/>
          <ac:cxnSpMkLst>
            <pc:docMk/>
            <pc:sldMk cId="3463339464" sldId="318"/>
            <ac:cxnSpMk id="63" creationId="{023AB4D1-06EE-3BE9-021F-711AEB51150A}"/>
          </ac:cxnSpMkLst>
        </pc:cxnChg>
        <pc:cxnChg chg="mod">
          <ac:chgData name="Tiago Janela" userId="ee1a79fe-c79c-4f34-9602-7f6f2f0482b3" providerId="ADAL" clId="{D59BA079-2D81-42B2-9E2D-198C5F90099E}" dt="2026-04-29T14:41:35.971" v="129"/>
          <ac:cxnSpMkLst>
            <pc:docMk/>
            <pc:sldMk cId="3463339464" sldId="318"/>
            <ac:cxnSpMk id="143" creationId="{654790C0-C0D3-2DDF-798E-09EA80122BAE}"/>
          </ac:cxnSpMkLst>
        </pc:cxnChg>
        <pc:cxnChg chg="mod">
          <ac:chgData name="Tiago Janela" userId="ee1a79fe-c79c-4f34-9602-7f6f2f0482b3" providerId="ADAL" clId="{D59BA079-2D81-42B2-9E2D-198C5F90099E}" dt="2026-04-29T14:41:35.971" v="129"/>
          <ac:cxnSpMkLst>
            <pc:docMk/>
            <pc:sldMk cId="3463339464" sldId="318"/>
            <ac:cxnSpMk id="145" creationId="{05D2589C-68B7-FD26-BF17-001ABF5A487D}"/>
          </ac:cxnSpMkLst>
        </pc:cxnChg>
        <pc:cxnChg chg="mod">
          <ac:chgData name="Tiago Janela" userId="ee1a79fe-c79c-4f34-9602-7f6f2f0482b3" providerId="ADAL" clId="{D59BA079-2D81-42B2-9E2D-198C5F90099E}" dt="2026-04-29T14:43:18.457" v="144"/>
          <ac:cxnSpMkLst>
            <pc:docMk/>
            <pc:sldMk cId="3463339464" sldId="318"/>
            <ac:cxnSpMk id="161" creationId="{718FF3FF-38E3-8534-3375-DE97E2E87C02}"/>
          </ac:cxnSpMkLst>
        </pc:cxnChg>
        <pc:cxnChg chg="mod">
          <ac:chgData name="Tiago Janela" userId="ee1a79fe-c79c-4f34-9602-7f6f2f0482b3" providerId="ADAL" clId="{D59BA079-2D81-42B2-9E2D-198C5F90099E}" dt="2026-04-29T14:43:18.457" v="144"/>
          <ac:cxnSpMkLst>
            <pc:docMk/>
            <pc:sldMk cId="3463339464" sldId="318"/>
            <ac:cxnSpMk id="164" creationId="{55BB8492-C6E7-A17E-F1E3-D4F852B87E2E}"/>
          </ac:cxnSpMkLst>
        </pc:cxnChg>
      </pc:sldChg>
      <pc:sldChg chg="modSp add mod">
        <pc:chgData name="Tiago Janela" userId="ee1a79fe-c79c-4f34-9602-7f6f2f0482b3" providerId="ADAL" clId="{D59BA079-2D81-42B2-9E2D-198C5F90099E}" dt="2026-05-04T08:58:42.332" v="182" actId="1076"/>
        <pc:sldMkLst>
          <pc:docMk/>
          <pc:sldMk cId="2762316217" sldId="319"/>
        </pc:sldMkLst>
        <pc:spChg chg="mod">
          <ac:chgData name="Tiago Janela" userId="ee1a79fe-c79c-4f34-9602-7f6f2f0482b3" providerId="ADAL" clId="{D59BA079-2D81-42B2-9E2D-198C5F90099E}" dt="2026-05-04T08:58:37.333" v="181" actId="14100"/>
          <ac:spMkLst>
            <pc:docMk/>
            <pc:sldMk cId="2762316217" sldId="319"/>
            <ac:spMk id="2" creationId="{FE3717CC-511B-C320-EE65-AEB70D6AF7E1}"/>
          </ac:spMkLst>
        </pc:spChg>
        <pc:picChg chg="mod">
          <ac:chgData name="Tiago Janela" userId="ee1a79fe-c79c-4f34-9602-7f6f2f0482b3" providerId="ADAL" clId="{D59BA079-2D81-42B2-9E2D-198C5F90099E}" dt="2026-05-04T08:58:42.332" v="182" actId="1076"/>
          <ac:picMkLst>
            <pc:docMk/>
            <pc:sldMk cId="2762316217" sldId="319"/>
            <ac:picMk id="5" creationId="{5D579DF9-477D-8242-B734-6B7D32EB2F05}"/>
          </ac:picMkLst>
        </pc:picChg>
      </pc:sldChg>
      <pc:sldChg chg="modSp mod">
        <pc:chgData name="Tiago Janela" userId="ee1a79fe-c79c-4f34-9602-7f6f2f0482b3" providerId="ADAL" clId="{D59BA079-2D81-42B2-9E2D-198C5F90099E}" dt="2026-05-04T09:23:25.921" v="515" actId="20577"/>
        <pc:sldMkLst>
          <pc:docMk/>
          <pc:sldMk cId="1364698237" sldId="324"/>
        </pc:sldMkLst>
        <pc:spChg chg="mod">
          <ac:chgData name="Tiago Janela" userId="ee1a79fe-c79c-4f34-9602-7f6f2f0482b3" providerId="ADAL" clId="{D59BA079-2D81-42B2-9E2D-198C5F90099E}" dt="2026-05-04T09:23:25.921" v="515" actId="20577"/>
          <ac:spMkLst>
            <pc:docMk/>
            <pc:sldMk cId="1364698237" sldId="324"/>
            <ac:spMk id="2" creationId="{9FA20452-FA65-AFDC-8768-AEF2985C28BC}"/>
          </ac:spMkLst>
        </pc:spChg>
      </pc:sldChg>
      <pc:sldChg chg="mod ord modShow">
        <pc:chgData name="Tiago Janela" userId="ee1a79fe-c79c-4f34-9602-7f6f2f0482b3" providerId="ADAL" clId="{D59BA079-2D81-42B2-9E2D-198C5F90099E}" dt="2026-05-04T09:13:03.110" v="475"/>
        <pc:sldMkLst>
          <pc:docMk/>
          <pc:sldMk cId="1124214697" sldId="325"/>
        </pc:sldMkLst>
      </pc:sldChg>
      <pc:sldChg chg="addSp delSp modSp mod ord modShow">
        <pc:chgData name="Tiago Janela" userId="ee1a79fe-c79c-4f34-9602-7f6f2f0482b3" providerId="ADAL" clId="{D59BA079-2D81-42B2-9E2D-198C5F90099E}" dt="2026-05-06T08:52:20.644" v="1382" actId="729"/>
        <pc:sldMkLst>
          <pc:docMk/>
          <pc:sldMk cId="3755464060" sldId="326"/>
        </pc:sldMkLst>
        <pc:spChg chg="add mod">
          <ac:chgData name="Tiago Janela" userId="ee1a79fe-c79c-4f34-9602-7f6f2f0482b3" providerId="ADAL" clId="{D59BA079-2D81-42B2-9E2D-198C5F90099E}" dt="2026-05-06T07:27:27.177" v="783" actId="1076"/>
          <ac:spMkLst>
            <pc:docMk/>
            <pc:sldMk cId="3755464060" sldId="326"/>
            <ac:spMk id="2" creationId="{AE310E2B-3177-4459-7DBE-1E9CB21EC7D7}"/>
          </ac:spMkLst>
        </pc:spChg>
        <pc:spChg chg="add del">
          <ac:chgData name="Tiago Janela" userId="ee1a79fe-c79c-4f34-9602-7f6f2f0482b3" providerId="ADAL" clId="{D59BA079-2D81-42B2-9E2D-198C5F90099E}" dt="2026-05-06T07:29:53.324" v="786" actId="22"/>
          <ac:spMkLst>
            <pc:docMk/>
            <pc:sldMk cId="3755464060" sldId="326"/>
            <ac:spMk id="6" creationId="{F5523D4E-A0EB-9819-925D-F4F0AECF2EC1}"/>
          </ac:spMkLst>
        </pc:spChg>
        <pc:spChg chg="mod">
          <ac:chgData name="Tiago Janela" userId="ee1a79fe-c79c-4f34-9602-7f6f2f0482b3" providerId="ADAL" clId="{D59BA079-2D81-42B2-9E2D-198C5F90099E}" dt="2026-05-05T13:31:24.901" v="639" actId="1076"/>
          <ac:spMkLst>
            <pc:docMk/>
            <pc:sldMk cId="3755464060" sldId="326"/>
            <ac:spMk id="29" creationId="{50EF08DE-650D-84D8-23E2-83CD379C9565}"/>
          </ac:spMkLst>
        </pc:spChg>
        <pc:spChg chg="mod">
          <ac:chgData name="Tiago Janela" userId="ee1a79fe-c79c-4f34-9602-7f6f2f0482b3" providerId="ADAL" clId="{D59BA079-2D81-42B2-9E2D-198C5F90099E}" dt="2026-05-05T13:31:34.534" v="641" actId="1076"/>
          <ac:spMkLst>
            <pc:docMk/>
            <pc:sldMk cId="3755464060" sldId="326"/>
            <ac:spMk id="37" creationId="{A9B538AC-1716-FEE9-9303-C64FEB3A2571}"/>
          </ac:spMkLst>
        </pc:spChg>
        <pc:spChg chg="del">
          <ac:chgData name="Tiago Janela" userId="ee1a79fe-c79c-4f34-9602-7f6f2f0482b3" providerId="ADAL" clId="{D59BA079-2D81-42B2-9E2D-198C5F90099E}" dt="2026-05-05T13:32:54.445" v="665" actId="478"/>
          <ac:spMkLst>
            <pc:docMk/>
            <pc:sldMk cId="3755464060" sldId="326"/>
            <ac:spMk id="42" creationId="{666A450C-D0FA-4FC2-D779-9D8A47EBECE0}"/>
          </ac:spMkLst>
        </pc:spChg>
        <pc:spChg chg="mod">
          <ac:chgData name="Tiago Janela" userId="ee1a79fe-c79c-4f34-9602-7f6f2f0482b3" providerId="ADAL" clId="{D59BA079-2D81-42B2-9E2D-198C5F90099E}" dt="2026-05-06T07:28:13.914" v="784" actId="14100"/>
          <ac:spMkLst>
            <pc:docMk/>
            <pc:sldMk cId="3755464060" sldId="326"/>
            <ac:spMk id="51" creationId="{DF18DC75-5559-4AE8-827D-B973B6EC4160}"/>
          </ac:spMkLst>
        </pc:spChg>
        <pc:spChg chg="mod">
          <ac:chgData name="Tiago Janela" userId="ee1a79fe-c79c-4f34-9602-7f6f2f0482b3" providerId="ADAL" clId="{D59BA079-2D81-42B2-9E2D-198C5F90099E}" dt="2026-05-06T07:27:02.337" v="781" actId="1035"/>
          <ac:spMkLst>
            <pc:docMk/>
            <pc:sldMk cId="3755464060" sldId="326"/>
            <ac:spMk id="52" creationId="{F922DABE-82AE-48AF-85C5-9440C52C0694}"/>
          </ac:spMkLst>
        </pc:spChg>
        <pc:picChg chg="mod">
          <ac:chgData name="Tiago Janela" userId="ee1a79fe-c79c-4f34-9602-7f6f2f0482b3" providerId="ADAL" clId="{D59BA079-2D81-42B2-9E2D-198C5F90099E}" dt="2026-05-05T13:31:18.893" v="638" actId="1076"/>
          <ac:picMkLst>
            <pc:docMk/>
            <pc:sldMk cId="3755464060" sldId="326"/>
            <ac:picMk id="3" creationId="{DDBAFE8B-CBB0-4161-AC30-9E26A3A7D934}"/>
          </ac:picMkLst>
        </pc:picChg>
        <pc:picChg chg="mod">
          <ac:chgData name="Tiago Janela" userId="ee1a79fe-c79c-4f34-9602-7f6f2f0482b3" providerId="ADAL" clId="{D59BA079-2D81-42B2-9E2D-198C5F90099E}" dt="2026-05-05T13:31:29.717" v="640" actId="1076"/>
          <ac:picMkLst>
            <pc:docMk/>
            <pc:sldMk cId="3755464060" sldId="326"/>
            <ac:picMk id="5" creationId="{61399038-507A-42DF-8F43-F758B7EB7F76}"/>
          </ac:picMkLst>
        </pc:picChg>
      </pc:sldChg>
      <pc:sldChg chg="modSp mod ord modShow">
        <pc:chgData name="Tiago Janela" userId="ee1a79fe-c79c-4f34-9602-7f6f2f0482b3" providerId="ADAL" clId="{D59BA079-2D81-42B2-9E2D-198C5F90099E}" dt="2026-05-05T13:48:30.307" v="736"/>
        <pc:sldMkLst>
          <pc:docMk/>
          <pc:sldMk cId="3779158166" sldId="328"/>
        </pc:sldMkLst>
        <pc:graphicFrameChg chg="modGraphic">
          <ac:chgData name="Tiago Janela" userId="ee1a79fe-c79c-4f34-9602-7f6f2f0482b3" providerId="ADAL" clId="{D59BA079-2D81-42B2-9E2D-198C5F90099E}" dt="2026-05-04T09:13:30.516" v="477" actId="2062"/>
          <ac:graphicFrameMkLst>
            <pc:docMk/>
            <pc:sldMk cId="3779158166" sldId="328"/>
            <ac:graphicFrameMk id="6" creationId="{345F29B8-8023-4EF0-AFA3-5E9CFB608765}"/>
          </ac:graphicFrameMkLst>
        </pc:graphicFrameChg>
      </pc:sldChg>
      <pc:sldChg chg="modSp mod ord modShow">
        <pc:chgData name="Tiago Janela" userId="ee1a79fe-c79c-4f34-9602-7f6f2f0482b3" providerId="ADAL" clId="{D59BA079-2D81-42B2-9E2D-198C5F90099E}" dt="2026-05-05T13:48:30.307" v="736"/>
        <pc:sldMkLst>
          <pc:docMk/>
          <pc:sldMk cId="3426096625" sldId="329"/>
        </pc:sldMkLst>
        <pc:spChg chg="mod">
          <ac:chgData name="Tiago Janela" userId="ee1a79fe-c79c-4f34-9602-7f6f2f0482b3" providerId="ADAL" clId="{D59BA079-2D81-42B2-9E2D-198C5F90099E}" dt="2026-05-05T13:23:24.728" v="580" actId="20577"/>
          <ac:spMkLst>
            <pc:docMk/>
            <pc:sldMk cId="3426096625" sldId="329"/>
            <ac:spMk id="27" creationId="{A53BDD05-8513-427D-B9AF-06984EBEE9BA}"/>
          </ac:spMkLst>
        </pc:spChg>
      </pc:sldChg>
      <pc:sldChg chg="mod modShow">
        <pc:chgData name="Tiago Janela" userId="ee1a79fe-c79c-4f34-9602-7f6f2f0482b3" providerId="ADAL" clId="{D59BA079-2D81-42B2-9E2D-198C5F90099E}" dt="2026-05-05T13:36:26.880" v="687" actId="729"/>
        <pc:sldMkLst>
          <pc:docMk/>
          <pc:sldMk cId="146704291" sldId="330"/>
        </pc:sldMkLst>
      </pc:sldChg>
      <pc:sldChg chg="addSp modSp mod">
        <pc:chgData name="Tiago Janela" userId="ee1a79fe-c79c-4f34-9602-7f6f2f0482b3" providerId="ADAL" clId="{D59BA079-2D81-42B2-9E2D-198C5F90099E}" dt="2026-05-05T13:30:54.638" v="636" actId="1076"/>
        <pc:sldMkLst>
          <pc:docMk/>
          <pc:sldMk cId="3566053499" sldId="331"/>
        </pc:sldMkLst>
        <pc:spChg chg="mod">
          <ac:chgData name="Tiago Janela" userId="ee1a79fe-c79c-4f34-9602-7f6f2f0482b3" providerId="ADAL" clId="{D59BA079-2D81-42B2-9E2D-198C5F90099E}" dt="2026-05-05T13:30:54.638" v="636" actId="1076"/>
          <ac:spMkLst>
            <pc:docMk/>
            <pc:sldMk cId="3566053499" sldId="331"/>
            <ac:spMk id="8" creationId="{BFA4F87D-A515-0617-5B19-E065DFAAA219}"/>
          </ac:spMkLst>
        </pc:spChg>
        <pc:spChg chg="mod">
          <ac:chgData name="Tiago Janela" userId="ee1a79fe-c79c-4f34-9602-7f6f2f0482b3" providerId="ADAL" clId="{D59BA079-2D81-42B2-9E2D-198C5F90099E}" dt="2026-05-05T13:30:43.131" v="634" actId="2710"/>
          <ac:spMkLst>
            <pc:docMk/>
            <pc:sldMk cId="3566053499" sldId="331"/>
            <ac:spMk id="21" creationId="{DE733898-820F-4456-823E-05ECD33E9336}"/>
          </ac:spMkLst>
        </pc:spChg>
        <pc:graphicFrameChg chg="mod">
          <ac:chgData name="Tiago Janela" userId="ee1a79fe-c79c-4f34-9602-7f6f2f0482b3" providerId="ADAL" clId="{D59BA079-2D81-42B2-9E2D-198C5F90099E}" dt="2026-05-05T13:30:51.254" v="635" actId="1076"/>
          <ac:graphicFrameMkLst>
            <pc:docMk/>
            <pc:sldMk cId="3566053499" sldId="331"/>
            <ac:graphicFrameMk id="11" creationId="{EDFFBEE0-5146-4655-A5DE-8BF02E53C369}"/>
          </ac:graphicFrameMkLst>
        </pc:graphicFrameChg>
        <pc:picChg chg="add mod modCrop">
          <ac:chgData name="Tiago Janela" userId="ee1a79fe-c79c-4f34-9602-7f6f2f0482b3" providerId="ADAL" clId="{D59BA079-2D81-42B2-9E2D-198C5F90099E}" dt="2026-05-05T13:30:17.061" v="619" actId="1076"/>
          <ac:picMkLst>
            <pc:docMk/>
            <pc:sldMk cId="3566053499" sldId="331"/>
            <ac:picMk id="12" creationId="{D1064FAD-E64C-9927-6E77-FA6C9832E143}"/>
          </ac:picMkLst>
        </pc:picChg>
      </pc:sldChg>
      <pc:sldChg chg="addSp delSp modSp mod">
        <pc:chgData name="Tiago Janela" userId="ee1a79fe-c79c-4f34-9602-7f6f2f0482b3" providerId="ADAL" clId="{D59BA079-2D81-42B2-9E2D-198C5F90099E}" dt="2026-05-06T09:09:53.757" v="1606" actId="20577"/>
        <pc:sldMkLst>
          <pc:docMk/>
          <pc:sldMk cId="2810728679" sldId="332"/>
        </pc:sldMkLst>
        <pc:spChg chg="add mod">
          <ac:chgData name="Tiago Janela" userId="ee1a79fe-c79c-4f34-9602-7f6f2f0482b3" providerId="ADAL" clId="{D59BA079-2D81-42B2-9E2D-198C5F90099E}" dt="2026-05-06T09:09:53.757" v="1606" actId="20577"/>
          <ac:spMkLst>
            <pc:docMk/>
            <pc:sldMk cId="2810728679" sldId="332"/>
            <ac:spMk id="6" creationId="{DED637E0-7690-D7EE-84FC-AAEDB39B6D63}"/>
          </ac:spMkLst>
        </pc:spChg>
        <pc:spChg chg="mod">
          <ac:chgData name="Tiago Janela" userId="ee1a79fe-c79c-4f34-9602-7f6f2f0482b3" providerId="ADAL" clId="{D59BA079-2D81-42B2-9E2D-198C5F90099E}" dt="2026-05-06T09:03:46.715" v="1471" actId="1076"/>
          <ac:spMkLst>
            <pc:docMk/>
            <pc:sldMk cId="2810728679" sldId="332"/>
            <ac:spMk id="20" creationId="{01841CB4-C14F-4C4D-9FCA-104EFC611466}"/>
          </ac:spMkLst>
        </pc:spChg>
        <pc:spChg chg="mod">
          <ac:chgData name="Tiago Janela" userId="ee1a79fe-c79c-4f34-9602-7f6f2f0482b3" providerId="ADAL" clId="{D59BA079-2D81-42B2-9E2D-198C5F90099E}" dt="2026-05-06T09:02:14.930" v="1417" actId="165"/>
          <ac:spMkLst>
            <pc:docMk/>
            <pc:sldMk cId="2810728679" sldId="332"/>
            <ac:spMk id="22" creationId="{6A221BB0-FFBC-E869-34CB-BC594E5B0490}"/>
          </ac:spMkLst>
        </pc:spChg>
        <pc:spChg chg="mod topLvl">
          <ac:chgData name="Tiago Janela" userId="ee1a79fe-c79c-4f34-9602-7f6f2f0482b3" providerId="ADAL" clId="{D59BA079-2D81-42B2-9E2D-198C5F90099E}" dt="2026-05-06T09:04:40.158" v="1484" actId="164"/>
          <ac:spMkLst>
            <pc:docMk/>
            <pc:sldMk cId="2810728679" sldId="332"/>
            <ac:spMk id="25" creationId="{8E792690-D447-952D-A5E7-853CC5FB33BB}"/>
          </ac:spMkLst>
        </pc:spChg>
        <pc:spChg chg="mod">
          <ac:chgData name="Tiago Janela" userId="ee1a79fe-c79c-4f34-9602-7f6f2f0482b3" providerId="ADAL" clId="{D59BA079-2D81-42B2-9E2D-198C5F90099E}" dt="2026-05-06T09:03:50.206" v="1474" actId="1076"/>
          <ac:spMkLst>
            <pc:docMk/>
            <pc:sldMk cId="2810728679" sldId="332"/>
            <ac:spMk id="26" creationId="{31AF5DDE-C52A-4B6D-A9BF-07A0043EA48E}"/>
          </ac:spMkLst>
        </pc:spChg>
        <pc:spChg chg="mod">
          <ac:chgData name="Tiago Janela" userId="ee1a79fe-c79c-4f34-9602-7f6f2f0482b3" providerId="ADAL" clId="{D59BA079-2D81-42B2-9E2D-198C5F90099E}" dt="2026-05-06T09:03:41.709" v="1470" actId="1036"/>
          <ac:spMkLst>
            <pc:docMk/>
            <pc:sldMk cId="2810728679" sldId="332"/>
            <ac:spMk id="27" creationId="{7A28ACA2-759C-42E3-8D83-A517AC66D9FE}"/>
          </ac:spMkLst>
        </pc:spChg>
        <pc:spChg chg="mod topLvl">
          <ac:chgData name="Tiago Janela" userId="ee1a79fe-c79c-4f34-9602-7f6f2f0482b3" providerId="ADAL" clId="{D59BA079-2D81-42B2-9E2D-198C5F90099E}" dt="2026-05-06T09:03:13.649" v="1434" actId="404"/>
          <ac:spMkLst>
            <pc:docMk/>
            <pc:sldMk cId="2810728679" sldId="332"/>
            <ac:spMk id="29" creationId="{50EF08DE-650D-84D8-23E2-83CD379C9565}"/>
          </ac:spMkLst>
        </pc:spChg>
        <pc:spChg chg="mod topLvl">
          <ac:chgData name="Tiago Janela" userId="ee1a79fe-c79c-4f34-9602-7f6f2f0482b3" providerId="ADAL" clId="{D59BA079-2D81-42B2-9E2D-198C5F90099E}" dt="2026-05-06T09:03:17.184" v="1436" actId="404"/>
          <ac:spMkLst>
            <pc:docMk/>
            <pc:sldMk cId="2810728679" sldId="332"/>
            <ac:spMk id="37" creationId="{A9B538AC-1716-FEE9-9303-C64FEB3A2571}"/>
          </ac:spMkLst>
        </pc:spChg>
        <pc:spChg chg="del">
          <ac:chgData name="Tiago Janela" userId="ee1a79fe-c79c-4f34-9602-7f6f2f0482b3" providerId="ADAL" clId="{D59BA079-2D81-42B2-9E2D-198C5F90099E}" dt="2026-05-06T09:02:09.143" v="1416" actId="478"/>
          <ac:spMkLst>
            <pc:docMk/>
            <pc:sldMk cId="2810728679" sldId="332"/>
            <ac:spMk id="42" creationId="{666A450C-D0FA-4FC2-D779-9D8A47EBECE0}"/>
          </ac:spMkLst>
        </pc:spChg>
        <pc:grpChg chg="add mod">
          <ac:chgData name="Tiago Janela" userId="ee1a79fe-c79c-4f34-9602-7f6f2f0482b3" providerId="ADAL" clId="{D59BA079-2D81-42B2-9E2D-198C5F90099E}" dt="2026-05-06T09:04:54.093" v="1486" actId="1076"/>
          <ac:grpSpMkLst>
            <pc:docMk/>
            <pc:sldMk cId="2810728679" sldId="332"/>
            <ac:grpSpMk id="2" creationId="{5022242F-CF3F-06C1-0134-DFEA5E0A90B8}"/>
          </ac:grpSpMkLst>
        </pc:grpChg>
        <pc:grpChg chg="add mod">
          <ac:chgData name="Tiago Janela" userId="ee1a79fe-c79c-4f34-9602-7f6f2f0482b3" providerId="ADAL" clId="{D59BA079-2D81-42B2-9E2D-198C5F90099E}" dt="2026-05-06T09:05:03.997" v="1487" actId="1076"/>
          <ac:grpSpMkLst>
            <pc:docMk/>
            <pc:sldMk cId="2810728679" sldId="332"/>
            <ac:grpSpMk id="3" creationId="{ACAEA44E-32B9-801A-E228-CA9FB7D337A5}"/>
          </ac:grpSpMkLst>
        </pc:grpChg>
        <pc:grpChg chg="add mod">
          <ac:chgData name="Tiago Janela" userId="ee1a79fe-c79c-4f34-9602-7f6f2f0482b3" providerId="ADAL" clId="{D59BA079-2D81-42B2-9E2D-198C5F90099E}" dt="2026-05-06T09:04:51.093" v="1485" actId="1076"/>
          <ac:grpSpMkLst>
            <pc:docMk/>
            <pc:sldMk cId="2810728679" sldId="332"/>
            <ac:grpSpMk id="5" creationId="{9A9918A7-63F1-DBDD-176A-D66614EE5350}"/>
          </ac:grpSpMkLst>
        </pc:grpChg>
        <pc:grpChg chg="mod topLvl">
          <ac:chgData name="Tiago Janela" userId="ee1a79fe-c79c-4f34-9602-7f6f2f0482b3" providerId="ADAL" clId="{D59BA079-2D81-42B2-9E2D-198C5F90099E}" dt="2026-05-06T09:04:40.158" v="1484" actId="164"/>
          <ac:grpSpMkLst>
            <pc:docMk/>
            <pc:sldMk cId="2810728679" sldId="332"/>
            <ac:grpSpMk id="21" creationId="{851E801A-07D0-EC46-EC69-B1E3BDC4A0EE}"/>
          </ac:grpSpMkLst>
        </pc:grpChg>
        <pc:grpChg chg="del">
          <ac:chgData name="Tiago Janela" userId="ee1a79fe-c79c-4f34-9602-7f6f2f0482b3" providerId="ADAL" clId="{D59BA079-2D81-42B2-9E2D-198C5F90099E}" dt="2026-05-06T09:02:14.930" v="1417" actId="165"/>
          <ac:grpSpMkLst>
            <pc:docMk/>
            <pc:sldMk cId="2810728679" sldId="332"/>
            <ac:grpSpMk id="49" creationId="{C31E6F76-4E7C-1639-9021-CCC76ADA5882}"/>
          </ac:grpSpMkLst>
        </pc:grpChg>
        <pc:picChg chg="mod">
          <ac:chgData name="Tiago Janela" userId="ee1a79fe-c79c-4f34-9602-7f6f2f0482b3" providerId="ADAL" clId="{D59BA079-2D81-42B2-9E2D-198C5F90099E}" dt="2026-05-06T09:02:20.040" v="1418" actId="164"/>
          <ac:picMkLst>
            <pc:docMk/>
            <pc:sldMk cId="2810728679" sldId="332"/>
            <ac:picMk id="4" creationId="{2B6FC3F7-8023-4F1A-80C4-78814837030C}"/>
          </ac:picMkLst>
        </pc:picChg>
        <pc:picChg chg="mod">
          <ac:chgData name="Tiago Janela" userId="ee1a79fe-c79c-4f34-9602-7f6f2f0482b3" providerId="ADAL" clId="{D59BA079-2D81-42B2-9E2D-198C5F90099E}" dt="2026-05-06T09:02:22.056" v="1419" actId="164"/>
          <ac:picMkLst>
            <pc:docMk/>
            <pc:sldMk cId="2810728679" sldId="332"/>
            <ac:picMk id="7" creationId="{84E291A9-37A2-4845-AADE-EA756DB24E25}"/>
          </ac:picMkLst>
        </pc:picChg>
        <pc:picChg chg="mod">
          <ac:chgData name="Tiago Janela" userId="ee1a79fe-c79c-4f34-9602-7f6f2f0482b3" providerId="ADAL" clId="{D59BA079-2D81-42B2-9E2D-198C5F90099E}" dt="2026-05-06T09:02:14.930" v="1417" actId="165"/>
          <ac:picMkLst>
            <pc:docMk/>
            <pc:sldMk cId="2810728679" sldId="332"/>
            <ac:picMk id="23" creationId="{0FAB87FB-66B8-682E-AC05-EA6B56D8F4FB}"/>
          </ac:picMkLst>
        </pc:picChg>
        <pc:picChg chg="mod">
          <ac:chgData name="Tiago Janela" userId="ee1a79fe-c79c-4f34-9602-7f6f2f0482b3" providerId="ADAL" clId="{D59BA079-2D81-42B2-9E2D-198C5F90099E}" dt="2026-05-06T09:02:14.930" v="1417" actId="165"/>
          <ac:picMkLst>
            <pc:docMk/>
            <pc:sldMk cId="2810728679" sldId="332"/>
            <ac:picMk id="24" creationId="{5AFB6878-0F86-C45A-E83E-50BAC05BCEF5}"/>
          </ac:picMkLst>
        </pc:picChg>
      </pc:sldChg>
      <pc:sldChg chg="addSp delSp modSp del mod">
        <pc:chgData name="Tiago Janela" userId="ee1a79fe-c79c-4f34-9602-7f6f2f0482b3" providerId="ADAL" clId="{D59BA079-2D81-42B2-9E2D-198C5F90099E}" dt="2026-05-06T09:11:48.386" v="1627" actId="47"/>
        <pc:sldMkLst>
          <pc:docMk/>
          <pc:sldMk cId="3716739817" sldId="334"/>
        </pc:sldMkLst>
        <pc:spChg chg="add del mod">
          <ac:chgData name="Tiago Janela" userId="ee1a79fe-c79c-4f34-9602-7f6f2f0482b3" providerId="ADAL" clId="{D59BA079-2D81-42B2-9E2D-198C5F90099E}" dt="2026-05-06T09:11:14.702" v="1623" actId="164"/>
          <ac:spMkLst>
            <pc:docMk/>
            <pc:sldMk cId="3716739817" sldId="334"/>
            <ac:spMk id="20" creationId="{01841CB4-C14F-4C4D-9FCA-104EFC611466}"/>
          </ac:spMkLst>
        </pc:spChg>
        <pc:spChg chg="mod">
          <ac:chgData name="Tiago Janela" userId="ee1a79fe-c79c-4f34-9602-7f6f2f0482b3" providerId="ADAL" clId="{D59BA079-2D81-42B2-9E2D-198C5F90099E}" dt="2026-05-06T09:11:14.702" v="1623" actId="164"/>
          <ac:spMkLst>
            <pc:docMk/>
            <pc:sldMk cId="3716739817" sldId="334"/>
            <ac:spMk id="26" creationId="{31AF5DDE-C52A-4B6D-A9BF-07A0043EA48E}"/>
          </ac:spMkLst>
        </pc:spChg>
        <pc:spChg chg="mod">
          <ac:chgData name="Tiago Janela" userId="ee1a79fe-c79c-4f34-9602-7f6f2f0482b3" providerId="ADAL" clId="{D59BA079-2D81-42B2-9E2D-198C5F90099E}" dt="2026-05-06T09:11:14.702" v="1623" actId="164"/>
          <ac:spMkLst>
            <pc:docMk/>
            <pc:sldMk cId="3716739817" sldId="334"/>
            <ac:spMk id="27" creationId="{7A28ACA2-759C-42E3-8D83-A517AC66D9FE}"/>
          </ac:spMkLst>
        </pc:spChg>
        <pc:grpChg chg="add mod">
          <ac:chgData name="Tiago Janela" userId="ee1a79fe-c79c-4f34-9602-7f6f2f0482b3" providerId="ADAL" clId="{D59BA079-2D81-42B2-9E2D-198C5F90099E}" dt="2026-05-06T09:11:14.702" v="1623" actId="164"/>
          <ac:grpSpMkLst>
            <pc:docMk/>
            <pc:sldMk cId="3716739817" sldId="334"/>
            <ac:grpSpMk id="2" creationId="{3615F4C9-6B6B-811D-6B33-783955FAED18}"/>
          </ac:grpSpMkLst>
        </pc:grpChg>
      </pc:sldChg>
      <pc:sldChg chg="addSp delSp modSp mod modNotesTx">
        <pc:chgData name="Tiago Janela" userId="ee1a79fe-c79c-4f34-9602-7f6f2f0482b3" providerId="ADAL" clId="{D59BA079-2D81-42B2-9E2D-198C5F90099E}" dt="2026-05-06T10:28:15.626" v="1715" actId="20577"/>
        <pc:sldMkLst>
          <pc:docMk/>
          <pc:sldMk cId="997677161" sldId="335"/>
        </pc:sldMkLst>
        <pc:spChg chg="del mod">
          <ac:chgData name="Tiago Janela" userId="ee1a79fe-c79c-4f34-9602-7f6f2f0482b3" providerId="ADAL" clId="{D59BA079-2D81-42B2-9E2D-198C5F90099E}" dt="2026-05-06T09:14:14.602" v="1641" actId="478"/>
          <ac:spMkLst>
            <pc:docMk/>
            <pc:sldMk cId="997677161" sldId="335"/>
            <ac:spMk id="53" creationId="{30203F87-23CF-4F27-9ED8-858FD5C8BAB5}"/>
          </ac:spMkLst>
        </pc:spChg>
        <pc:spChg chg="mod">
          <ac:chgData name="Tiago Janela" userId="ee1a79fe-c79c-4f34-9602-7f6f2f0482b3" providerId="ADAL" clId="{D59BA079-2D81-42B2-9E2D-198C5F90099E}" dt="2026-05-06T09:13:57.866" v="1638" actId="14100"/>
          <ac:spMkLst>
            <pc:docMk/>
            <pc:sldMk cId="997677161" sldId="335"/>
            <ac:spMk id="64" creationId="{796D7F20-3E62-4DC7-B9AE-BE93AFDFAEFB}"/>
          </ac:spMkLst>
        </pc:spChg>
        <pc:picChg chg="add mod">
          <ac:chgData name="Tiago Janela" userId="ee1a79fe-c79c-4f34-9602-7f6f2f0482b3" providerId="ADAL" clId="{D59BA079-2D81-42B2-9E2D-198C5F90099E}" dt="2026-05-06T09:13:02.539" v="1632" actId="1076"/>
          <ac:picMkLst>
            <pc:docMk/>
            <pc:sldMk cId="997677161" sldId="335"/>
            <ac:picMk id="3" creationId="{B33A209D-3182-7189-3424-2E0DC3A62557}"/>
          </ac:picMkLst>
        </pc:picChg>
        <pc:picChg chg="add mod">
          <ac:chgData name="Tiago Janela" userId="ee1a79fe-c79c-4f34-9602-7f6f2f0482b3" providerId="ADAL" clId="{D59BA079-2D81-42B2-9E2D-198C5F90099E}" dt="2026-05-06T09:14:02.121" v="1639" actId="1076"/>
          <ac:picMkLst>
            <pc:docMk/>
            <pc:sldMk cId="997677161" sldId="335"/>
            <ac:picMk id="5" creationId="{9419031D-EA28-7F26-8092-8C420B4E0C42}"/>
          </ac:picMkLst>
        </pc:picChg>
      </pc:sldChg>
      <pc:sldChg chg="modSp add mod">
        <pc:chgData name="Tiago Janela" userId="ee1a79fe-c79c-4f34-9602-7f6f2f0482b3" providerId="ADAL" clId="{D59BA079-2D81-42B2-9E2D-198C5F90099E}" dt="2026-05-06T09:56:48.901" v="1642" actId="14100"/>
        <pc:sldMkLst>
          <pc:docMk/>
          <pc:sldMk cId="3444204440" sldId="336"/>
        </pc:sldMkLst>
        <pc:spChg chg="mod">
          <ac:chgData name="Tiago Janela" userId="ee1a79fe-c79c-4f34-9602-7f6f2f0482b3" providerId="ADAL" clId="{D59BA079-2D81-42B2-9E2D-198C5F90099E}" dt="2026-05-06T09:56:48.901" v="1642" actId="14100"/>
          <ac:spMkLst>
            <pc:docMk/>
            <pc:sldMk cId="3444204440" sldId="336"/>
            <ac:spMk id="6" creationId="{D7B2428B-EA79-8914-0F18-377276EFBD21}"/>
          </ac:spMkLst>
        </pc:spChg>
        <pc:picChg chg="mod">
          <ac:chgData name="Tiago Janela" userId="ee1a79fe-c79c-4f34-9602-7f6f2f0482b3" providerId="ADAL" clId="{D59BA079-2D81-42B2-9E2D-198C5F90099E}" dt="2026-05-04T08:58:09.933" v="178" actId="1076"/>
          <ac:picMkLst>
            <pc:docMk/>
            <pc:sldMk cId="3444204440" sldId="336"/>
            <ac:picMk id="5" creationId="{5D579DF9-477D-8242-B734-6B7D32EB2F05}"/>
          </ac:picMkLst>
        </pc:picChg>
      </pc:sldChg>
      <pc:sldChg chg="delSp modSp add mod">
        <pc:chgData name="Tiago Janela" userId="ee1a79fe-c79c-4f34-9602-7f6f2f0482b3" providerId="ADAL" clId="{D59BA079-2D81-42B2-9E2D-198C5F90099E}" dt="2026-05-04T09:08:17.788" v="326" actId="20577"/>
        <pc:sldMkLst>
          <pc:docMk/>
          <pc:sldMk cId="4055496896" sldId="337"/>
        </pc:sldMkLst>
        <pc:spChg chg="mod">
          <ac:chgData name="Tiago Janela" userId="ee1a79fe-c79c-4f34-9602-7f6f2f0482b3" providerId="ADAL" clId="{D59BA079-2D81-42B2-9E2D-198C5F90099E}" dt="2026-05-04T09:08:17.788" v="326" actId="20577"/>
          <ac:spMkLst>
            <pc:docMk/>
            <pc:sldMk cId="4055496896" sldId="337"/>
            <ac:spMk id="2" creationId="{870990D0-7AC5-46BA-6FC4-274F8E0A3ABE}"/>
          </ac:spMkLst>
        </pc:spChg>
        <pc:spChg chg="del">
          <ac:chgData name="Tiago Janela" userId="ee1a79fe-c79c-4f34-9602-7f6f2f0482b3" providerId="ADAL" clId="{D59BA079-2D81-42B2-9E2D-198C5F90099E}" dt="2026-05-04T09:06:17.038" v="234" actId="478"/>
          <ac:spMkLst>
            <pc:docMk/>
            <pc:sldMk cId="4055496896" sldId="337"/>
            <ac:spMk id="8" creationId="{A220120A-93C6-EC45-A145-4081B130C30E}"/>
          </ac:spMkLst>
        </pc:spChg>
        <pc:spChg chg="mod">
          <ac:chgData name="Tiago Janela" userId="ee1a79fe-c79c-4f34-9602-7f6f2f0482b3" providerId="ADAL" clId="{D59BA079-2D81-42B2-9E2D-198C5F90099E}" dt="2026-05-04T09:07:40.084" v="275" actId="20577"/>
          <ac:spMkLst>
            <pc:docMk/>
            <pc:sldMk cId="4055496896" sldId="337"/>
            <ac:spMk id="163" creationId="{57944F4B-F502-E7CC-8790-8737702BC6AC}"/>
          </ac:spMkLst>
        </pc:spChg>
        <pc:picChg chg="del">
          <ac:chgData name="Tiago Janela" userId="ee1a79fe-c79c-4f34-9602-7f6f2f0482b3" providerId="ADAL" clId="{D59BA079-2D81-42B2-9E2D-198C5F90099E}" dt="2026-05-04T09:06:19.196" v="237" actId="478"/>
          <ac:picMkLst>
            <pc:docMk/>
            <pc:sldMk cId="4055496896" sldId="337"/>
            <ac:picMk id="9" creationId="{EDEA14B7-C0BC-9848-C63F-327BCC90C2A2}"/>
          </ac:picMkLst>
        </pc:picChg>
        <pc:picChg chg="del">
          <ac:chgData name="Tiago Janela" userId="ee1a79fe-c79c-4f34-9602-7f6f2f0482b3" providerId="ADAL" clId="{D59BA079-2D81-42B2-9E2D-198C5F90099E}" dt="2026-05-04T09:06:18.644" v="236" actId="478"/>
          <ac:picMkLst>
            <pc:docMk/>
            <pc:sldMk cId="4055496896" sldId="337"/>
            <ac:picMk id="10" creationId="{AEC186C5-E5F9-A5FB-266D-877A0F3143EA}"/>
          </ac:picMkLst>
        </pc:picChg>
        <pc:cxnChg chg="del mod">
          <ac:chgData name="Tiago Janela" userId="ee1a79fe-c79c-4f34-9602-7f6f2f0482b3" providerId="ADAL" clId="{D59BA079-2D81-42B2-9E2D-198C5F90099E}" dt="2026-05-04T09:06:17.841" v="235" actId="478"/>
          <ac:cxnSpMkLst>
            <pc:docMk/>
            <pc:sldMk cId="4055496896" sldId="337"/>
            <ac:cxnSpMk id="11" creationId="{800D65FB-8069-2F90-2859-B2A57A9BB2C4}"/>
          </ac:cxnSpMkLst>
        </pc:cxnChg>
      </pc:sldChg>
      <pc:sldChg chg="add mod ord modShow">
        <pc:chgData name="Tiago Janela" userId="ee1a79fe-c79c-4f34-9602-7f6f2f0482b3" providerId="ADAL" clId="{D59BA079-2D81-42B2-9E2D-198C5F90099E}" dt="2026-05-05T13:48:30.307" v="736"/>
        <pc:sldMkLst>
          <pc:docMk/>
          <pc:sldMk cId="1589848157" sldId="338"/>
        </pc:sldMkLst>
      </pc:sldChg>
      <pc:sldChg chg="addSp delSp modSp add mod">
        <pc:chgData name="Tiago Janela" userId="ee1a79fe-c79c-4f34-9602-7f6f2f0482b3" providerId="ADAL" clId="{D59BA079-2D81-42B2-9E2D-198C5F90099E}" dt="2026-05-06T08:59:28.446" v="1406" actId="1076"/>
        <pc:sldMkLst>
          <pc:docMk/>
          <pc:sldMk cId="144444334" sldId="339"/>
        </pc:sldMkLst>
        <pc:spChg chg="add mod">
          <ac:chgData name="Tiago Janela" userId="ee1a79fe-c79c-4f34-9602-7f6f2f0482b3" providerId="ADAL" clId="{D59BA079-2D81-42B2-9E2D-198C5F90099E}" dt="2026-05-05T13:21:11.908" v="565"/>
          <ac:spMkLst>
            <pc:docMk/>
            <pc:sldMk cId="144444334" sldId="339"/>
            <ac:spMk id="2" creationId="{5D83377C-B5EC-1A7A-2400-AB28EA9E9168}"/>
          </ac:spMkLst>
        </pc:spChg>
        <pc:spChg chg="add del mod">
          <ac:chgData name="Tiago Janela" userId="ee1a79fe-c79c-4f34-9602-7f6f2f0482b3" providerId="ADAL" clId="{D59BA079-2D81-42B2-9E2D-198C5F90099E}" dt="2026-05-05T13:27:04.087" v="610" actId="20577"/>
          <ac:spMkLst>
            <pc:docMk/>
            <pc:sldMk cId="144444334" sldId="339"/>
            <ac:spMk id="4" creationId="{08549A29-CC8A-50BB-3947-C6A814B9A658}"/>
          </ac:spMkLst>
        </pc:spChg>
        <pc:spChg chg="add del mod">
          <ac:chgData name="Tiago Janela" userId="ee1a79fe-c79c-4f34-9602-7f6f2f0482b3" providerId="ADAL" clId="{D59BA079-2D81-42B2-9E2D-198C5F90099E}" dt="2026-05-05T13:22:24.928" v="575" actId="478"/>
          <ac:spMkLst>
            <pc:docMk/>
            <pc:sldMk cId="144444334" sldId="339"/>
            <ac:spMk id="6" creationId="{A39AFBAE-2482-20C8-6858-B5615A233542}"/>
          </ac:spMkLst>
        </pc:spChg>
        <pc:spChg chg="add del">
          <ac:chgData name="Tiago Janela" userId="ee1a79fe-c79c-4f34-9602-7f6f2f0482b3" providerId="ADAL" clId="{D59BA079-2D81-42B2-9E2D-198C5F90099E}" dt="2026-05-05T13:23:22.797" v="579" actId="22"/>
          <ac:spMkLst>
            <pc:docMk/>
            <pc:sldMk cId="144444334" sldId="339"/>
            <ac:spMk id="8" creationId="{FCBE831D-FE62-9FDC-E9FC-5F328057E799}"/>
          </ac:spMkLst>
        </pc:spChg>
        <pc:spChg chg="add del mod">
          <ac:chgData name="Tiago Janela" userId="ee1a79fe-c79c-4f34-9602-7f6f2f0482b3" providerId="ADAL" clId="{D59BA079-2D81-42B2-9E2D-198C5F90099E}" dt="2026-05-05T13:24:17.270" v="586" actId="478"/>
          <ac:spMkLst>
            <pc:docMk/>
            <pc:sldMk cId="144444334" sldId="339"/>
            <ac:spMk id="9" creationId="{D8026DCF-6AC4-0FC6-C935-79EC2B134D1D}"/>
          </ac:spMkLst>
        </pc:spChg>
        <pc:spChg chg="add del mod">
          <ac:chgData name="Tiago Janela" userId="ee1a79fe-c79c-4f34-9602-7f6f2f0482b3" providerId="ADAL" clId="{D59BA079-2D81-42B2-9E2D-198C5F90099E}" dt="2026-05-05T13:24:28.151" v="591" actId="478"/>
          <ac:spMkLst>
            <pc:docMk/>
            <pc:sldMk cId="144444334" sldId="339"/>
            <ac:spMk id="10" creationId="{71C5A4BC-4F98-6E2C-B635-453A8A59F908}"/>
          </ac:spMkLst>
        </pc:spChg>
        <pc:spChg chg="add mod">
          <ac:chgData name="Tiago Janela" userId="ee1a79fe-c79c-4f34-9602-7f6f2f0482b3" providerId="ADAL" clId="{D59BA079-2D81-42B2-9E2D-198C5F90099E}" dt="2026-05-06T08:59:28.446" v="1406" actId="1076"/>
          <ac:spMkLst>
            <pc:docMk/>
            <pc:sldMk cId="144444334" sldId="339"/>
            <ac:spMk id="11" creationId="{6BAC3943-B573-B8F2-C922-8C32A6293D05}"/>
          </ac:spMkLst>
        </pc:spChg>
        <pc:spChg chg="del">
          <ac:chgData name="Tiago Janela" userId="ee1a79fe-c79c-4f34-9602-7f6f2f0482b3" providerId="ADAL" clId="{D59BA079-2D81-42B2-9E2D-198C5F90099E}" dt="2026-05-05T13:20:50.624" v="559" actId="478"/>
          <ac:spMkLst>
            <pc:docMk/>
            <pc:sldMk cId="144444334" sldId="339"/>
            <ac:spMk id="29" creationId="{50EF08DE-650D-84D8-23E2-83CD379C9565}"/>
          </ac:spMkLst>
        </pc:spChg>
        <pc:spChg chg="del">
          <ac:chgData name="Tiago Janela" userId="ee1a79fe-c79c-4f34-9602-7f6f2f0482b3" providerId="ADAL" clId="{D59BA079-2D81-42B2-9E2D-198C5F90099E}" dt="2026-05-05T13:20:51.783" v="560" actId="478"/>
          <ac:spMkLst>
            <pc:docMk/>
            <pc:sldMk cId="144444334" sldId="339"/>
            <ac:spMk id="37" creationId="{A9B538AC-1716-FEE9-9303-C64FEB3A2571}"/>
          </ac:spMkLst>
        </pc:spChg>
        <pc:spChg chg="del">
          <ac:chgData name="Tiago Janela" userId="ee1a79fe-c79c-4f34-9602-7f6f2f0482b3" providerId="ADAL" clId="{D59BA079-2D81-42B2-9E2D-198C5F90099E}" dt="2026-05-05T13:21:07.297" v="564" actId="478"/>
          <ac:spMkLst>
            <pc:docMk/>
            <pc:sldMk cId="144444334" sldId="339"/>
            <ac:spMk id="42" creationId="{666A450C-D0FA-4FC2-D779-9D8A47EBECE0}"/>
          </ac:spMkLst>
        </pc:spChg>
        <pc:spChg chg="del mod">
          <ac:chgData name="Tiago Janela" userId="ee1a79fe-c79c-4f34-9602-7f6f2f0482b3" providerId="ADAL" clId="{D59BA079-2D81-42B2-9E2D-198C5F90099E}" dt="2026-05-05T13:20:48.049" v="558" actId="478"/>
          <ac:spMkLst>
            <pc:docMk/>
            <pc:sldMk cId="144444334" sldId="339"/>
            <ac:spMk id="51" creationId="{DF18DC75-5559-4AE8-827D-B973B6EC4160}"/>
          </ac:spMkLst>
        </pc:spChg>
        <pc:spChg chg="del">
          <ac:chgData name="Tiago Janela" userId="ee1a79fe-c79c-4f34-9602-7f6f2f0482b3" providerId="ADAL" clId="{D59BA079-2D81-42B2-9E2D-198C5F90099E}" dt="2026-05-05T13:20:46.960" v="556" actId="478"/>
          <ac:spMkLst>
            <pc:docMk/>
            <pc:sldMk cId="144444334" sldId="339"/>
            <ac:spMk id="52" creationId="{F922DABE-82AE-48AF-85C5-9440C52C0694}"/>
          </ac:spMkLst>
        </pc:spChg>
        <pc:grpChg chg="add del">
          <ac:chgData name="Tiago Janela" userId="ee1a79fe-c79c-4f34-9602-7f6f2f0482b3" providerId="ADAL" clId="{D59BA079-2D81-42B2-9E2D-198C5F90099E}" dt="2026-05-05T13:20:54.529" v="563" actId="478"/>
          <ac:grpSpMkLst>
            <pc:docMk/>
            <pc:sldMk cId="144444334" sldId="339"/>
            <ac:grpSpMk id="49" creationId="{C31E6F76-4E7C-1639-9021-CCC76ADA5882}"/>
          </ac:grpSpMkLst>
        </pc:grpChg>
        <pc:picChg chg="del">
          <ac:chgData name="Tiago Janela" userId="ee1a79fe-c79c-4f34-9602-7f6f2f0482b3" providerId="ADAL" clId="{D59BA079-2D81-42B2-9E2D-198C5F90099E}" dt="2026-05-05T13:20:45.937" v="555" actId="478"/>
          <ac:picMkLst>
            <pc:docMk/>
            <pc:sldMk cId="144444334" sldId="339"/>
            <ac:picMk id="3" creationId="{DDBAFE8B-CBB0-4161-AC30-9E26A3A7D934}"/>
          </ac:picMkLst>
        </pc:picChg>
        <pc:picChg chg="del">
          <ac:chgData name="Tiago Janela" userId="ee1a79fe-c79c-4f34-9602-7f6f2f0482b3" providerId="ADAL" clId="{D59BA079-2D81-42B2-9E2D-198C5F90099E}" dt="2026-05-05T13:20:52.408" v="561" actId="478"/>
          <ac:picMkLst>
            <pc:docMk/>
            <pc:sldMk cId="144444334" sldId="339"/>
            <ac:picMk id="5" creationId="{61399038-507A-42DF-8F43-F758B7EB7F76}"/>
          </ac:picMkLst>
        </pc:picChg>
      </pc:sldChg>
      <pc:sldChg chg="addSp new del">
        <pc:chgData name="Tiago Janela" userId="ee1a79fe-c79c-4f34-9602-7f6f2f0482b3" providerId="ADAL" clId="{D59BA079-2D81-42B2-9E2D-198C5F90099E}" dt="2026-05-05T13:38:26.707" v="691" actId="47"/>
        <pc:sldMkLst>
          <pc:docMk/>
          <pc:sldMk cId="3167223305" sldId="340"/>
        </pc:sldMkLst>
        <pc:spChg chg="add">
          <ac:chgData name="Tiago Janela" userId="ee1a79fe-c79c-4f34-9602-7f6f2f0482b3" providerId="ADAL" clId="{D59BA079-2D81-42B2-9E2D-198C5F90099E}" dt="2026-05-05T13:38:22.435" v="689"/>
          <ac:spMkLst>
            <pc:docMk/>
            <pc:sldMk cId="3167223305" sldId="340"/>
            <ac:spMk id="4" creationId="{A845F8FB-FE6A-D60A-815A-2028DF98C40B}"/>
          </ac:spMkLst>
        </pc:spChg>
      </pc:sldChg>
      <pc:sldChg chg="addSp modSp add mod ord">
        <pc:chgData name="Tiago Janela" userId="ee1a79fe-c79c-4f34-9602-7f6f2f0482b3" providerId="ADAL" clId="{D59BA079-2D81-42B2-9E2D-198C5F90099E}" dt="2026-05-06T10:30:25.865" v="1732" actId="20577"/>
        <pc:sldMkLst>
          <pc:docMk/>
          <pc:sldMk cId="2113963008" sldId="341"/>
        </pc:sldMkLst>
        <pc:spChg chg="mod">
          <ac:chgData name="Tiago Janela" userId="ee1a79fe-c79c-4f34-9602-7f6f2f0482b3" providerId="ADAL" clId="{D59BA079-2D81-42B2-9E2D-198C5F90099E}" dt="2026-05-06T10:30:25.865" v="1732" actId="20577"/>
          <ac:spMkLst>
            <pc:docMk/>
            <pc:sldMk cId="2113963008" sldId="341"/>
            <ac:spMk id="2" creationId="{870990D0-7AC5-46BA-6FC4-274F8E0A3ABE}"/>
          </ac:spMkLst>
        </pc:spChg>
        <pc:spChg chg="add">
          <ac:chgData name="Tiago Janela" userId="ee1a79fe-c79c-4f34-9602-7f6f2f0482b3" providerId="ADAL" clId="{D59BA079-2D81-42B2-9E2D-198C5F90099E}" dt="2026-05-05T13:38:55.271" v="694"/>
          <ac:spMkLst>
            <pc:docMk/>
            <pc:sldMk cId="2113963008" sldId="341"/>
            <ac:spMk id="3" creationId="{4D757224-3A8A-FBA6-CDD0-74CDE8418D10}"/>
          </ac:spMkLst>
        </pc:spChg>
      </pc:sldChg>
      <pc:sldChg chg="addSp delSp modSp add del mod">
        <pc:chgData name="Tiago Janela" userId="ee1a79fe-c79c-4f34-9602-7f6f2f0482b3" providerId="ADAL" clId="{D59BA079-2D81-42B2-9E2D-198C5F90099E}" dt="2026-05-06T08:52:09.888" v="1379" actId="47"/>
        <pc:sldMkLst>
          <pc:docMk/>
          <pc:sldMk cId="1050113252" sldId="342"/>
        </pc:sldMkLst>
        <pc:spChg chg="del">
          <ac:chgData name="Tiago Janela" userId="ee1a79fe-c79c-4f34-9602-7f6f2f0482b3" providerId="ADAL" clId="{D59BA079-2D81-42B2-9E2D-198C5F90099E}" dt="2026-05-06T07:30:19.377" v="792" actId="478"/>
          <ac:spMkLst>
            <pc:docMk/>
            <pc:sldMk cId="1050113252" sldId="342"/>
            <ac:spMk id="2" creationId="{AE310E2B-3177-4459-7DBE-1E9CB21EC7D7}"/>
          </ac:spMkLst>
        </pc:spChg>
        <pc:spChg chg="add mod">
          <ac:chgData name="Tiago Janela" userId="ee1a79fe-c79c-4f34-9602-7f6f2f0482b3" providerId="ADAL" clId="{D59BA079-2D81-42B2-9E2D-198C5F90099E}" dt="2026-05-06T07:41:29.478" v="1007" actId="113"/>
          <ac:spMkLst>
            <pc:docMk/>
            <pc:sldMk cId="1050113252" sldId="342"/>
            <ac:spMk id="4" creationId="{358653B1-D495-4911-55CF-393D4E916619}"/>
          </ac:spMkLst>
        </pc:spChg>
        <pc:spChg chg="add mod">
          <ac:chgData name="Tiago Janela" userId="ee1a79fe-c79c-4f34-9602-7f6f2f0482b3" providerId="ADAL" clId="{D59BA079-2D81-42B2-9E2D-198C5F90099E}" dt="2026-05-06T07:38:28.632" v="903" actId="1076"/>
          <ac:spMkLst>
            <pc:docMk/>
            <pc:sldMk cId="1050113252" sldId="342"/>
            <ac:spMk id="8" creationId="{AFDF3C02-C447-FC59-76A6-9624BCA2E3FD}"/>
          </ac:spMkLst>
        </pc:spChg>
        <pc:spChg chg="add mod">
          <ac:chgData name="Tiago Janela" userId="ee1a79fe-c79c-4f34-9602-7f6f2f0482b3" providerId="ADAL" clId="{D59BA079-2D81-42B2-9E2D-198C5F90099E}" dt="2026-05-06T07:35:09.704" v="851" actId="1076"/>
          <ac:spMkLst>
            <pc:docMk/>
            <pc:sldMk cId="1050113252" sldId="342"/>
            <ac:spMk id="9" creationId="{3189449A-B573-375D-E96C-E67939BC39FB}"/>
          </ac:spMkLst>
        </pc:spChg>
        <pc:spChg chg="add del mod">
          <ac:chgData name="Tiago Janela" userId="ee1a79fe-c79c-4f34-9602-7f6f2f0482b3" providerId="ADAL" clId="{D59BA079-2D81-42B2-9E2D-198C5F90099E}" dt="2026-05-06T07:39:00.410" v="910" actId="21"/>
          <ac:spMkLst>
            <pc:docMk/>
            <pc:sldMk cId="1050113252" sldId="342"/>
            <ac:spMk id="10" creationId="{B60EDEB1-2F48-6602-BC1E-A44BEE378E8F}"/>
          </ac:spMkLst>
        </pc:spChg>
        <pc:spChg chg="add mod">
          <ac:chgData name="Tiago Janela" userId="ee1a79fe-c79c-4f34-9602-7f6f2f0482b3" providerId="ADAL" clId="{D59BA079-2D81-42B2-9E2D-198C5F90099E}" dt="2026-05-06T07:39:01.947" v="911"/>
          <ac:spMkLst>
            <pc:docMk/>
            <pc:sldMk cId="1050113252" sldId="342"/>
            <ac:spMk id="11" creationId="{B60EDEB1-2F48-6602-BC1E-A44BEE378E8F}"/>
          </ac:spMkLst>
        </pc:spChg>
        <pc:spChg chg="add mod">
          <ac:chgData name="Tiago Janela" userId="ee1a79fe-c79c-4f34-9602-7f6f2f0482b3" providerId="ADAL" clId="{D59BA079-2D81-42B2-9E2D-198C5F90099E}" dt="2026-05-06T07:39:07.444" v="915"/>
          <ac:spMkLst>
            <pc:docMk/>
            <pc:sldMk cId="1050113252" sldId="342"/>
            <ac:spMk id="12" creationId="{ED1DA064-A957-6CD1-C592-08B404A5ADFC}"/>
          </ac:spMkLst>
        </pc:spChg>
        <pc:spChg chg="mod">
          <ac:chgData name="Tiago Janela" userId="ee1a79fe-c79c-4f34-9602-7f6f2f0482b3" providerId="ADAL" clId="{D59BA079-2D81-42B2-9E2D-198C5F90099E}" dt="2026-05-06T07:30:28.795" v="796" actId="165"/>
          <ac:spMkLst>
            <pc:docMk/>
            <pc:sldMk cId="1050113252" sldId="342"/>
            <ac:spMk id="22" creationId="{6A221BB0-FFBC-E869-34CB-BC594E5B0490}"/>
          </ac:spMkLst>
        </pc:spChg>
        <pc:spChg chg="mod topLvl">
          <ac:chgData name="Tiago Janela" userId="ee1a79fe-c79c-4f34-9602-7f6f2f0482b3" providerId="ADAL" clId="{D59BA079-2D81-42B2-9E2D-198C5F90099E}" dt="2026-05-06T07:32:18.184" v="826" actId="1076"/>
          <ac:spMkLst>
            <pc:docMk/>
            <pc:sldMk cId="1050113252" sldId="342"/>
            <ac:spMk id="25" creationId="{8E792690-D447-952D-A5E7-853CC5FB33BB}"/>
          </ac:spMkLst>
        </pc:spChg>
        <pc:spChg chg="mod topLvl">
          <ac:chgData name="Tiago Janela" userId="ee1a79fe-c79c-4f34-9602-7f6f2f0482b3" providerId="ADAL" clId="{D59BA079-2D81-42B2-9E2D-198C5F90099E}" dt="2026-05-06T07:32:35.314" v="830" actId="164"/>
          <ac:spMkLst>
            <pc:docMk/>
            <pc:sldMk cId="1050113252" sldId="342"/>
            <ac:spMk id="29" creationId="{50EF08DE-650D-84D8-23E2-83CD379C9565}"/>
          </ac:spMkLst>
        </pc:spChg>
        <pc:spChg chg="mod topLvl">
          <ac:chgData name="Tiago Janela" userId="ee1a79fe-c79c-4f34-9602-7f6f2f0482b3" providerId="ADAL" clId="{D59BA079-2D81-42B2-9E2D-198C5F90099E}" dt="2026-05-06T07:32:37.010" v="831" actId="164"/>
          <ac:spMkLst>
            <pc:docMk/>
            <pc:sldMk cId="1050113252" sldId="342"/>
            <ac:spMk id="37" creationId="{A9B538AC-1716-FEE9-9303-C64FEB3A2571}"/>
          </ac:spMkLst>
        </pc:spChg>
        <pc:spChg chg="del mod">
          <ac:chgData name="Tiago Janela" userId="ee1a79fe-c79c-4f34-9602-7f6f2f0482b3" providerId="ADAL" clId="{D59BA079-2D81-42B2-9E2D-198C5F90099E}" dt="2026-05-06T07:31:52.778" v="817" actId="478"/>
          <ac:spMkLst>
            <pc:docMk/>
            <pc:sldMk cId="1050113252" sldId="342"/>
            <ac:spMk id="51" creationId="{DF18DC75-5559-4AE8-827D-B973B6EC4160}"/>
          </ac:spMkLst>
        </pc:spChg>
        <pc:spChg chg="del mod">
          <ac:chgData name="Tiago Janela" userId="ee1a79fe-c79c-4f34-9602-7f6f2f0482b3" providerId="ADAL" clId="{D59BA079-2D81-42B2-9E2D-198C5F90099E}" dt="2026-05-06T07:31:54.177" v="818" actId="478"/>
          <ac:spMkLst>
            <pc:docMk/>
            <pc:sldMk cId="1050113252" sldId="342"/>
            <ac:spMk id="52" creationId="{F922DABE-82AE-48AF-85C5-9440C52C0694}"/>
          </ac:spMkLst>
        </pc:spChg>
        <pc:grpChg chg="add del mod">
          <ac:chgData name="Tiago Janela" userId="ee1a79fe-c79c-4f34-9602-7f6f2f0482b3" providerId="ADAL" clId="{D59BA079-2D81-42B2-9E2D-198C5F90099E}" dt="2026-05-06T07:40:41.560" v="1002" actId="21"/>
          <ac:grpSpMkLst>
            <pc:docMk/>
            <pc:sldMk cId="1050113252" sldId="342"/>
            <ac:grpSpMk id="6" creationId="{42A0CE60-43C7-5BDE-C34B-BCEB643B6873}"/>
          </ac:grpSpMkLst>
        </pc:grpChg>
        <pc:grpChg chg="add mod">
          <ac:chgData name="Tiago Janela" userId="ee1a79fe-c79c-4f34-9602-7f6f2f0482b3" providerId="ADAL" clId="{D59BA079-2D81-42B2-9E2D-198C5F90099E}" dt="2026-05-06T07:41:05.059" v="1005" actId="1076"/>
          <ac:grpSpMkLst>
            <pc:docMk/>
            <pc:sldMk cId="1050113252" sldId="342"/>
            <ac:grpSpMk id="7" creationId="{BFFE8376-3A94-DC2C-0479-7E03CC5546D4}"/>
          </ac:grpSpMkLst>
        </pc:grpChg>
        <pc:grpChg chg="mod topLvl">
          <ac:chgData name="Tiago Janela" userId="ee1a79fe-c79c-4f34-9602-7f6f2f0482b3" providerId="ADAL" clId="{D59BA079-2D81-42B2-9E2D-198C5F90099E}" dt="2026-05-06T07:40:44.733" v="1004" actId="1076"/>
          <ac:grpSpMkLst>
            <pc:docMk/>
            <pc:sldMk cId="1050113252" sldId="342"/>
            <ac:grpSpMk id="21" creationId="{851E801A-07D0-EC46-EC69-B1E3BDC4A0EE}"/>
          </ac:grpSpMkLst>
        </pc:grpChg>
        <pc:grpChg chg="del mod">
          <ac:chgData name="Tiago Janela" userId="ee1a79fe-c79c-4f34-9602-7f6f2f0482b3" providerId="ADAL" clId="{D59BA079-2D81-42B2-9E2D-198C5F90099E}" dt="2026-05-06T07:30:28.795" v="796" actId="165"/>
          <ac:grpSpMkLst>
            <pc:docMk/>
            <pc:sldMk cId="1050113252" sldId="342"/>
            <ac:grpSpMk id="49" creationId="{C31E6F76-4E7C-1639-9021-CCC76ADA5882}"/>
          </ac:grpSpMkLst>
        </pc:grpChg>
        <pc:picChg chg="mod">
          <ac:chgData name="Tiago Janela" userId="ee1a79fe-c79c-4f34-9602-7f6f2f0482b3" providerId="ADAL" clId="{D59BA079-2D81-42B2-9E2D-198C5F90099E}" dt="2026-05-06T07:32:35.314" v="830" actId="164"/>
          <ac:picMkLst>
            <pc:docMk/>
            <pc:sldMk cId="1050113252" sldId="342"/>
            <ac:picMk id="3" creationId="{DDBAFE8B-CBB0-4161-AC30-9E26A3A7D934}"/>
          </ac:picMkLst>
        </pc:picChg>
        <pc:picChg chg="mod">
          <ac:chgData name="Tiago Janela" userId="ee1a79fe-c79c-4f34-9602-7f6f2f0482b3" providerId="ADAL" clId="{D59BA079-2D81-42B2-9E2D-198C5F90099E}" dt="2026-05-06T07:32:37.010" v="831" actId="164"/>
          <ac:picMkLst>
            <pc:docMk/>
            <pc:sldMk cId="1050113252" sldId="342"/>
            <ac:picMk id="5" creationId="{61399038-507A-42DF-8F43-F758B7EB7F76}"/>
          </ac:picMkLst>
        </pc:picChg>
        <pc:picChg chg="mod">
          <ac:chgData name="Tiago Janela" userId="ee1a79fe-c79c-4f34-9602-7f6f2f0482b3" providerId="ADAL" clId="{D59BA079-2D81-42B2-9E2D-198C5F90099E}" dt="2026-05-06T07:30:28.795" v="796" actId="165"/>
          <ac:picMkLst>
            <pc:docMk/>
            <pc:sldMk cId="1050113252" sldId="342"/>
            <ac:picMk id="23" creationId="{0FAB87FB-66B8-682E-AC05-EA6B56D8F4FB}"/>
          </ac:picMkLst>
        </pc:picChg>
        <pc:picChg chg="mod">
          <ac:chgData name="Tiago Janela" userId="ee1a79fe-c79c-4f34-9602-7f6f2f0482b3" providerId="ADAL" clId="{D59BA079-2D81-42B2-9E2D-198C5F90099E}" dt="2026-05-06T07:30:28.795" v="796" actId="165"/>
          <ac:picMkLst>
            <pc:docMk/>
            <pc:sldMk cId="1050113252" sldId="342"/>
            <ac:picMk id="24" creationId="{5AFB6878-0F86-C45A-E83E-50BAC05BCEF5}"/>
          </ac:picMkLst>
        </pc:picChg>
      </pc:sldChg>
      <pc:sldChg chg="add del">
        <pc:chgData name="Tiago Janela" userId="ee1a79fe-c79c-4f34-9602-7f6f2f0482b3" providerId="ADAL" clId="{D59BA079-2D81-42B2-9E2D-198C5F90099E}" dt="2026-05-05T13:38:33.716" v="693"/>
        <pc:sldMkLst>
          <pc:docMk/>
          <pc:sldMk cId="2703199764" sldId="342"/>
        </pc:sldMkLst>
      </pc:sldChg>
      <pc:sldChg chg="modSp add del mod ord">
        <pc:chgData name="Tiago Janela" userId="ee1a79fe-c79c-4f34-9602-7f6f2f0482b3" providerId="ADAL" clId="{D59BA079-2D81-42B2-9E2D-198C5F90099E}" dt="2026-05-06T07:51:04.480" v="1193" actId="47"/>
        <pc:sldMkLst>
          <pc:docMk/>
          <pc:sldMk cId="2358665774" sldId="343"/>
        </pc:sldMkLst>
        <pc:picChg chg="mod">
          <ac:chgData name="Tiago Janela" userId="ee1a79fe-c79c-4f34-9602-7f6f2f0482b3" providerId="ADAL" clId="{D59BA079-2D81-42B2-9E2D-198C5F90099E}" dt="2026-05-06T07:31:18.560" v="805" actId="1076"/>
          <ac:picMkLst>
            <pc:docMk/>
            <pc:sldMk cId="2358665774" sldId="343"/>
            <ac:picMk id="5" creationId="{5D579DF9-477D-8242-B734-6B7D32EB2F05}"/>
          </ac:picMkLst>
        </pc:picChg>
      </pc:sldChg>
      <pc:sldChg chg="addSp delSp modSp add mod ord">
        <pc:chgData name="Tiago Janela" userId="ee1a79fe-c79c-4f34-9602-7f6f2f0482b3" providerId="ADAL" clId="{D59BA079-2D81-42B2-9E2D-198C5F90099E}" dt="2026-05-06T10:16:27.343" v="1671" actId="1076"/>
        <pc:sldMkLst>
          <pc:docMk/>
          <pc:sldMk cId="4287584738" sldId="344"/>
        </pc:sldMkLst>
        <pc:spChg chg="add del mod">
          <ac:chgData name="Tiago Janela" userId="ee1a79fe-c79c-4f34-9602-7f6f2f0482b3" providerId="ADAL" clId="{D59BA079-2D81-42B2-9E2D-198C5F90099E}" dt="2026-05-06T07:46:51.634" v="1102" actId="478"/>
          <ac:spMkLst>
            <pc:docMk/>
            <pc:sldMk cId="4287584738" sldId="344"/>
            <ac:spMk id="2" creationId="{D7BBC4A5-FF7C-4E86-72C2-F702988965BC}"/>
          </ac:spMkLst>
        </pc:spChg>
        <pc:spChg chg="mod">
          <ac:chgData name="Tiago Janela" userId="ee1a79fe-c79c-4f34-9602-7f6f2f0482b3" providerId="ADAL" clId="{D59BA079-2D81-42B2-9E2D-198C5F90099E}" dt="2026-05-06T10:16:19.585" v="1669" actId="1076"/>
          <ac:spMkLst>
            <pc:docMk/>
            <pc:sldMk cId="4287584738" sldId="344"/>
            <ac:spMk id="4" creationId="{358653B1-D495-4911-55CF-393D4E916619}"/>
          </ac:spMkLst>
        </pc:spChg>
        <pc:spChg chg="mod">
          <ac:chgData name="Tiago Janela" userId="ee1a79fe-c79c-4f34-9602-7f6f2f0482b3" providerId="ADAL" clId="{D59BA079-2D81-42B2-9E2D-198C5F90099E}" dt="2026-05-06T10:16:11.480" v="1665" actId="1076"/>
          <ac:spMkLst>
            <pc:docMk/>
            <pc:sldMk cId="4287584738" sldId="344"/>
            <ac:spMk id="8" creationId="{AFDF3C02-C447-FC59-76A6-9624BCA2E3FD}"/>
          </ac:spMkLst>
        </pc:spChg>
        <pc:spChg chg="del">
          <ac:chgData name="Tiago Janela" userId="ee1a79fe-c79c-4f34-9602-7f6f2f0482b3" providerId="ADAL" clId="{D59BA079-2D81-42B2-9E2D-198C5F90099E}" dt="2026-05-06T07:42:08.603" v="1010" actId="478"/>
          <ac:spMkLst>
            <pc:docMk/>
            <pc:sldMk cId="4287584738" sldId="344"/>
            <ac:spMk id="9" creationId="{3189449A-B573-375D-E96C-E67939BC39FB}"/>
          </ac:spMkLst>
        </pc:spChg>
        <pc:spChg chg="add del mod">
          <ac:chgData name="Tiago Janela" userId="ee1a79fe-c79c-4f34-9602-7f6f2f0482b3" providerId="ADAL" clId="{D59BA079-2D81-42B2-9E2D-198C5F90099E}" dt="2026-05-06T07:47:42.938" v="1118" actId="478"/>
          <ac:spMkLst>
            <pc:docMk/>
            <pc:sldMk cId="4287584738" sldId="344"/>
            <ac:spMk id="10" creationId="{0D014075-C266-B654-DE65-C9BCE4ADBBA8}"/>
          </ac:spMkLst>
        </pc:spChg>
        <pc:spChg chg="add del mod">
          <ac:chgData name="Tiago Janela" userId="ee1a79fe-c79c-4f34-9602-7f6f2f0482b3" providerId="ADAL" clId="{D59BA079-2D81-42B2-9E2D-198C5F90099E}" dt="2026-05-06T07:47:40.361" v="1115" actId="478"/>
          <ac:spMkLst>
            <pc:docMk/>
            <pc:sldMk cId="4287584738" sldId="344"/>
            <ac:spMk id="11" creationId="{F718DA85-F5BD-0FBB-00E0-861501B77A6C}"/>
          </ac:spMkLst>
        </pc:spChg>
        <pc:spChg chg="add del mod">
          <ac:chgData name="Tiago Janela" userId="ee1a79fe-c79c-4f34-9602-7f6f2f0482b3" providerId="ADAL" clId="{D59BA079-2D81-42B2-9E2D-198C5F90099E}" dt="2026-05-06T07:47:39.354" v="1114" actId="478"/>
          <ac:spMkLst>
            <pc:docMk/>
            <pc:sldMk cId="4287584738" sldId="344"/>
            <ac:spMk id="12" creationId="{680D721C-B73A-BC4D-E312-F36F8147C1F0}"/>
          </ac:spMkLst>
        </pc:spChg>
        <pc:spChg chg="add del mod">
          <ac:chgData name="Tiago Janela" userId="ee1a79fe-c79c-4f34-9602-7f6f2f0482b3" providerId="ADAL" clId="{D59BA079-2D81-42B2-9E2D-198C5F90099E}" dt="2026-05-06T07:48:44.529" v="1151" actId="478"/>
          <ac:spMkLst>
            <pc:docMk/>
            <pc:sldMk cId="4287584738" sldId="344"/>
            <ac:spMk id="13" creationId="{CC922FFE-8528-C919-0799-2168D62BBC48}"/>
          </ac:spMkLst>
        </pc:spChg>
        <pc:spChg chg="add del mod">
          <ac:chgData name="Tiago Janela" userId="ee1a79fe-c79c-4f34-9602-7f6f2f0482b3" providerId="ADAL" clId="{D59BA079-2D81-42B2-9E2D-198C5F90099E}" dt="2026-05-06T07:48:42.297" v="1150" actId="478"/>
          <ac:spMkLst>
            <pc:docMk/>
            <pc:sldMk cId="4287584738" sldId="344"/>
            <ac:spMk id="14" creationId="{B6E64192-4760-BB10-CFE3-F9A7893DFED4}"/>
          </ac:spMkLst>
        </pc:spChg>
        <pc:spChg chg="add del mod">
          <ac:chgData name="Tiago Janela" userId="ee1a79fe-c79c-4f34-9602-7f6f2f0482b3" providerId="ADAL" clId="{D59BA079-2D81-42B2-9E2D-198C5F90099E}" dt="2026-05-06T07:48:39.690" v="1149" actId="478"/>
          <ac:spMkLst>
            <pc:docMk/>
            <pc:sldMk cId="4287584738" sldId="344"/>
            <ac:spMk id="15" creationId="{520676C5-1254-7720-6390-B6AD1D9E6B01}"/>
          </ac:spMkLst>
        </pc:spChg>
        <pc:spChg chg="mod">
          <ac:chgData name="Tiago Janela" userId="ee1a79fe-c79c-4f34-9602-7f6f2f0482b3" providerId="ADAL" clId="{D59BA079-2D81-42B2-9E2D-198C5F90099E}" dt="2026-05-06T07:42:24.059" v="1014" actId="1076"/>
          <ac:spMkLst>
            <pc:docMk/>
            <pc:sldMk cId="4287584738" sldId="344"/>
            <ac:spMk id="25" creationId="{8E792690-D447-952D-A5E7-853CC5FB33BB}"/>
          </ac:spMkLst>
        </pc:spChg>
        <pc:grpChg chg="add del mod">
          <ac:chgData name="Tiago Janela" userId="ee1a79fe-c79c-4f34-9602-7f6f2f0482b3" providerId="ADAL" clId="{D59BA079-2D81-42B2-9E2D-198C5F90099E}" dt="2026-05-06T07:48:21.554" v="1144" actId="1076"/>
          <ac:grpSpMkLst>
            <pc:docMk/>
            <pc:sldMk cId="4287584738" sldId="344"/>
            <ac:grpSpMk id="6" creationId="{42A0CE60-43C7-5BDE-C34B-BCEB643B6873}"/>
          </ac:grpSpMkLst>
        </pc:grpChg>
        <pc:grpChg chg="del">
          <ac:chgData name="Tiago Janela" userId="ee1a79fe-c79c-4f34-9602-7f6f2f0482b3" providerId="ADAL" clId="{D59BA079-2D81-42B2-9E2D-198C5F90099E}" dt="2026-05-06T07:42:07.148" v="1009" actId="478"/>
          <ac:grpSpMkLst>
            <pc:docMk/>
            <pc:sldMk cId="4287584738" sldId="344"/>
            <ac:grpSpMk id="7" creationId="{BFFE8376-3A94-DC2C-0479-7E03CC5546D4}"/>
          </ac:grpSpMkLst>
        </pc:grpChg>
        <pc:grpChg chg="mod">
          <ac:chgData name="Tiago Janela" userId="ee1a79fe-c79c-4f34-9602-7f6f2f0482b3" providerId="ADAL" clId="{D59BA079-2D81-42B2-9E2D-198C5F90099E}" dt="2026-05-06T07:42:20.602" v="1013" actId="1076"/>
          <ac:grpSpMkLst>
            <pc:docMk/>
            <pc:sldMk cId="4287584738" sldId="344"/>
            <ac:grpSpMk id="21" creationId="{851E801A-07D0-EC46-EC69-B1E3BDC4A0EE}"/>
          </ac:grpSpMkLst>
        </pc:grpChg>
        <pc:picChg chg="add del mod">
          <ac:chgData name="Tiago Janela" userId="ee1a79fe-c79c-4f34-9602-7f6f2f0482b3" providerId="ADAL" clId="{D59BA079-2D81-42B2-9E2D-198C5F90099E}" dt="2026-05-06T08:51:51.983" v="1378" actId="478"/>
          <ac:picMkLst>
            <pc:docMk/>
            <pc:sldMk cId="4287584738" sldId="344"/>
            <ac:picMk id="16" creationId="{BD9CAFE5-CBBB-4922-D77C-339215508C8D}"/>
          </ac:picMkLst>
        </pc:picChg>
        <pc:picChg chg="add del mod">
          <ac:chgData name="Tiago Janela" userId="ee1a79fe-c79c-4f34-9602-7f6f2f0482b3" providerId="ADAL" clId="{D59BA079-2D81-42B2-9E2D-198C5F90099E}" dt="2026-05-06T08:51:50.311" v="1377" actId="478"/>
          <ac:picMkLst>
            <pc:docMk/>
            <pc:sldMk cId="4287584738" sldId="344"/>
            <ac:picMk id="17" creationId="{B4893734-6C9F-20F9-2BB5-2ED73F3FF77F}"/>
          </ac:picMkLst>
        </pc:picChg>
        <pc:picChg chg="add del mod">
          <ac:chgData name="Tiago Janela" userId="ee1a79fe-c79c-4f34-9602-7f6f2f0482b3" providerId="ADAL" clId="{D59BA079-2D81-42B2-9E2D-198C5F90099E}" dt="2026-05-06T10:16:27.343" v="1671" actId="1076"/>
          <ac:picMkLst>
            <pc:docMk/>
            <pc:sldMk cId="4287584738" sldId="344"/>
            <ac:picMk id="18" creationId="{04979C52-4551-D6EA-476A-D42A18C94AEF}"/>
          </ac:picMkLst>
        </pc:picChg>
        <pc:picChg chg="add del mod">
          <ac:chgData name="Tiago Janela" userId="ee1a79fe-c79c-4f34-9602-7f6f2f0482b3" providerId="ADAL" clId="{D59BA079-2D81-42B2-9E2D-198C5F90099E}" dt="2026-05-06T10:15:50.664" v="1659" actId="478"/>
          <ac:picMkLst>
            <pc:docMk/>
            <pc:sldMk cId="4287584738" sldId="344"/>
            <ac:picMk id="19" creationId="{E1913D61-113B-7062-4966-5FD2D54433F5}"/>
          </ac:picMkLst>
        </pc:picChg>
        <pc:picChg chg="add del mod">
          <ac:chgData name="Tiago Janela" userId="ee1a79fe-c79c-4f34-9602-7f6f2f0482b3" providerId="ADAL" clId="{D59BA079-2D81-42B2-9E2D-198C5F90099E}" dt="2026-05-06T10:15:47.912" v="1658" actId="478"/>
          <ac:picMkLst>
            <pc:docMk/>
            <pc:sldMk cId="4287584738" sldId="344"/>
            <ac:picMk id="20" creationId="{4237BB30-9682-30D6-D7E4-CEF1C83E45AD}"/>
          </ac:picMkLst>
        </pc:picChg>
        <pc:picChg chg="add mod">
          <ac:chgData name="Tiago Janela" userId="ee1a79fe-c79c-4f34-9602-7f6f2f0482b3" providerId="ADAL" clId="{D59BA079-2D81-42B2-9E2D-198C5F90099E}" dt="2026-05-06T10:16:15.766" v="1667" actId="1076"/>
          <ac:picMkLst>
            <pc:docMk/>
            <pc:sldMk cId="4287584738" sldId="344"/>
            <ac:picMk id="26" creationId="{3E33E967-C3BD-4D69-1179-0889371B10EC}"/>
          </ac:picMkLst>
        </pc:picChg>
        <pc:picChg chg="add mod">
          <ac:chgData name="Tiago Janela" userId="ee1a79fe-c79c-4f34-9602-7f6f2f0482b3" providerId="ADAL" clId="{D59BA079-2D81-42B2-9E2D-198C5F90099E}" dt="2026-05-06T10:16:24.919" v="1670" actId="1076"/>
          <ac:picMkLst>
            <pc:docMk/>
            <pc:sldMk cId="4287584738" sldId="344"/>
            <ac:picMk id="27" creationId="{D0051B78-F499-359A-00CE-FD140196DDED}"/>
          </ac:picMkLst>
        </pc:picChg>
      </pc:sldChg>
      <pc:sldChg chg="addSp delSp modSp add mod">
        <pc:chgData name="Tiago Janela" userId="ee1a79fe-c79c-4f34-9602-7f6f2f0482b3" providerId="ADAL" clId="{D59BA079-2D81-42B2-9E2D-198C5F90099E}" dt="2026-05-06T10:20:48.501" v="1680" actId="1076"/>
        <pc:sldMkLst>
          <pc:docMk/>
          <pc:sldMk cId="1778208754" sldId="345"/>
        </pc:sldMkLst>
        <pc:spChg chg="mod">
          <ac:chgData name="Tiago Janela" userId="ee1a79fe-c79c-4f34-9602-7f6f2f0482b3" providerId="ADAL" clId="{D59BA079-2D81-42B2-9E2D-198C5F90099E}" dt="2026-05-06T08:59:53.567" v="1408" actId="113"/>
          <ac:spMkLst>
            <pc:docMk/>
            <pc:sldMk cId="1778208754" sldId="345"/>
            <ac:spMk id="4" creationId="{358653B1-D495-4911-55CF-393D4E916619}"/>
          </ac:spMkLst>
        </pc:spChg>
        <pc:spChg chg="mod">
          <ac:chgData name="Tiago Janela" userId="ee1a79fe-c79c-4f34-9602-7f6f2f0482b3" providerId="ADAL" clId="{D59BA079-2D81-42B2-9E2D-198C5F90099E}" dt="2026-05-06T07:49:31.325" v="1155"/>
          <ac:spMkLst>
            <pc:docMk/>
            <pc:sldMk cId="1778208754" sldId="345"/>
            <ac:spMk id="5" creationId="{0966F418-389B-3DE0-2DB8-DCD52D2966D4}"/>
          </ac:spMkLst>
        </pc:spChg>
        <pc:spChg chg="del">
          <ac:chgData name="Tiago Janela" userId="ee1a79fe-c79c-4f34-9602-7f6f2f0482b3" providerId="ADAL" clId="{D59BA079-2D81-42B2-9E2D-198C5F90099E}" dt="2026-05-06T07:49:51.226" v="1160" actId="478"/>
          <ac:spMkLst>
            <pc:docMk/>
            <pc:sldMk cId="1778208754" sldId="345"/>
            <ac:spMk id="8" creationId="{AFDF3C02-C447-FC59-76A6-9624BCA2E3FD}"/>
          </ac:spMkLst>
        </pc:spChg>
        <pc:spChg chg="add mod">
          <ac:chgData name="Tiago Janela" userId="ee1a79fe-c79c-4f34-9602-7f6f2f0482b3" providerId="ADAL" clId="{D59BA079-2D81-42B2-9E2D-198C5F90099E}" dt="2026-05-06T07:50:00.755" v="1162" actId="20577"/>
          <ac:spMkLst>
            <pc:docMk/>
            <pc:sldMk cId="1778208754" sldId="345"/>
            <ac:spMk id="9" creationId="{BD0ED0A6-6E67-1235-3A14-5224423BB05F}"/>
          </ac:spMkLst>
        </pc:spChg>
        <pc:grpChg chg="add mod">
          <ac:chgData name="Tiago Janela" userId="ee1a79fe-c79c-4f34-9602-7f6f2f0482b3" providerId="ADAL" clId="{D59BA079-2D81-42B2-9E2D-198C5F90099E}" dt="2026-05-06T07:49:36.283" v="1156" actId="1076"/>
          <ac:grpSpMkLst>
            <pc:docMk/>
            <pc:sldMk cId="1778208754" sldId="345"/>
            <ac:grpSpMk id="2" creationId="{14CBD34C-FCBA-71F3-EBFC-305619AA32A9}"/>
          </ac:grpSpMkLst>
        </pc:grpChg>
        <pc:grpChg chg="del">
          <ac:chgData name="Tiago Janela" userId="ee1a79fe-c79c-4f34-9602-7f6f2f0482b3" providerId="ADAL" clId="{D59BA079-2D81-42B2-9E2D-198C5F90099E}" dt="2026-05-06T07:49:37.673" v="1157" actId="478"/>
          <ac:grpSpMkLst>
            <pc:docMk/>
            <pc:sldMk cId="1778208754" sldId="345"/>
            <ac:grpSpMk id="6" creationId="{42A0CE60-43C7-5BDE-C34B-BCEB643B6873}"/>
          </ac:grpSpMkLst>
        </pc:grpChg>
        <pc:picChg chg="mod">
          <ac:chgData name="Tiago Janela" userId="ee1a79fe-c79c-4f34-9602-7f6f2f0482b3" providerId="ADAL" clId="{D59BA079-2D81-42B2-9E2D-198C5F90099E}" dt="2026-05-06T10:17:17.678" v="1673" actId="1076"/>
          <ac:picMkLst>
            <pc:docMk/>
            <pc:sldMk cId="1778208754" sldId="345"/>
            <ac:picMk id="7" creationId="{DDF49638-4116-6653-2A71-CD1489B0FC1E}"/>
          </ac:picMkLst>
        </pc:picChg>
        <pc:picChg chg="add del mod">
          <ac:chgData name="Tiago Janela" userId="ee1a79fe-c79c-4f34-9602-7f6f2f0482b3" providerId="ADAL" clId="{D59BA079-2D81-42B2-9E2D-198C5F90099E}" dt="2026-05-06T08:45:38.832" v="1247" actId="478"/>
          <ac:picMkLst>
            <pc:docMk/>
            <pc:sldMk cId="1778208754" sldId="345"/>
            <ac:picMk id="10" creationId="{B1ABCECB-0B28-8C01-A1A3-34ACD666904F}"/>
          </ac:picMkLst>
        </pc:picChg>
        <pc:picChg chg="add del mod">
          <ac:chgData name="Tiago Janela" userId="ee1a79fe-c79c-4f34-9602-7f6f2f0482b3" providerId="ADAL" clId="{D59BA079-2D81-42B2-9E2D-198C5F90099E}" dt="2026-05-06T10:20:48.501" v="1680" actId="1076"/>
          <ac:picMkLst>
            <pc:docMk/>
            <pc:sldMk cId="1778208754" sldId="345"/>
            <ac:picMk id="12" creationId="{E5C1888B-18DC-9173-AA54-2F8A390BD04F}"/>
          </ac:picMkLst>
        </pc:picChg>
        <pc:picChg chg="add mod">
          <ac:chgData name="Tiago Janela" userId="ee1a79fe-c79c-4f34-9602-7f6f2f0482b3" providerId="ADAL" clId="{D59BA079-2D81-42B2-9E2D-198C5F90099E}" dt="2026-05-06T10:18:53.582" v="1674" actId="1076"/>
          <ac:picMkLst>
            <pc:docMk/>
            <pc:sldMk cId="1778208754" sldId="345"/>
            <ac:picMk id="14" creationId="{A8688758-5D39-634F-E131-625A7F3076F4}"/>
          </ac:picMkLst>
        </pc:picChg>
        <pc:picChg chg="add del mod">
          <ac:chgData name="Tiago Janela" userId="ee1a79fe-c79c-4f34-9602-7f6f2f0482b3" providerId="ADAL" clId="{D59BA079-2D81-42B2-9E2D-198C5F90099E}" dt="2026-05-06T10:20:12.959" v="1679" actId="478"/>
          <ac:picMkLst>
            <pc:docMk/>
            <pc:sldMk cId="1778208754" sldId="345"/>
            <ac:picMk id="15" creationId="{52ACF98C-197B-D9D5-355C-0AC3DAFB010E}"/>
          </ac:picMkLst>
        </pc:picChg>
        <pc:picChg chg="add mod">
          <ac:chgData name="Tiago Janela" userId="ee1a79fe-c79c-4f34-9602-7f6f2f0482b3" providerId="ADAL" clId="{D59BA079-2D81-42B2-9E2D-198C5F90099E}" dt="2026-05-06T10:20:12.216" v="1678" actId="1076"/>
          <ac:picMkLst>
            <pc:docMk/>
            <pc:sldMk cId="1778208754" sldId="345"/>
            <ac:picMk id="16" creationId="{E623D00B-ABF6-C570-8568-773BA7FFB34F}"/>
          </ac:picMkLst>
        </pc:picChg>
      </pc:sldChg>
      <pc:sldChg chg="add del">
        <pc:chgData name="Tiago Janela" userId="ee1a79fe-c79c-4f34-9602-7f6f2f0482b3" providerId="ADAL" clId="{D59BA079-2D81-42B2-9E2D-198C5F90099E}" dt="2026-05-06T09:01:51.438" v="1410" actId="47"/>
        <pc:sldMkLst>
          <pc:docMk/>
          <pc:sldMk cId="2276460545" sldId="346"/>
        </pc:sldMkLst>
      </pc:sldChg>
      <pc:sldChg chg="add del">
        <pc:chgData name="Tiago Janela" userId="ee1a79fe-c79c-4f34-9602-7f6f2f0482b3" providerId="ADAL" clId="{D59BA079-2D81-42B2-9E2D-198C5F90099E}" dt="2026-05-06T09:10:24.589" v="1607" actId="47"/>
        <pc:sldMkLst>
          <pc:docMk/>
          <pc:sldMk cId="2827449104" sldId="346"/>
        </pc:sldMkLst>
      </pc:sldChg>
      <pc:sldChg chg="addSp modSp add del mod">
        <pc:chgData name="Tiago Janela" userId="ee1a79fe-c79c-4f34-9602-7f6f2f0482b3" providerId="ADAL" clId="{D59BA079-2D81-42B2-9E2D-198C5F90099E}" dt="2026-05-06T08:58:14.927" v="1400" actId="47"/>
        <pc:sldMkLst>
          <pc:docMk/>
          <pc:sldMk cId="2850458655" sldId="346"/>
        </pc:sldMkLst>
        <pc:spChg chg="mod">
          <ac:chgData name="Tiago Janela" userId="ee1a79fe-c79c-4f34-9602-7f6f2f0482b3" providerId="ADAL" clId="{D59BA079-2D81-42B2-9E2D-198C5F90099E}" dt="2026-05-06T08:56:11.951" v="1393" actId="164"/>
          <ac:spMkLst>
            <pc:docMk/>
            <pc:sldMk cId="2850458655" sldId="346"/>
            <ac:spMk id="2" creationId="{5D83377C-B5EC-1A7A-2400-AB28EA9E9168}"/>
          </ac:spMkLst>
        </pc:spChg>
        <pc:spChg chg="mod">
          <ac:chgData name="Tiago Janela" userId="ee1a79fe-c79c-4f34-9602-7f6f2f0482b3" providerId="ADAL" clId="{D59BA079-2D81-42B2-9E2D-198C5F90099E}" dt="2026-05-06T08:56:27.884" v="1397" actId="404"/>
          <ac:spMkLst>
            <pc:docMk/>
            <pc:sldMk cId="2850458655" sldId="346"/>
            <ac:spMk id="4" creationId="{08549A29-CC8A-50BB-3947-C6A814B9A658}"/>
          </ac:spMkLst>
        </pc:spChg>
        <pc:grpChg chg="add mod">
          <ac:chgData name="Tiago Janela" userId="ee1a79fe-c79c-4f34-9602-7f6f2f0482b3" providerId="ADAL" clId="{D59BA079-2D81-42B2-9E2D-198C5F90099E}" dt="2026-05-06T08:56:34.409" v="1398" actId="1076"/>
          <ac:grpSpMkLst>
            <pc:docMk/>
            <pc:sldMk cId="2850458655" sldId="346"/>
            <ac:grpSpMk id="3" creationId="{39AC9F12-FBC6-BB33-ED33-9EF4E229EB40}"/>
          </ac:grpSpMkLst>
        </pc:grpChg>
        <pc:grpChg chg="mod">
          <ac:chgData name="Tiago Janela" userId="ee1a79fe-c79c-4f34-9602-7f6f2f0482b3" providerId="ADAL" clId="{D59BA079-2D81-42B2-9E2D-198C5F90099E}" dt="2026-05-06T08:56:37.554" v="1399" actId="1076"/>
          <ac:grpSpMkLst>
            <pc:docMk/>
            <pc:sldMk cId="2850458655" sldId="346"/>
            <ac:grpSpMk id="49" creationId="{C31E6F76-4E7C-1639-9021-CCC76ADA5882}"/>
          </ac:grpSpMkLst>
        </pc:grpChg>
      </pc:sldChg>
      <pc:sldChg chg="addSp delSp modSp add mod">
        <pc:chgData name="Tiago Janela" userId="ee1a79fe-c79c-4f34-9602-7f6f2f0482b3" providerId="ADAL" clId="{D59BA079-2D81-42B2-9E2D-198C5F90099E}" dt="2026-05-06T09:11:29.893" v="1626" actId="1076"/>
        <pc:sldMkLst>
          <pc:docMk/>
          <pc:sldMk cId="3567131117" sldId="346"/>
        </pc:sldMkLst>
        <pc:spChg chg="mod">
          <ac:chgData name="Tiago Janela" userId="ee1a79fe-c79c-4f34-9602-7f6f2f0482b3" providerId="ADAL" clId="{D59BA079-2D81-42B2-9E2D-198C5F90099E}" dt="2026-05-06T09:11:24.306" v="1625"/>
          <ac:spMkLst>
            <pc:docMk/>
            <pc:sldMk cId="3567131117" sldId="346"/>
            <ac:spMk id="9" creationId="{EA7F42AF-7D3D-1CA8-D822-26E2EBBCFF40}"/>
          </ac:spMkLst>
        </pc:spChg>
        <pc:spChg chg="mod">
          <ac:chgData name="Tiago Janela" userId="ee1a79fe-c79c-4f34-9602-7f6f2f0482b3" providerId="ADAL" clId="{D59BA079-2D81-42B2-9E2D-198C5F90099E}" dt="2026-05-06T09:11:24.306" v="1625"/>
          <ac:spMkLst>
            <pc:docMk/>
            <pc:sldMk cId="3567131117" sldId="346"/>
            <ac:spMk id="10" creationId="{6C665949-EDB5-9033-542E-BECF245B15D2}"/>
          </ac:spMkLst>
        </pc:spChg>
        <pc:spChg chg="mod">
          <ac:chgData name="Tiago Janela" userId="ee1a79fe-c79c-4f34-9602-7f6f2f0482b3" providerId="ADAL" clId="{D59BA079-2D81-42B2-9E2D-198C5F90099E}" dt="2026-05-06T09:11:24.306" v="1625"/>
          <ac:spMkLst>
            <pc:docMk/>
            <pc:sldMk cId="3567131117" sldId="346"/>
            <ac:spMk id="11" creationId="{9C48A6E8-D253-3F9A-3897-AC2BD11A8953}"/>
          </ac:spMkLst>
        </pc:spChg>
        <pc:spChg chg="del">
          <ac:chgData name="Tiago Janela" userId="ee1a79fe-c79c-4f34-9602-7f6f2f0482b3" providerId="ADAL" clId="{D59BA079-2D81-42B2-9E2D-198C5F90099E}" dt="2026-05-06T09:11:20.197" v="1624" actId="478"/>
          <ac:spMkLst>
            <pc:docMk/>
            <pc:sldMk cId="3567131117" sldId="346"/>
            <ac:spMk id="20" creationId="{01841CB4-C14F-4C4D-9FCA-104EFC611466}"/>
          </ac:spMkLst>
        </pc:spChg>
        <pc:spChg chg="del">
          <ac:chgData name="Tiago Janela" userId="ee1a79fe-c79c-4f34-9602-7f6f2f0482b3" providerId="ADAL" clId="{D59BA079-2D81-42B2-9E2D-198C5F90099E}" dt="2026-05-06T09:11:20.197" v="1624" actId="478"/>
          <ac:spMkLst>
            <pc:docMk/>
            <pc:sldMk cId="3567131117" sldId="346"/>
            <ac:spMk id="26" creationId="{31AF5DDE-C52A-4B6D-A9BF-07A0043EA48E}"/>
          </ac:spMkLst>
        </pc:spChg>
        <pc:spChg chg="del">
          <ac:chgData name="Tiago Janela" userId="ee1a79fe-c79c-4f34-9602-7f6f2f0482b3" providerId="ADAL" clId="{D59BA079-2D81-42B2-9E2D-198C5F90099E}" dt="2026-05-06T09:11:20.197" v="1624" actId="478"/>
          <ac:spMkLst>
            <pc:docMk/>
            <pc:sldMk cId="3567131117" sldId="346"/>
            <ac:spMk id="27" creationId="{7A28ACA2-759C-42E3-8D83-A517AC66D9FE}"/>
          </ac:spMkLst>
        </pc:spChg>
        <pc:grpChg chg="add mod">
          <ac:chgData name="Tiago Janela" userId="ee1a79fe-c79c-4f34-9602-7f6f2f0482b3" providerId="ADAL" clId="{D59BA079-2D81-42B2-9E2D-198C5F90099E}" dt="2026-05-06T09:11:29.893" v="1626" actId="1076"/>
          <ac:grpSpMkLst>
            <pc:docMk/>
            <pc:sldMk cId="3567131117" sldId="346"/>
            <ac:grpSpMk id="8" creationId="{8658B6C9-19AA-A91B-F2A8-F73C6081A198}"/>
          </ac:grpSpMkLst>
        </pc:grpChg>
      </pc:sldChg>
      <pc:sldChg chg="add del">
        <pc:chgData name="Tiago Janela" userId="ee1a79fe-c79c-4f34-9602-7f6f2f0482b3" providerId="ADAL" clId="{D59BA079-2D81-42B2-9E2D-198C5F90099E}" dt="2026-05-06T10:37:22.554" v="1747" actId="47"/>
        <pc:sldMkLst>
          <pc:docMk/>
          <pc:sldMk cId="518601495" sldId="492"/>
        </pc:sldMkLst>
      </pc:sldChg>
      <pc:sldChg chg="addSp delSp modSp add mod ord">
        <pc:chgData name="Tiago Janela" userId="ee1a79fe-c79c-4f34-9602-7f6f2f0482b3" providerId="ADAL" clId="{D59BA079-2D81-42B2-9E2D-198C5F90099E}" dt="2026-05-06T10:37:21.500" v="1746"/>
        <pc:sldMkLst>
          <pc:docMk/>
          <pc:sldMk cId="1025635002" sldId="493"/>
        </pc:sldMkLst>
        <pc:spChg chg="del">
          <ac:chgData name="Tiago Janela" userId="ee1a79fe-c79c-4f34-9602-7f6f2f0482b3" providerId="ADAL" clId="{D59BA079-2D81-42B2-9E2D-198C5F90099E}" dt="2026-05-06T10:37:13.632" v="1742" actId="478"/>
          <ac:spMkLst>
            <pc:docMk/>
            <pc:sldMk cId="1025635002" sldId="493"/>
            <ac:spMk id="2" creationId="{870990D0-7AC5-46BA-6FC4-274F8E0A3ABE}"/>
          </ac:spMkLst>
        </pc:spChg>
        <pc:spChg chg="add mod">
          <ac:chgData name="Tiago Janela" userId="ee1a79fe-c79c-4f34-9602-7f6f2f0482b3" providerId="ADAL" clId="{D59BA079-2D81-42B2-9E2D-198C5F90099E}" dt="2026-05-06T10:37:06.050" v="1739"/>
          <ac:spMkLst>
            <pc:docMk/>
            <pc:sldMk cId="1025635002" sldId="493"/>
            <ac:spMk id="4" creationId="{1017C9D8-A232-BBF8-B855-DE400F391193}"/>
          </ac:spMkLst>
        </pc:spChg>
        <pc:spChg chg="add mod">
          <ac:chgData name="Tiago Janela" userId="ee1a79fe-c79c-4f34-9602-7f6f2f0482b3" providerId="ADAL" clId="{D59BA079-2D81-42B2-9E2D-198C5F90099E}" dt="2026-05-06T10:37:05.079" v="1738"/>
          <ac:spMkLst>
            <pc:docMk/>
            <pc:sldMk cId="1025635002" sldId="493"/>
            <ac:spMk id="5" creationId="{6FDC3193-F34A-67E6-75BD-7583919AEC40}"/>
          </ac:spMkLst>
        </pc:spChg>
        <pc:spChg chg="add mod">
          <ac:chgData name="Tiago Janela" userId="ee1a79fe-c79c-4f34-9602-7f6f2f0482b3" providerId="ADAL" clId="{D59BA079-2D81-42B2-9E2D-198C5F90099E}" dt="2026-05-06T10:37:05.079" v="1738"/>
          <ac:spMkLst>
            <pc:docMk/>
            <pc:sldMk cId="1025635002" sldId="493"/>
            <ac:spMk id="6" creationId="{47395B28-A93E-710E-27C5-28AFE8D92004}"/>
          </ac:spMkLst>
        </pc:spChg>
        <pc:spChg chg="add mod">
          <ac:chgData name="Tiago Janela" userId="ee1a79fe-c79c-4f34-9602-7f6f2f0482b3" providerId="ADAL" clId="{D59BA079-2D81-42B2-9E2D-198C5F90099E}" dt="2026-05-06T10:37:05.079" v="1738"/>
          <ac:spMkLst>
            <pc:docMk/>
            <pc:sldMk cId="1025635002" sldId="493"/>
            <ac:spMk id="7" creationId="{8D9C3D39-306A-E760-9E80-DB382445DFFF}"/>
          </ac:spMkLst>
        </pc:spChg>
        <pc:spChg chg="add mod">
          <ac:chgData name="Tiago Janela" userId="ee1a79fe-c79c-4f34-9602-7f6f2f0482b3" providerId="ADAL" clId="{D59BA079-2D81-42B2-9E2D-198C5F90099E}" dt="2026-05-06T10:37:05.079" v="1738"/>
          <ac:spMkLst>
            <pc:docMk/>
            <pc:sldMk cId="1025635002" sldId="493"/>
            <ac:spMk id="10" creationId="{757DCE67-9B07-5906-A8A5-C5D79FC34F6F}"/>
          </ac:spMkLst>
        </pc:spChg>
        <pc:spChg chg="add mod">
          <ac:chgData name="Tiago Janela" userId="ee1a79fe-c79c-4f34-9602-7f6f2f0482b3" providerId="ADAL" clId="{D59BA079-2D81-42B2-9E2D-198C5F90099E}" dt="2026-05-06T10:37:05.079" v="1738"/>
          <ac:spMkLst>
            <pc:docMk/>
            <pc:sldMk cId="1025635002" sldId="493"/>
            <ac:spMk id="11" creationId="{6B094A66-875F-8D84-C507-92325E927EE7}"/>
          </ac:spMkLst>
        </pc:spChg>
        <pc:spChg chg="add mod">
          <ac:chgData name="Tiago Janela" userId="ee1a79fe-c79c-4f34-9602-7f6f2f0482b3" providerId="ADAL" clId="{D59BA079-2D81-42B2-9E2D-198C5F90099E}" dt="2026-05-06T10:37:14.493" v="1743"/>
          <ac:spMkLst>
            <pc:docMk/>
            <pc:sldMk cId="1025635002" sldId="493"/>
            <ac:spMk id="14" creationId="{1D9CEB51-5DAF-4533-A0C3-999FBFED4F38}"/>
          </ac:spMkLst>
        </pc:spChg>
        <pc:spChg chg="add mod">
          <ac:chgData name="Tiago Janela" userId="ee1a79fe-c79c-4f34-9602-7f6f2f0482b3" providerId="ADAL" clId="{D59BA079-2D81-42B2-9E2D-198C5F90099E}" dt="2026-05-06T10:37:14.493" v="1743"/>
          <ac:spMkLst>
            <pc:docMk/>
            <pc:sldMk cId="1025635002" sldId="493"/>
            <ac:spMk id="15" creationId="{1BF30680-82D9-1C5C-7D65-886D2A69E23B}"/>
          </ac:spMkLst>
        </pc:spChg>
        <pc:spChg chg="add mod">
          <ac:chgData name="Tiago Janela" userId="ee1a79fe-c79c-4f34-9602-7f6f2f0482b3" providerId="ADAL" clId="{D59BA079-2D81-42B2-9E2D-198C5F90099E}" dt="2026-05-06T10:37:14.493" v="1743"/>
          <ac:spMkLst>
            <pc:docMk/>
            <pc:sldMk cId="1025635002" sldId="493"/>
            <ac:spMk id="16" creationId="{14852891-86F2-A38F-A44C-F3780108A1C3}"/>
          </ac:spMkLst>
        </pc:spChg>
        <pc:spChg chg="add mod">
          <ac:chgData name="Tiago Janela" userId="ee1a79fe-c79c-4f34-9602-7f6f2f0482b3" providerId="ADAL" clId="{D59BA079-2D81-42B2-9E2D-198C5F90099E}" dt="2026-05-06T10:37:14.493" v="1743"/>
          <ac:spMkLst>
            <pc:docMk/>
            <pc:sldMk cId="1025635002" sldId="493"/>
            <ac:spMk id="17" creationId="{30B71BF4-CA5D-2E17-B34A-127D9EB39003}"/>
          </ac:spMkLst>
        </pc:spChg>
        <pc:spChg chg="add mod">
          <ac:chgData name="Tiago Janela" userId="ee1a79fe-c79c-4f34-9602-7f6f2f0482b3" providerId="ADAL" clId="{D59BA079-2D81-42B2-9E2D-198C5F90099E}" dt="2026-05-06T10:37:14.493" v="1743"/>
          <ac:spMkLst>
            <pc:docMk/>
            <pc:sldMk cId="1025635002" sldId="493"/>
            <ac:spMk id="20" creationId="{1096912A-718E-B016-0553-2950C00FF504}"/>
          </ac:spMkLst>
        </pc:spChg>
        <pc:spChg chg="add mod">
          <ac:chgData name="Tiago Janela" userId="ee1a79fe-c79c-4f34-9602-7f6f2f0482b3" providerId="ADAL" clId="{D59BA079-2D81-42B2-9E2D-198C5F90099E}" dt="2026-05-06T10:37:14.493" v="1743"/>
          <ac:spMkLst>
            <pc:docMk/>
            <pc:sldMk cId="1025635002" sldId="493"/>
            <ac:spMk id="21" creationId="{E003F5EA-19E5-F669-1990-BB410B189F76}"/>
          </ac:spMkLst>
        </pc:spChg>
        <pc:spChg chg="add mod">
          <ac:chgData name="Tiago Janela" userId="ee1a79fe-c79c-4f34-9602-7f6f2f0482b3" providerId="ADAL" clId="{D59BA079-2D81-42B2-9E2D-198C5F90099E}" dt="2026-05-06T10:37:18.678" v="1744"/>
          <ac:spMkLst>
            <pc:docMk/>
            <pc:sldMk cId="1025635002" sldId="493"/>
            <ac:spMk id="24" creationId="{D3BEBA3F-7E00-67C5-EF33-FD72DEC84E17}"/>
          </ac:spMkLst>
        </pc:spChg>
        <pc:spChg chg="del">
          <ac:chgData name="Tiago Janela" userId="ee1a79fe-c79c-4f34-9602-7f6f2f0482b3" providerId="ADAL" clId="{D59BA079-2D81-42B2-9E2D-198C5F90099E}" dt="2026-05-06T10:37:12.585" v="1741" actId="478"/>
          <ac:spMkLst>
            <pc:docMk/>
            <pc:sldMk cId="1025635002" sldId="493"/>
            <ac:spMk id="163" creationId="{57944F4B-F502-E7CC-8790-8737702BC6AC}"/>
          </ac:spMkLst>
        </pc:spChg>
        <pc:picChg chg="del">
          <ac:chgData name="Tiago Janela" userId="ee1a79fe-c79c-4f34-9602-7f6f2f0482b3" providerId="ADAL" clId="{D59BA079-2D81-42B2-9E2D-198C5F90099E}" dt="2026-05-06T10:37:09.873" v="1740" actId="478"/>
          <ac:picMkLst>
            <pc:docMk/>
            <pc:sldMk cId="1025635002" sldId="493"/>
            <ac:picMk id="3" creationId="{C525295A-47E6-DB8C-78FD-5ACC25A8B445}"/>
          </ac:picMkLst>
        </pc:picChg>
        <pc:cxnChg chg="add mod">
          <ac:chgData name="Tiago Janela" userId="ee1a79fe-c79c-4f34-9602-7f6f2f0482b3" providerId="ADAL" clId="{D59BA079-2D81-42B2-9E2D-198C5F90099E}" dt="2026-05-06T10:37:05.079" v="1738"/>
          <ac:cxnSpMkLst>
            <pc:docMk/>
            <pc:sldMk cId="1025635002" sldId="493"/>
            <ac:cxnSpMk id="8" creationId="{C9151537-A78D-7C03-AF74-5440968AC0B4}"/>
          </ac:cxnSpMkLst>
        </pc:cxnChg>
        <pc:cxnChg chg="add mod">
          <ac:chgData name="Tiago Janela" userId="ee1a79fe-c79c-4f34-9602-7f6f2f0482b3" providerId="ADAL" clId="{D59BA079-2D81-42B2-9E2D-198C5F90099E}" dt="2026-05-06T10:37:05.079" v="1738"/>
          <ac:cxnSpMkLst>
            <pc:docMk/>
            <pc:sldMk cId="1025635002" sldId="493"/>
            <ac:cxnSpMk id="9" creationId="{89F759FD-4018-6AD9-98BE-3767542305D1}"/>
          </ac:cxnSpMkLst>
        </pc:cxnChg>
        <pc:cxnChg chg="add mod">
          <ac:chgData name="Tiago Janela" userId="ee1a79fe-c79c-4f34-9602-7f6f2f0482b3" providerId="ADAL" clId="{D59BA079-2D81-42B2-9E2D-198C5F90099E}" dt="2026-05-06T10:37:05.079" v="1738"/>
          <ac:cxnSpMkLst>
            <pc:docMk/>
            <pc:sldMk cId="1025635002" sldId="493"/>
            <ac:cxnSpMk id="12" creationId="{FDAD30E4-6E67-8AB7-DF9C-296973F49399}"/>
          </ac:cxnSpMkLst>
        </pc:cxnChg>
        <pc:cxnChg chg="add mod">
          <ac:chgData name="Tiago Janela" userId="ee1a79fe-c79c-4f34-9602-7f6f2f0482b3" providerId="ADAL" clId="{D59BA079-2D81-42B2-9E2D-198C5F90099E}" dt="2026-05-06T10:37:05.079" v="1738"/>
          <ac:cxnSpMkLst>
            <pc:docMk/>
            <pc:sldMk cId="1025635002" sldId="493"/>
            <ac:cxnSpMk id="13" creationId="{9DF04552-043F-D5AF-6F93-8095AEE0378F}"/>
          </ac:cxnSpMkLst>
        </pc:cxnChg>
        <pc:cxnChg chg="add mod">
          <ac:chgData name="Tiago Janela" userId="ee1a79fe-c79c-4f34-9602-7f6f2f0482b3" providerId="ADAL" clId="{D59BA079-2D81-42B2-9E2D-198C5F90099E}" dt="2026-05-06T10:37:14.493" v="1743"/>
          <ac:cxnSpMkLst>
            <pc:docMk/>
            <pc:sldMk cId="1025635002" sldId="493"/>
            <ac:cxnSpMk id="18" creationId="{017365BB-B121-0061-EA39-1B7CB4563F6F}"/>
          </ac:cxnSpMkLst>
        </pc:cxnChg>
        <pc:cxnChg chg="add mod">
          <ac:chgData name="Tiago Janela" userId="ee1a79fe-c79c-4f34-9602-7f6f2f0482b3" providerId="ADAL" clId="{D59BA079-2D81-42B2-9E2D-198C5F90099E}" dt="2026-05-06T10:37:14.493" v="1743"/>
          <ac:cxnSpMkLst>
            <pc:docMk/>
            <pc:sldMk cId="1025635002" sldId="493"/>
            <ac:cxnSpMk id="19" creationId="{28443403-D276-126B-6008-2BC71E4CA88C}"/>
          </ac:cxnSpMkLst>
        </pc:cxnChg>
        <pc:cxnChg chg="add mod">
          <ac:chgData name="Tiago Janela" userId="ee1a79fe-c79c-4f34-9602-7f6f2f0482b3" providerId="ADAL" clId="{D59BA079-2D81-42B2-9E2D-198C5F90099E}" dt="2026-05-06T10:37:14.493" v="1743"/>
          <ac:cxnSpMkLst>
            <pc:docMk/>
            <pc:sldMk cId="1025635002" sldId="493"/>
            <ac:cxnSpMk id="22" creationId="{1E5D47EF-72E1-610E-5E8A-BA7B42EF153E}"/>
          </ac:cxnSpMkLst>
        </pc:cxnChg>
        <pc:cxnChg chg="add mod">
          <ac:chgData name="Tiago Janela" userId="ee1a79fe-c79c-4f34-9602-7f6f2f0482b3" providerId="ADAL" clId="{D59BA079-2D81-42B2-9E2D-198C5F90099E}" dt="2026-05-06T10:37:14.493" v="1743"/>
          <ac:cxnSpMkLst>
            <pc:docMk/>
            <pc:sldMk cId="1025635002" sldId="493"/>
            <ac:cxnSpMk id="23" creationId="{B2AAE95B-4056-D73F-027C-36990C9DF01A}"/>
          </ac:cxnSpMkLst>
        </pc:cxnChg>
      </pc:sldChg>
    </pc:docChg>
  </pc:docChgLst>
  <pc:docChgLst>
    <pc:chgData name="Tiago Janela" userId="ee1a79fe-c79c-4f34-9602-7f6f2f0482b3" providerId="ADAL" clId="{97693404-9C1B-400A-95DF-A7B72570E7A0}"/>
    <pc:docChg chg="undo custSel addSld delSld modSld sldOrd">
      <pc:chgData name="Tiago Janela" userId="ee1a79fe-c79c-4f34-9602-7f6f2f0482b3" providerId="ADAL" clId="{97693404-9C1B-400A-95DF-A7B72570E7A0}" dt="2026-03-09T10:33:25.226" v="5259" actId="20577"/>
      <pc:docMkLst>
        <pc:docMk/>
      </pc:docMkLst>
      <pc:sldChg chg="modSp mod">
        <pc:chgData name="Tiago Janela" userId="ee1a79fe-c79c-4f34-9602-7f6f2f0482b3" providerId="ADAL" clId="{97693404-9C1B-400A-95DF-A7B72570E7A0}" dt="2026-03-09T10:32:29.235" v="5249" actId="20577"/>
        <pc:sldMkLst>
          <pc:docMk/>
          <pc:sldMk cId="721732568" sldId="298"/>
        </pc:sldMkLst>
        <pc:spChg chg="mod">
          <ac:chgData name="Tiago Janela" userId="ee1a79fe-c79c-4f34-9602-7f6f2f0482b3" providerId="ADAL" clId="{97693404-9C1B-400A-95DF-A7B72570E7A0}" dt="2026-03-09T10:32:29.235" v="5249" actId="20577"/>
          <ac:spMkLst>
            <pc:docMk/>
            <pc:sldMk cId="721732568" sldId="298"/>
            <ac:spMk id="2" creationId="{870990D0-7AC5-46BA-6FC4-274F8E0A3AB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3EC3DE1-3765-45C5-94E7-BC41A6E38B2C}" type="datetimeFigureOut">
              <a:rPr lang="en-US" smtClean="0"/>
              <a:t>5/6/2026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90EBC085-3709-4EED-9401-54C6FC7AFFB6}" type="slidenum">
              <a:rPr lang="en-US" smtClean="0"/>
              <a:t>‹#›</a:t>
            </a:fld>
            <a:endParaRPr lang="en-US"/>
          </a:p>
        </p:txBody>
      </p:sp>
    </p:spTree>
    <p:extLst>
      <p:ext uri="{BB962C8B-B14F-4D97-AF65-F5344CB8AC3E}">
        <p14:creationId xmlns:p14="http://schemas.microsoft.com/office/powerpoint/2010/main" val="1265496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8</a:t>
            </a:fld>
            <a:endParaRPr lang="en-US"/>
          </a:p>
        </p:txBody>
      </p:sp>
    </p:spTree>
    <p:extLst>
      <p:ext uri="{BB962C8B-B14F-4D97-AF65-F5344CB8AC3E}">
        <p14:creationId xmlns:p14="http://schemas.microsoft.com/office/powerpoint/2010/main" val="3622632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9</a:t>
            </a:fld>
            <a:endParaRPr lang="en-US"/>
          </a:p>
        </p:txBody>
      </p:sp>
    </p:spTree>
    <p:extLst>
      <p:ext uri="{BB962C8B-B14F-4D97-AF65-F5344CB8AC3E}">
        <p14:creationId xmlns:p14="http://schemas.microsoft.com/office/powerpoint/2010/main" val="4266099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11</a:t>
            </a:fld>
            <a:endParaRPr lang="en-US"/>
          </a:p>
        </p:txBody>
      </p:sp>
    </p:spTree>
    <p:extLst>
      <p:ext uri="{BB962C8B-B14F-4D97-AF65-F5344CB8AC3E}">
        <p14:creationId xmlns:p14="http://schemas.microsoft.com/office/powerpoint/2010/main" val="1621614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12</a:t>
            </a:fld>
            <a:endParaRPr lang="en-US"/>
          </a:p>
        </p:txBody>
      </p:sp>
    </p:spTree>
    <p:extLst>
      <p:ext uri="{BB962C8B-B14F-4D97-AF65-F5344CB8AC3E}">
        <p14:creationId xmlns:p14="http://schemas.microsoft.com/office/powerpoint/2010/main" val="1896034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14</a:t>
            </a:fld>
            <a:endParaRPr lang="en-US"/>
          </a:p>
        </p:txBody>
      </p:sp>
    </p:spTree>
    <p:extLst>
      <p:ext uri="{BB962C8B-B14F-4D97-AF65-F5344CB8AC3E}">
        <p14:creationId xmlns:p14="http://schemas.microsoft.com/office/powerpoint/2010/main" val="2264254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15</a:t>
            </a:fld>
            <a:endParaRPr lang="en-US"/>
          </a:p>
        </p:txBody>
      </p:sp>
    </p:spTree>
    <p:extLst>
      <p:ext uri="{BB962C8B-B14F-4D97-AF65-F5344CB8AC3E}">
        <p14:creationId xmlns:p14="http://schemas.microsoft.com/office/powerpoint/2010/main" val="565532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17</a:t>
            </a:fld>
            <a:endParaRPr lang="en-US"/>
          </a:p>
        </p:txBody>
      </p:sp>
    </p:spTree>
    <p:extLst>
      <p:ext uri="{BB962C8B-B14F-4D97-AF65-F5344CB8AC3E}">
        <p14:creationId xmlns:p14="http://schemas.microsoft.com/office/powerpoint/2010/main" val="1478445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18</a:t>
            </a:fld>
            <a:endParaRPr lang="en-US"/>
          </a:p>
        </p:txBody>
      </p:sp>
    </p:spTree>
    <p:extLst>
      <p:ext uri="{BB962C8B-B14F-4D97-AF65-F5344CB8AC3E}">
        <p14:creationId xmlns:p14="http://schemas.microsoft.com/office/powerpoint/2010/main" val="244219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-&gt; without difference </a:t>
            </a:r>
          </a:p>
        </p:txBody>
      </p:sp>
      <p:sp>
        <p:nvSpPr>
          <p:cNvPr id="4" name="Slide Number Placeholder 3"/>
          <p:cNvSpPr>
            <a:spLocks noGrp="1"/>
          </p:cNvSpPr>
          <p:nvPr>
            <p:ph type="sldNum" sz="quarter" idx="5"/>
          </p:nvPr>
        </p:nvSpPr>
        <p:spPr/>
        <p:txBody>
          <a:bodyPr/>
          <a:lstStyle/>
          <a:p>
            <a:fld id="{90EBC085-3709-4EED-9401-54C6FC7AFFB6}" type="slidenum">
              <a:rPr lang="en-US" smtClean="0"/>
              <a:t>19</a:t>
            </a:fld>
            <a:endParaRPr lang="en-US"/>
          </a:p>
        </p:txBody>
      </p:sp>
    </p:spTree>
    <p:extLst>
      <p:ext uri="{BB962C8B-B14F-4D97-AF65-F5344CB8AC3E}">
        <p14:creationId xmlns:p14="http://schemas.microsoft.com/office/powerpoint/2010/main" val="2339777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23</a:t>
            </a:fld>
            <a:endParaRPr lang="en-US"/>
          </a:p>
        </p:txBody>
      </p:sp>
    </p:spTree>
    <p:extLst>
      <p:ext uri="{BB962C8B-B14F-4D97-AF65-F5344CB8AC3E}">
        <p14:creationId xmlns:p14="http://schemas.microsoft.com/office/powerpoint/2010/main" val="4150792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24</a:t>
            </a:fld>
            <a:endParaRPr lang="en-US"/>
          </a:p>
        </p:txBody>
      </p:sp>
    </p:spTree>
    <p:extLst>
      <p:ext uri="{BB962C8B-B14F-4D97-AF65-F5344CB8AC3E}">
        <p14:creationId xmlns:p14="http://schemas.microsoft.com/office/powerpoint/2010/main" val="465627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25</a:t>
            </a:fld>
            <a:endParaRPr lang="en-US"/>
          </a:p>
        </p:txBody>
      </p:sp>
    </p:spTree>
    <p:extLst>
      <p:ext uri="{BB962C8B-B14F-4D97-AF65-F5344CB8AC3E}">
        <p14:creationId xmlns:p14="http://schemas.microsoft.com/office/powerpoint/2010/main" val="2810362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26</a:t>
            </a:fld>
            <a:endParaRPr lang="en-US"/>
          </a:p>
        </p:txBody>
      </p:sp>
    </p:spTree>
    <p:extLst>
      <p:ext uri="{BB962C8B-B14F-4D97-AF65-F5344CB8AC3E}">
        <p14:creationId xmlns:p14="http://schemas.microsoft.com/office/powerpoint/2010/main" val="1270597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27</a:t>
            </a:fld>
            <a:endParaRPr lang="en-US"/>
          </a:p>
        </p:txBody>
      </p:sp>
    </p:spTree>
    <p:extLst>
      <p:ext uri="{BB962C8B-B14F-4D97-AF65-F5344CB8AC3E}">
        <p14:creationId xmlns:p14="http://schemas.microsoft.com/office/powerpoint/2010/main" val="22714418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28</a:t>
            </a:fld>
            <a:endParaRPr lang="en-US"/>
          </a:p>
        </p:txBody>
      </p:sp>
    </p:spTree>
    <p:extLst>
      <p:ext uri="{BB962C8B-B14F-4D97-AF65-F5344CB8AC3E}">
        <p14:creationId xmlns:p14="http://schemas.microsoft.com/office/powerpoint/2010/main" val="39277359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31</a:t>
            </a:fld>
            <a:endParaRPr lang="en-US"/>
          </a:p>
        </p:txBody>
      </p:sp>
    </p:spTree>
    <p:extLst>
      <p:ext uri="{BB962C8B-B14F-4D97-AF65-F5344CB8AC3E}">
        <p14:creationId xmlns:p14="http://schemas.microsoft.com/office/powerpoint/2010/main" val="36226326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32</a:t>
            </a:fld>
            <a:endParaRPr lang="en-US"/>
          </a:p>
        </p:txBody>
      </p:sp>
    </p:spTree>
    <p:extLst>
      <p:ext uri="{BB962C8B-B14F-4D97-AF65-F5344CB8AC3E}">
        <p14:creationId xmlns:p14="http://schemas.microsoft.com/office/powerpoint/2010/main" val="2203819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EBC085-3709-4EED-9401-54C6FC7AFFB6}" type="slidenum">
              <a:rPr lang="en-US" smtClean="0"/>
              <a:t>33</a:t>
            </a:fld>
            <a:endParaRPr lang="en-US"/>
          </a:p>
        </p:txBody>
      </p:sp>
    </p:spTree>
    <p:extLst>
      <p:ext uri="{BB962C8B-B14F-4D97-AF65-F5344CB8AC3E}">
        <p14:creationId xmlns:p14="http://schemas.microsoft.com/office/powerpoint/2010/main" val="2774889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57" name="PlaceHolder 2"/>
          <p:cNvSpPr>
            <a:spLocks noGrp="1"/>
          </p:cNvSpPr>
          <p:nvPr>
            <p:ph type="subTitle"/>
          </p:nvPr>
        </p:nvSpPr>
        <p:spPr>
          <a:xfrm>
            <a:off x="382680" y="1371600"/>
            <a:ext cx="8380080" cy="464796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59" name="PlaceHolder 2"/>
          <p:cNvSpPr>
            <a:spLocks noGrp="1"/>
          </p:cNvSpPr>
          <p:nvPr>
            <p:ph/>
          </p:nvPr>
        </p:nvSpPr>
        <p:spPr>
          <a:xfrm>
            <a:off x="382680" y="1371600"/>
            <a:ext cx="8380080" cy="464796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61" name="PlaceHolder 2"/>
          <p:cNvSpPr>
            <a:spLocks noGrp="1"/>
          </p:cNvSpPr>
          <p:nvPr>
            <p:ph/>
          </p:nvPr>
        </p:nvSpPr>
        <p:spPr>
          <a:xfrm>
            <a:off x="382680" y="1371600"/>
            <a:ext cx="4089240" cy="464796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62" name="PlaceHolder 3"/>
          <p:cNvSpPr>
            <a:spLocks noGrp="1"/>
          </p:cNvSpPr>
          <p:nvPr>
            <p:ph/>
          </p:nvPr>
        </p:nvSpPr>
        <p:spPr>
          <a:xfrm>
            <a:off x="4676760" y="1371600"/>
            <a:ext cx="4089240" cy="464796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p:nvPr>
        </p:nvSpPr>
        <p:spPr>
          <a:xfrm>
            <a:off x="380880" y="228600"/>
            <a:ext cx="8380080" cy="388440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66" name="PlaceHolder 2"/>
          <p:cNvSpPr>
            <a:spLocks noGrp="1"/>
          </p:cNvSpPr>
          <p:nvPr>
            <p:ph/>
          </p:nvPr>
        </p:nvSpPr>
        <p:spPr>
          <a:xfrm>
            <a:off x="382680" y="137160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67" name="PlaceHolder 3"/>
          <p:cNvSpPr>
            <a:spLocks noGrp="1"/>
          </p:cNvSpPr>
          <p:nvPr>
            <p:ph/>
          </p:nvPr>
        </p:nvSpPr>
        <p:spPr>
          <a:xfrm>
            <a:off x="4676760" y="1371600"/>
            <a:ext cx="4089240" cy="464796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68" name="PlaceHolder 4"/>
          <p:cNvSpPr>
            <a:spLocks noGrp="1"/>
          </p:cNvSpPr>
          <p:nvPr>
            <p:ph/>
          </p:nvPr>
        </p:nvSpPr>
        <p:spPr>
          <a:xfrm>
            <a:off x="382680" y="379944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70" name="PlaceHolder 2"/>
          <p:cNvSpPr>
            <a:spLocks noGrp="1"/>
          </p:cNvSpPr>
          <p:nvPr>
            <p:ph/>
          </p:nvPr>
        </p:nvSpPr>
        <p:spPr>
          <a:xfrm>
            <a:off x="382680" y="1371600"/>
            <a:ext cx="4089240" cy="464796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71" name="PlaceHolder 3"/>
          <p:cNvSpPr>
            <a:spLocks noGrp="1"/>
          </p:cNvSpPr>
          <p:nvPr>
            <p:ph/>
          </p:nvPr>
        </p:nvSpPr>
        <p:spPr>
          <a:xfrm>
            <a:off x="4676760" y="137160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72" name="PlaceHolder 4"/>
          <p:cNvSpPr>
            <a:spLocks noGrp="1"/>
          </p:cNvSpPr>
          <p:nvPr>
            <p:ph/>
          </p:nvPr>
        </p:nvSpPr>
        <p:spPr>
          <a:xfrm>
            <a:off x="4676760" y="379944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74" name="PlaceHolder 2"/>
          <p:cNvSpPr>
            <a:spLocks noGrp="1"/>
          </p:cNvSpPr>
          <p:nvPr>
            <p:ph/>
          </p:nvPr>
        </p:nvSpPr>
        <p:spPr>
          <a:xfrm>
            <a:off x="382680" y="137160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75" name="PlaceHolder 3"/>
          <p:cNvSpPr>
            <a:spLocks noGrp="1"/>
          </p:cNvSpPr>
          <p:nvPr>
            <p:ph/>
          </p:nvPr>
        </p:nvSpPr>
        <p:spPr>
          <a:xfrm>
            <a:off x="4676760" y="137160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76" name="PlaceHolder 4"/>
          <p:cNvSpPr>
            <a:spLocks noGrp="1"/>
          </p:cNvSpPr>
          <p:nvPr>
            <p:ph/>
          </p:nvPr>
        </p:nvSpPr>
        <p:spPr>
          <a:xfrm>
            <a:off x="382680" y="3799440"/>
            <a:ext cx="838008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78" name="PlaceHolder 2"/>
          <p:cNvSpPr>
            <a:spLocks noGrp="1"/>
          </p:cNvSpPr>
          <p:nvPr>
            <p:ph/>
          </p:nvPr>
        </p:nvSpPr>
        <p:spPr>
          <a:xfrm>
            <a:off x="382680" y="1371600"/>
            <a:ext cx="838008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79" name="PlaceHolder 3"/>
          <p:cNvSpPr>
            <a:spLocks noGrp="1"/>
          </p:cNvSpPr>
          <p:nvPr>
            <p:ph/>
          </p:nvPr>
        </p:nvSpPr>
        <p:spPr>
          <a:xfrm>
            <a:off x="382680" y="3799440"/>
            <a:ext cx="838008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81" name="PlaceHolder 2"/>
          <p:cNvSpPr>
            <a:spLocks noGrp="1"/>
          </p:cNvSpPr>
          <p:nvPr>
            <p:ph/>
          </p:nvPr>
        </p:nvSpPr>
        <p:spPr>
          <a:xfrm>
            <a:off x="382680" y="137160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82" name="PlaceHolder 3"/>
          <p:cNvSpPr>
            <a:spLocks noGrp="1"/>
          </p:cNvSpPr>
          <p:nvPr>
            <p:ph/>
          </p:nvPr>
        </p:nvSpPr>
        <p:spPr>
          <a:xfrm>
            <a:off x="4676760" y="137160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83" name="PlaceHolder 4"/>
          <p:cNvSpPr>
            <a:spLocks noGrp="1"/>
          </p:cNvSpPr>
          <p:nvPr>
            <p:ph/>
          </p:nvPr>
        </p:nvSpPr>
        <p:spPr>
          <a:xfrm>
            <a:off x="382680" y="379944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84" name="PlaceHolder 5"/>
          <p:cNvSpPr>
            <a:spLocks noGrp="1"/>
          </p:cNvSpPr>
          <p:nvPr>
            <p:ph/>
          </p:nvPr>
        </p:nvSpPr>
        <p:spPr>
          <a:xfrm>
            <a:off x="4676760" y="379944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86" name="PlaceHolder 2"/>
          <p:cNvSpPr>
            <a:spLocks noGrp="1"/>
          </p:cNvSpPr>
          <p:nvPr>
            <p:ph/>
          </p:nvPr>
        </p:nvSpPr>
        <p:spPr>
          <a:xfrm>
            <a:off x="382680" y="1371600"/>
            <a:ext cx="269820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87" name="PlaceHolder 3"/>
          <p:cNvSpPr>
            <a:spLocks noGrp="1"/>
          </p:cNvSpPr>
          <p:nvPr>
            <p:ph/>
          </p:nvPr>
        </p:nvSpPr>
        <p:spPr>
          <a:xfrm>
            <a:off x="3216240" y="1371600"/>
            <a:ext cx="269820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88" name="PlaceHolder 4"/>
          <p:cNvSpPr>
            <a:spLocks noGrp="1"/>
          </p:cNvSpPr>
          <p:nvPr>
            <p:ph/>
          </p:nvPr>
        </p:nvSpPr>
        <p:spPr>
          <a:xfrm>
            <a:off x="6049800" y="1371600"/>
            <a:ext cx="269820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89" name="PlaceHolder 5"/>
          <p:cNvSpPr>
            <a:spLocks noGrp="1"/>
          </p:cNvSpPr>
          <p:nvPr>
            <p:ph/>
          </p:nvPr>
        </p:nvSpPr>
        <p:spPr>
          <a:xfrm>
            <a:off x="382680" y="3799440"/>
            <a:ext cx="269820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90" name="PlaceHolder 6"/>
          <p:cNvSpPr>
            <a:spLocks noGrp="1"/>
          </p:cNvSpPr>
          <p:nvPr>
            <p:ph/>
          </p:nvPr>
        </p:nvSpPr>
        <p:spPr>
          <a:xfrm>
            <a:off x="3216240" y="3799440"/>
            <a:ext cx="269820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91" name="PlaceHolder 7"/>
          <p:cNvSpPr>
            <a:spLocks noGrp="1"/>
          </p:cNvSpPr>
          <p:nvPr>
            <p:ph/>
          </p:nvPr>
        </p:nvSpPr>
        <p:spPr>
          <a:xfrm>
            <a:off x="6049800" y="3799440"/>
            <a:ext cx="269820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0"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121" name="PlaceHolder 2"/>
          <p:cNvSpPr>
            <a:spLocks noGrp="1"/>
          </p:cNvSpPr>
          <p:nvPr>
            <p:ph type="subTitle"/>
          </p:nvPr>
        </p:nvSpPr>
        <p:spPr>
          <a:xfrm>
            <a:off x="382680" y="1371600"/>
            <a:ext cx="8380080" cy="464796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123" name="PlaceHolder 2"/>
          <p:cNvSpPr>
            <a:spLocks noGrp="1"/>
          </p:cNvSpPr>
          <p:nvPr>
            <p:ph/>
          </p:nvPr>
        </p:nvSpPr>
        <p:spPr>
          <a:xfrm>
            <a:off x="382680" y="1371600"/>
            <a:ext cx="8380080" cy="464796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125" name="PlaceHolder 2"/>
          <p:cNvSpPr>
            <a:spLocks noGrp="1"/>
          </p:cNvSpPr>
          <p:nvPr>
            <p:ph/>
          </p:nvPr>
        </p:nvSpPr>
        <p:spPr>
          <a:xfrm>
            <a:off x="382680" y="1371600"/>
            <a:ext cx="4089240" cy="464796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26" name="PlaceHolder 3"/>
          <p:cNvSpPr>
            <a:spLocks noGrp="1"/>
          </p:cNvSpPr>
          <p:nvPr>
            <p:ph/>
          </p:nvPr>
        </p:nvSpPr>
        <p:spPr>
          <a:xfrm>
            <a:off x="4676760" y="1371600"/>
            <a:ext cx="4089240" cy="464796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7"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8" name="PlaceHolder 1"/>
          <p:cNvSpPr>
            <a:spLocks noGrp="1"/>
          </p:cNvSpPr>
          <p:nvPr>
            <p:ph type="subTitle"/>
          </p:nvPr>
        </p:nvSpPr>
        <p:spPr>
          <a:xfrm>
            <a:off x="380880" y="228600"/>
            <a:ext cx="8380080" cy="3884400"/>
          </a:xfrm>
          <a:prstGeom prst="rect">
            <a:avLst/>
          </a:prstGeom>
          <a:noFill/>
          <a:ln w="0">
            <a:noFill/>
          </a:ln>
        </p:spPr>
        <p:txBody>
          <a:bodyPr lIns="0" tIns="0" rIns="0" bIns="0" anchor="ctr">
            <a:noAutofit/>
          </a:bodyPr>
          <a:lstStyle/>
          <a:p>
            <a:pPr algn="ctr">
              <a:buNone/>
            </a:pPr>
            <a:endParaRPr lang="en-GB"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130" name="PlaceHolder 2"/>
          <p:cNvSpPr>
            <a:spLocks noGrp="1"/>
          </p:cNvSpPr>
          <p:nvPr>
            <p:ph/>
          </p:nvPr>
        </p:nvSpPr>
        <p:spPr>
          <a:xfrm>
            <a:off x="382680" y="137160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31" name="PlaceHolder 3"/>
          <p:cNvSpPr>
            <a:spLocks noGrp="1"/>
          </p:cNvSpPr>
          <p:nvPr>
            <p:ph/>
          </p:nvPr>
        </p:nvSpPr>
        <p:spPr>
          <a:xfrm>
            <a:off x="4676760" y="1371600"/>
            <a:ext cx="4089240" cy="464796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32" name="PlaceHolder 4"/>
          <p:cNvSpPr>
            <a:spLocks noGrp="1"/>
          </p:cNvSpPr>
          <p:nvPr>
            <p:ph/>
          </p:nvPr>
        </p:nvSpPr>
        <p:spPr>
          <a:xfrm>
            <a:off x="382680" y="379944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3"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134" name="PlaceHolder 2"/>
          <p:cNvSpPr>
            <a:spLocks noGrp="1"/>
          </p:cNvSpPr>
          <p:nvPr>
            <p:ph/>
          </p:nvPr>
        </p:nvSpPr>
        <p:spPr>
          <a:xfrm>
            <a:off x="382680" y="1371600"/>
            <a:ext cx="4089240" cy="464796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35" name="PlaceHolder 3"/>
          <p:cNvSpPr>
            <a:spLocks noGrp="1"/>
          </p:cNvSpPr>
          <p:nvPr>
            <p:ph/>
          </p:nvPr>
        </p:nvSpPr>
        <p:spPr>
          <a:xfrm>
            <a:off x="4676760" y="137160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36" name="PlaceHolder 4"/>
          <p:cNvSpPr>
            <a:spLocks noGrp="1"/>
          </p:cNvSpPr>
          <p:nvPr>
            <p:ph/>
          </p:nvPr>
        </p:nvSpPr>
        <p:spPr>
          <a:xfrm>
            <a:off x="4676760" y="379944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138" name="PlaceHolder 2"/>
          <p:cNvSpPr>
            <a:spLocks noGrp="1"/>
          </p:cNvSpPr>
          <p:nvPr>
            <p:ph/>
          </p:nvPr>
        </p:nvSpPr>
        <p:spPr>
          <a:xfrm>
            <a:off x="382680" y="137160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39" name="PlaceHolder 3"/>
          <p:cNvSpPr>
            <a:spLocks noGrp="1"/>
          </p:cNvSpPr>
          <p:nvPr>
            <p:ph/>
          </p:nvPr>
        </p:nvSpPr>
        <p:spPr>
          <a:xfrm>
            <a:off x="4676760" y="137160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40" name="PlaceHolder 4"/>
          <p:cNvSpPr>
            <a:spLocks noGrp="1"/>
          </p:cNvSpPr>
          <p:nvPr>
            <p:ph/>
          </p:nvPr>
        </p:nvSpPr>
        <p:spPr>
          <a:xfrm>
            <a:off x="382680" y="3799440"/>
            <a:ext cx="838008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142" name="PlaceHolder 2"/>
          <p:cNvSpPr>
            <a:spLocks noGrp="1"/>
          </p:cNvSpPr>
          <p:nvPr>
            <p:ph/>
          </p:nvPr>
        </p:nvSpPr>
        <p:spPr>
          <a:xfrm>
            <a:off x="382680" y="1371600"/>
            <a:ext cx="838008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43" name="PlaceHolder 3"/>
          <p:cNvSpPr>
            <a:spLocks noGrp="1"/>
          </p:cNvSpPr>
          <p:nvPr>
            <p:ph/>
          </p:nvPr>
        </p:nvSpPr>
        <p:spPr>
          <a:xfrm>
            <a:off x="382680" y="3799440"/>
            <a:ext cx="838008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145" name="PlaceHolder 2"/>
          <p:cNvSpPr>
            <a:spLocks noGrp="1"/>
          </p:cNvSpPr>
          <p:nvPr>
            <p:ph/>
          </p:nvPr>
        </p:nvSpPr>
        <p:spPr>
          <a:xfrm>
            <a:off x="382680" y="137160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46" name="PlaceHolder 3"/>
          <p:cNvSpPr>
            <a:spLocks noGrp="1"/>
          </p:cNvSpPr>
          <p:nvPr>
            <p:ph/>
          </p:nvPr>
        </p:nvSpPr>
        <p:spPr>
          <a:xfrm>
            <a:off x="4676760" y="137160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47" name="PlaceHolder 4"/>
          <p:cNvSpPr>
            <a:spLocks noGrp="1"/>
          </p:cNvSpPr>
          <p:nvPr>
            <p:ph/>
          </p:nvPr>
        </p:nvSpPr>
        <p:spPr>
          <a:xfrm>
            <a:off x="382680" y="379944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48" name="PlaceHolder 5"/>
          <p:cNvSpPr>
            <a:spLocks noGrp="1"/>
          </p:cNvSpPr>
          <p:nvPr>
            <p:ph/>
          </p:nvPr>
        </p:nvSpPr>
        <p:spPr>
          <a:xfrm>
            <a:off x="4676760" y="3799440"/>
            <a:ext cx="408924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380880" y="228600"/>
            <a:ext cx="8380080" cy="837720"/>
          </a:xfrm>
          <a:prstGeom prst="rect">
            <a:avLst/>
          </a:prstGeom>
          <a:noFill/>
          <a:ln w="0">
            <a:noFill/>
          </a:ln>
        </p:spPr>
        <p:txBody>
          <a:bodyPr lIns="0" tIns="0" rIns="0" bIns="0" anchor="ctr">
            <a:noAutofit/>
          </a:bodyPr>
          <a:lstStyle/>
          <a:p>
            <a:endParaRPr lang="en-US" sz="1800" b="0" strike="noStrike" spc="-1">
              <a:solidFill>
                <a:srgbClr val="000000"/>
              </a:solidFill>
              <a:latin typeface="Century Gothic"/>
            </a:endParaRPr>
          </a:p>
        </p:txBody>
      </p:sp>
      <p:sp>
        <p:nvSpPr>
          <p:cNvPr id="150" name="PlaceHolder 2"/>
          <p:cNvSpPr>
            <a:spLocks noGrp="1"/>
          </p:cNvSpPr>
          <p:nvPr>
            <p:ph/>
          </p:nvPr>
        </p:nvSpPr>
        <p:spPr>
          <a:xfrm>
            <a:off x="382680" y="1371600"/>
            <a:ext cx="269820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51" name="PlaceHolder 3"/>
          <p:cNvSpPr>
            <a:spLocks noGrp="1"/>
          </p:cNvSpPr>
          <p:nvPr>
            <p:ph/>
          </p:nvPr>
        </p:nvSpPr>
        <p:spPr>
          <a:xfrm>
            <a:off x="3216240" y="1371600"/>
            <a:ext cx="269820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52" name="PlaceHolder 4"/>
          <p:cNvSpPr>
            <a:spLocks noGrp="1"/>
          </p:cNvSpPr>
          <p:nvPr>
            <p:ph/>
          </p:nvPr>
        </p:nvSpPr>
        <p:spPr>
          <a:xfrm>
            <a:off x="6049800" y="1371600"/>
            <a:ext cx="269820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53" name="PlaceHolder 5"/>
          <p:cNvSpPr>
            <a:spLocks noGrp="1"/>
          </p:cNvSpPr>
          <p:nvPr>
            <p:ph/>
          </p:nvPr>
        </p:nvSpPr>
        <p:spPr>
          <a:xfrm>
            <a:off x="382680" y="3799440"/>
            <a:ext cx="269820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54" name="PlaceHolder 6"/>
          <p:cNvSpPr>
            <a:spLocks noGrp="1"/>
          </p:cNvSpPr>
          <p:nvPr>
            <p:ph/>
          </p:nvPr>
        </p:nvSpPr>
        <p:spPr>
          <a:xfrm>
            <a:off x="3216240" y="3799440"/>
            <a:ext cx="269820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
        <p:nvSpPr>
          <p:cNvPr id="155" name="PlaceHolder 7"/>
          <p:cNvSpPr>
            <a:spLocks noGrp="1"/>
          </p:cNvSpPr>
          <p:nvPr>
            <p:ph/>
          </p:nvPr>
        </p:nvSpPr>
        <p:spPr>
          <a:xfrm>
            <a:off x="6049800" y="3799440"/>
            <a:ext cx="2698200" cy="2216880"/>
          </a:xfrm>
          <a:prstGeom prst="rect">
            <a:avLst/>
          </a:prstGeom>
          <a:noFill/>
          <a:ln w="0">
            <a:noFill/>
          </a:ln>
        </p:spPr>
        <p:txBody>
          <a:bodyPr lIns="0" tIns="0" rIns="0" bIns="0" anchor="t">
            <a:normAutofit/>
          </a:bodyPr>
          <a:lstStyle/>
          <a:p>
            <a:endParaRPr lang="en-US" sz="2800" b="0" strike="noStrike" spc="-1">
              <a:solidFill>
                <a:srgbClr val="000000"/>
              </a:solidFill>
              <a:latin typeface="Century Gothic"/>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jpe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19" Type="http://schemas.openxmlformats.org/officeDocument/2006/relationships/image" Target="../media/image6.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6" name="Picture 4" descr="bit-lsi-logo-final"/>
          <p:cNvPicPr/>
          <p:nvPr/>
        </p:nvPicPr>
        <p:blipFill>
          <a:blip r:embed="rId14"/>
          <a:stretch/>
        </p:blipFill>
        <p:spPr>
          <a:xfrm>
            <a:off x="303840" y="6204960"/>
            <a:ext cx="850320" cy="606600"/>
          </a:xfrm>
          <a:prstGeom prst="rect">
            <a:avLst/>
          </a:prstGeom>
          <a:ln w="0">
            <a:noFill/>
          </a:ln>
        </p:spPr>
      </p:pic>
      <p:pic>
        <p:nvPicPr>
          <p:cNvPr id="57" name="Picture 14"/>
          <p:cNvPicPr/>
          <p:nvPr/>
        </p:nvPicPr>
        <p:blipFill>
          <a:blip r:embed="rId15"/>
          <a:stretch/>
        </p:blipFill>
        <p:spPr>
          <a:xfrm>
            <a:off x="5330880" y="6248520"/>
            <a:ext cx="1327320" cy="452880"/>
          </a:xfrm>
          <a:prstGeom prst="rect">
            <a:avLst/>
          </a:prstGeom>
          <a:ln w="0">
            <a:noFill/>
          </a:ln>
        </p:spPr>
      </p:pic>
      <p:sp>
        <p:nvSpPr>
          <p:cNvPr id="2" name="Line 7"/>
          <p:cNvSpPr/>
          <p:nvPr/>
        </p:nvSpPr>
        <p:spPr>
          <a:xfrm>
            <a:off x="306000" y="6172200"/>
            <a:ext cx="8533080" cy="360"/>
          </a:xfrm>
          <a:prstGeom prst="line">
            <a:avLst/>
          </a:prstGeom>
          <a:ln w="19050">
            <a:solidFill>
              <a:srgbClr val="016AC9"/>
            </a:solidFill>
            <a:round/>
          </a:ln>
        </p:spPr>
        <p:style>
          <a:lnRef idx="0">
            <a:scrgbClr r="0" g="0" b="0"/>
          </a:lnRef>
          <a:fillRef idx="0">
            <a:scrgbClr r="0" g="0" b="0"/>
          </a:fillRef>
          <a:effectRef idx="0">
            <a:scrgbClr r="0" g="0" b="0"/>
          </a:effectRef>
          <a:fontRef idx="minor"/>
        </p:style>
        <p:txBody>
          <a:bodyPr/>
          <a:lstStyle/>
          <a:p>
            <a:endParaRPr lang="pt-PT"/>
          </a:p>
        </p:txBody>
      </p:sp>
      <p:sp>
        <p:nvSpPr>
          <p:cNvPr id="3" name="Line 8"/>
          <p:cNvSpPr/>
          <p:nvPr/>
        </p:nvSpPr>
        <p:spPr>
          <a:xfrm>
            <a:off x="306000" y="6172200"/>
            <a:ext cx="8533080" cy="360"/>
          </a:xfrm>
          <a:prstGeom prst="line">
            <a:avLst/>
          </a:prstGeom>
          <a:ln w="19050">
            <a:solidFill>
              <a:srgbClr val="0064C8"/>
            </a:solidFill>
            <a:round/>
          </a:ln>
        </p:spPr>
        <p:style>
          <a:lnRef idx="0">
            <a:scrgbClr r="0" g="0" b="0"/>
          </a:lnRef>
          <a:fillRef idx="0">
            <a:scrgbClr r="0" g="0" b="0"/>
          </a:fillRef>
          <a:effectRef idx="0">
            <a:scrgbClr r="0" g="0" b="0"/>
          </a:effectRef>
          <a:fontRef idx="minor"/>
        </p:style>
        <p:txBody>
          <a:bodyPr/>
          <a:lstStyle/>
          <a:p>
            <a:endParaRPr lang="pt-PT"/>
          </a:p>
        </p:txBody>
      </p:sp>
      <p:grpSp>
        <p:nvGrpSpPr>
          <p:cNvPr id="4" name="Gruppieren 69"/>
          <p:cNvGrpSpPr/>
          <p:nvPr/>
        </p:nvGrpSpPr>
        <p:grpSpPr>
          <a:xfrm>
            <a:off x="7525080" y="6248520"/>
            <a:ext cx="1126800" cy="453600"/>
            <a:chOff x="7525080" y="6248520"/>
            <a:chExt cx="1126800" cy="453600"/>
          </a:xfrm>
        </p:grpSpPr>
        <p:sp>
          <p:nvSpPr>
            <p:cNvPr id="5" name="AutoShape 3"/>
            <p:cNvSpPr/>
            <p:nvPr/>
          </p:nvSpPr>
          <p:spPr>
            <a:xfrm>
              <a:off x="7525080" y="6248520"/>
              <a:ext cx="1126800" cy="4536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pt-PT"/>
            </a:p>
          </p:txBody>
        </p:sp>
        <p:sp>
          <p:nvSpPr>
            <p:cNvPr id="6" name="Freeform 5"/>
            <p:cNvSpPr/>
            <p:nvPr/>
          </p:nvSpPr>
          <p:spPr>
            <a:xfrm>
              <a:off x="8208720" y="6248520"/>
              <a:ext cx="273960" cy="247320"/>
            </a:xfrm>
            <a:custGeom>
              <a:avLst/>
              <a:gdLst/>
              <a:ahLst/>
              <a:cxnLst/>
              <a:rect l="l" t="t" r="r" b="b"/>
              <a:pathLst>
                <a:path w="1277" h="1104">
                  <a:moveTo>
                    <a:pt x="944" y="552"/>
                  </a:moveTo>
                  <a:cubicBezTo>
                    <a:pt x="1110" y="357"/>
                    <a:pt x="1203" y="197"/>
                    <a:pt x="1277" y="0"/>
                  </a:cubicBezTo>
                  <a:lnTo>
                    <a:pt x="0" y="0"/>
                  </a:lnTo>
                  <a:lnTo>
                    <a:pt x="0" y="1104"/>
                  </a:lnTo>
                  <a:cubicBezTo>
                    <a:pt x="253" y="1070"/>
                    <a:pt x="607" y="949"/>
                    <a:pt x="944" y="552"/>
                  </a:cubicBezTo>
                  <a:close/>
                </a:path>
              </a:pathLst>
            </a:custGeom>
            <a:solidFill>
              <a:srgbClr val="07529A"/>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7" name="Rectangle 6"/>
            <p:cNvSpPr/>
            <p:nvPr/>
          </p:nvSpPr>
          <p:spPr>
            <a:xfrm>
              <a:off x="8208720" y="6570000"/>
              <a:ext cx="429840" cy="126000"/>
            </a:xfrm>
            <a:prstGeom prst="rect">
              <a:avLst/>
            </a:prstGeom>
            <a:solidFill>
              <a:srgbClr val="EAB90C"/>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8" name="Freeform 7"/>
            <p:cNvSpPr/>
            <p:nvPr/>
          </p:nvSpPr>
          <p:spPr>
            <a:xfrm>
              <a:off x="8208720" y="6248520"/>
              <a:ext cx="429840" cy="301320"/>
            </a:xfrm>
            <a:custGeom>
              <a:avLst/>
              <a:gdLst/>
              <a:ahLst/>
              <a:cxnLst/>
              <a:rect l="l" t="t" r="r" b="b"/>
              <a:pathLst>
                <a:path w="2000" h="1349">
                  <a:moveTo>
                    <a:pt x="2000" y="0"/>
                  </a:moveTo>
                  <a:lnTo>
                    <a:pt x="1361" y="0"/>
                  </a:lnTo>
                  <a:cubicBezTo>
                    <a:pt x="1285" y="208"/>
                    <a:pt x="1168" y="419"/>
                    <a:pt x="992" y="627"/>
                  </a:cubicBezTo>
                  <a:cubicBezTo>
                    <a:pt x="644" y="1036"/>
                    <a:pt x="259" y="1159"/>
                    <a:pt x="0" y="1193"/>
                  </a:cubicBezTo>
                  <a:lnTo>
                    <a:pt x="0" y="1349"/>
                  </a:lnTo>
                  <a:lnTo>
                    <a:pt x="2000" y="1349"/>
                  </a:lnTo>
                  <a:lnTo>
                    <a:pt x="2000" y="0"/>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9" name="Freeform 8"/>
            <p:cNvSpPr/>
            <p:nvPr/>
          </p:nvSpPr>
          <p:spPr>
            <a:xfrm>
              <a:off x="8228520" y="6593040"/>
              <a:ext cx="56880" cy="82800"/>
            </a:xfrm>
            <a:custGeom>
              <a:avLst/>
              <a:gdLst/>
              <a:ahLst/>
              <a:cxnLst/>
              <a:rect l="l" t="t" r="r" b="b"/>
              <a:pathLst>
                <a:path w="264" h="371">
                  <a:moveTo>
                    <a:pt x="134" y="318"/>
                  </a:moveTo>
                  <a:cubicBezTo>
                    <a:pt x="183" y="318"/>
                    <a:pt x="198" y="308"/>
                    <a:pt x="198" y="265"/>
                  </a:cubicBezTo>
                  <a:cubicBezTo>
                    <a:pt x="198" y="216"/>
                    <a:pt x="182" y="204"/>
                    <a:pt x="132" y="203"/>
                  </a:cubicBezTo>
                  <a:lnTo>
                    <a:pt x="65" y="203"/>
                  </a:lnTo>
                  <a:lnTo>
                    <a:pt x="65" y="318"/>
                  </a:lnTo>
                  <a:lnTo>
                    <a:pt x="134" y="318"/>
                  </a:lnTo>
                  <a:close/>
                  <a:moveTo>
                    <a:pt x="65" y="53"/>
                  </a:moveTo>
                  <a:lnTo>
                    <a:pt x="65" y="155"/>
                  </a:lnTo>
                  <a:lnTo>
                    <a:pt x="131" y="155"/>
                  </a:lnTo>
                  <a:cubicBezTo>
                    <a:pt x="175" y="155"/>
                    <a:pt x="190" y="145"/>
                    <a:pt x="190" y="103"/>
                  </a:cubicBezTo>
                  <a:cubicBezTo>
                    <a:pt x="190" y="63"/>
                    <a:pt x="174" y="53"/>
                    <a:pt x="126" y="53"/>
                  </a:cubicBezTo>
                  <a:lnTo>
                    <a:pt x="65" y="53"/>
                  </a:lnTo>
                  <a:close/>
                  <a:moveTo>
                    <a:pt x="191" y="180"/>
                  </a:moveTo>
                  <a:cubicBezTo>
                    <a:pt x="245" y="185"/>
                    <a:pt x="264" y="219"/>
                    <a:pt x="264" y="277"/>
                  </a:cubicBezTo>
                  <a:cubicBezTo>
                    <a:pt x="264" y="351"/>
                    <a:pt x="230" y="371"/>
                    <a:pt x="145" y="371"/>
                  </a:cubicBezTo>
                  <a:cubicBezTo>
                    <a:pt x="79" y="371"/>
                    <a:pt x="44" y="371"/>
                    <a:pt x="0" y="367"/>
                  </a:cubicBezTo>
                  <a:lnTo>
                    <a:pt x="0" y="4"/>
                  </a:lnTo>
                  <a:cubicBezTo>
                    <a:pt x="39" y="1"/>
                    <a:pt x="71" y="0"/>
                    <a:pt x="129" y="0"/>
                  </a:cubicBezTo>
                  <a:cubicBezTo>
                    <a:pt x="220" y="0"/>
                    <a:pt x="253" y="20"/>
                    <a:pt x="253" y="95"/>
                  </a:cubicBezTo>
                  <a:cubicBezTo>
                    <a:pt x="253" y="147"/>
                    <a:pt x="235" y="174"/>
                    <a:pt x="191" y="178"/>
                  </a:cubicBezTo>
                  <a:lnTo>
                    <a:pt x="191" y="18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0" name="Freeform 9"/>
            <p:cNvSpPr/>
            <p:nvPr/>
          </p:nvSpPr>
          <p:spPr>
            <a:xfrm>
              <a:off x="8297640" y="6591960"/>
              <a:ext cx="63720" cy="83880"/>
            </a:xfrm>
            <a:custGeom>
              <a:avLst/>
              <a:gdLst/>
              <a:ahLst/>
              <a:cxnLst/>
              <a:rect l="l" t="t" r="r" b="b"/>
              <a:pathLst>
                <a:path w="299" h="376">
                  <a:moveTo>
                    <a:pt x="69" y="188"/>
                  </a:moveTo>
                  <a:cubicBezTo>
                    <a:pt x="69" y="289"/>
                    <a:pt x="88" y="320"/>
                    <a:pt x="149" y="320"/>
                  </a:cubicBezTo>
                  <a:cubicBezTo>
                    <a:pt x="211" y="320"/>
                    <a:pt x="230" y="289"/>
                    <a:pt x="230" y="188"/>
                  </a:cubicBezTo>
                  <a:cubicBezTo>
                    <a:pt x="230" y="87"/>
                    <a:pt x="211" y="56"/>
                    <a:pt x="149" y="56"/>
                  </a:cubicBezTo>
                  <a:cubicBezTo>
                    <a:pt x="88" y="56"/>
                    <a:pt x="69" y="87"/>
                    <a:pt x="69" y="188"/>
                  </a:cubicBezTo>
                  <a:close/>
                  <a:moveTo>
                    <a:pt x="299" y="188"/>
                  </a:moveTo>
                  <a:cubicBezTo>
                    <a:pt x="299" y="332"/>
                    <a:pt x="260" y="376"/>
                    <a:pt x="149" y="376"/>
                  </a:cubicBezTo>
                  <a:cubicBezTo>
                    <a:pt x="39" y="376"/>
                    <a:pt x="0" y="332"/>
                    <a:pt x="0" y="188"/>
                  </a:cubicBezTo>
                  <a:cubicBezTo>
                    <a:pt x="0" y="44"/>
                    <a:pt x="39" y="0"/>
                    <a:pt x="149" y="0"/>
                  </a:cubicBezTo>
                  <a:cubicBezTo>
                    <a:pt x="260" y="0"/>
                    <a:pt x="299" y="44"/>
                    <a:pt x="299" y="18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1" name="Freeform 10"/>
            <p:cNvSpPr/>
            <p:nvPr/>
          </p:nvSpPr>
          <p:spPr>
            <a:xfrm>
              <a:off x="8376840" y="6594120"/>
              <a:ext cx="62640" cy="80640"/>
            </a:xfrm>
            <a:custGeom>
              <a:avLst/>
              <a:gdLst/>
              <a:ahLst/>
              <a:cxnLst/>
              <a:rect l="l" t="t" r="r" b="b"/>
              <a:pathLst>
                <a:path w="295" h="363">
                  <a:moveTo>
                    <a:pt x="295" y="339"/>
                  </a:moveTo>
                  <a:cubicBezTo>
                    <a:pt x="295" y="355"/>
                    <a:pt x="287" y="363"/>
                    <a:pt x="271" y="363"/>
                  </a:cubicBezTo>
                  <a:lnTo>
                    <a:pt x="219" y="363"/>
                  </a:lnTo>
                  <a:cubicBezTo>
                    <a:pt x="205" y="363"/>
                    <a:pt x="197" y="357"/>
                    <a:pt x="192" y="343"/>
                  </a:cubicBezTo>
                  <a:lnTo>
                    <a:pt x="90" y="121"/>
                  </a:lnTo>
                  <a:cubicBezTo>
                    <a:pt x="83" y="106"/>
                    <a:pt x="72" y="84"/>
                    <a:pt x="68" y="67"/>
                  </a:cubicBezTo>
                  <a:lnTo>
                    <a:pt x="62" y="67"/>
                  </a:lnTo>
                  <a:cubicBezTo>
                    <a:pt x="64" y="85"/>
                    <a:pt x="65" y="104"/>
                    <a:pt x="65" y="121"/>
                  </a:cubicBezTo>
                  <a:lnTo>
                    <a:pt x="65" y="363"/>
                  </a:lnTo>
                  <a:lnTo>
                    <a:pt x="0" y="363"/>
                  </a:lnTo>
                  <a:lnTo>
                    <a:pt x="0" y="25"/>
                  </a:lnTo>
                  <a:cubicBezTo>
                    <a:pt x="0" y="9"/>
                    <a:pt x="9" y="0"/>
                    <a:pt x="25" y="0"/>
                  </a:cubicBezTo>
                  <a:lnTo>
                    <a:pt x="76" y="0"/>
                  </a:lnTo>
                  <a:cubicBezTo>
                    <a:pt x="90" y="0"/>
                    <a:pt x="97" y="7"/>
                    <a:pt x="103" y="20"/>
                  </a:cubicBezTo>
                  <a:lnTo>
                    <a:pt x="202" y="237"/>
                  </a:lnTo>
                  <a:cubicBezTo>
                    <a:pt x="209" y="252"/>
                    <a:pt x="219" y="274"/>
                    <a:pt x="227" y="294"/>
                  </a:cubicBezTo>
                  <a:lnTo>
                    <a:pt x="234" y="294"/>
                  </a:lnTo>
                  <a:cubicBezTo>
                    <a:pt x="232" y="274"/>
                    <a:pt x="231" y="254"/>
                    <a:pt x="231" y="235"/>
                  </a:cubicBezTo>
                  <a:lnTo>
                    <a:pt x="231" y="0"/>
                  </a:lnTo>
                  <a:lnTo>
                    <a:pt x="295" y="0"/>
                  </a:lnTo>
                  <a:lnTo>
                    <a:pt x="295" y="339"/>
                  </a:lnTo>
                  <a:close/>
                </a:path>
              </a:pathLst>
            </a:custGeom>
            <a:solidFill>
              <a:srgbClr val="FFFFFF"/>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2" name="Freeform 11"/>
            <p:cNvSpPr/>
            <p:nvPr/>
          </p:nvSpPr>
          <p:spPr>
            <a:xfrm>
              <a:off x="8457120" y="6594120"/>
              <a:ext cx="62640" cy="80640"/>
            </a:xfrm>
            <a:custGeom>
              <a:avLst/>
              <a:gdLst/>
              <a:ahLst/>
              <a:cxnLst/>
              <a:rect l="l" t="t" r="r" b="b"/>
              <a:pathLst>
                <a:path w="295" h="363">
                  <a:moveTo>
                    <a:pt x="295" y="339"/>
                  </a:moveTo>
                  <a:cubicBezTo>
                    <a:pt x="295" y="355"/>
                    <a:pt x="286" y="363"/>
                    <a:pt x="271" y="363"/>
                  </a:cubicBezTo>
                  <a:lnTo>
                    <a:pt x="219" y="363"/>
                  </a:lnTo>
                  <a:cubicBezTo>
                    <a:pt x="204" y="363"/>
                    <a:pt x="197" y="357"/>
                    <a:pt x="191" y="343"/>
                  </a:cubicBezTo>
                  <a:lnTo>
                    <a:pt x="89" y="121"/>
                  </a:lnTo>
                  <a:cubicBezTo>
                    <a:pt x="83" y="106"/>
                    <a:pt x="72" y="84"/>
                    <a:pt x="68" y="67"/>
                  </a:cubicBezTo>
                  <a:lnTo>
                    <a:pt x="62" y="67"/>
                  </a:lnTo>
                  <a:cubicBezTo>
                    <a:pt x="64" y="85"/>
                    <a:pt x="65" y="104"/>
                    <a:pt x="65" y="121"/>
                  </a:cubicBezTo>
                  <a:lnTo>
                    <a:pt x="65" y="363"/>
                  </a:lnTo>
                  <a:lnTo>
                    <a:pt x="0" y="363"/>
                  </a:lnTo>
                  <a:lnTo>
                    <a:pt x="0" y="25"/>
                  </a:lnTo>
                  <a:cubicBezTo>
                    <a:pt x="0" y="9"/>
                    <a:pt x="9" y="0"/>
                    <a:pt x="25" y="0"/>
                  </a:cubicBezTo>
                  <a:lnTo>
                    <a:pt x="76" y="0"/>
                  </a:lnTo>
                  <a:cubicBezTo>
                    <a:pt x="90" y="0"/>
                    <a:pt x="97" y="7"/>
                    <a:pt x="103" y="20"/>
                  </a:cubicBezTo>
                  <a:lnTo>
                    <a:pt x="202" y="237"/>
                  </a:lnTo>
                  <a:cubicBezTo>
                    <a:pt x="209" y="252"/>
                    <a:pt x="219" y="274"/>
                    <a:pt x="227" y="294"/>
                  </a:cubicBezTo>
                  <a:lnTo>
                    <a:pt x="233" y="294"/>
                  </a:lnTo>
                  <a:cubicBezTo>
                    <a:pt x="232" y="274"/>
                    <a:pt x="231" y="254"/>
                    <a:pt x="231" y="235"/>
                  </a:cubicBezTo>
                  <a:lnTo>
                    <a:pt x="231" y="0"/>
                  </a:lnTo>
                  <a:lnTo>
                    <a:pt x="295" y="0"/>
                  </a:lnTo>
                  <a:lnTo>
                    <a:pt x="295" y="339"/>
                  </a:lnTo>
                  <a:close/>
                </a:path>
              </a:pathLst>
            </a:custGeom>
            <a:solidFill>
              <a:srgbClr val="FFFFFF"/>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3" name="Freeform 12"/>
            <p:cNvSpPr/>
            <p:nvPr/>
          </p:nvSpPr>
          <p:spPr>
            <a:xfrm>
              <a:off x="7525080" y="6594120"/>
              <a:ext cx="56880" cy="81720"/>
            </a:xfrm>
            <a:custGeom>
              <a:avLst/>
              <a:gdLst/>
              <a:ahLst/>
              <a:cxnLst/>
              <a:rect l="l" t="t" r="r" b="b"/>
              <a:pathLst>
                <a:path w="267" h="370">
                  <a:moveTo>
                    <a:pt x="267" y="223"/>
                  </a:moveTo>
                  <a:cubicBezTo>
                    <a:pt x="267" y="330"/>
                    <a:pt x="232" y="370"/>
                    <a:pt x="136" y="370"/>
                  </a:cubicBezTo>
                  <a:cubicBezTo>
                    <a:pt x="36" y="370"/>
                    <a:pt x="0" y="330"/>
                    <a:pt x="0" y="223"/>
                  </a:cubicBezTo>
                  <a:lnTo>
                    <a:pt x="0" y="0"/>
                  </a:lnTo>
                  <a:lnTo>
                    <a:pt x="53" y="0"/>
                  </a:lnTo>
                  <a:lnTo>
                    <a:pt x="53" y="223"/>
                  </a:lnTo>
                  <a:cubicBezTo>
                    <a:pt x="53" y="298"/>
                    <a:pt x="73" y="323"/>
                    <a:pt x="134" y="323"/>
                  </a:cubicBezTo>
                  <a:cubicBezTo>
                    <a:pt x="193" y="323"/>
                    <a:pt x="215" y="298"/>
                    <a:pt x="215" y="223"/>
                  </a:cubicBezTo>
                  <a:lnTo>
                    <a:pt x="215" y="0"/>
                  </a:lnTo>
                  <a:lnTo>
                    <a:pt x="267" y="0"/>
                  </a:lnTo>
                  <a:lnTo>
                    <a:pt x="267" y="223"/>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4" name="Freeform 13"/>
            <p:cNvSpPr/>
            <p:nvPr/>
          </p:nvSpPr>
          <p:spPr>
            <a:xfrm>
              <a:off x="7600680" y="6594120"/>
              <a:ext cx="60840" cy="80640"/>
            </a:xfrm>
            <a:custGeom>
              <a:avLst/>
              <a:gdLst/>
              <a:ahLst/>
              <a:cxnLst/>
              <a:rect l="l" t="t" r="r" b="b"/>
              <a:pathLst>
                <a:path w="284" h="363">
                  <a:moveTo>
                    <a:pt x="284" y="343"/>
                  </a:moveTo>
                  <a:cubicBezTo>
                    <a:pt x="284" y="356"/>
                    <a:pt x="277" y="363"/>
                    <a:pt x="265" y="363"/>
                  </a:cubicBezTo>
                  <a:lnTo>
                    <a:pt x="215" y="363"/>
                  </a:lnTo>
                  <a:cubicBezTo>
                    <a:pt x="203" y="363"/>
                    <a:pt x="197" y="358"/>
                    <a:pt x="192" y="347"/>
                  </a:cubicBezTo>
                  <a:lnTo>
                    <a:pt x="79" y="100"/>
                  </a:lnTo>
                  <a:cubicBezTo>
                    <a:pt x="73" y="86"/>
                    <a:pt x="62" y="64"/>
                    <a:pt x="57" y="49"/>
                  </a:cubicBezTo>
                  <a:lnTo>
                    <a:pt x="50" y="49"/>
                  </a:lnTo>
                  <a:cubicBezTo>
                    <a:pt x="52" y="66"/>
                    <a:pt x="53" y="83"/>
                    <a:pt x="53" y="100"/>
                  </a:cubicBezTo>
                  <a:lnTo>
                    <a:pt x="53" y="363"/>
                  </a:lnTo>
                  <a:lnTo>
                    <a:pt x="0" y="363"/>
                  </a:lnTo>
                  <a:lnTo>
                    <a:pt x="0" y="21"/>
                  </a:lnTo>
                  <a:cubicBezTo>
                    <a:pt x="0" y="7"/>
                    <a:pt x="7" y="0"/>
                    <a:pt x="20" y="0"/>
                  </a:cubicBezTo>
                  <a:lnTo>
                    <a:pt x="68" y="0"/>
                  </a:lnTo>
                  <a:cubicBezTo>
                    <a:pt x="80" y="0"/>
                    <a:pt x="86" y="6"/>
                    <a:pt x="92" y="17"/>
                  </a:cubicBezTo>
                  <a:lnTo>
                    <a:pt x="202" y="257"/>
                  </a:lnTo>
                  <a:cubicBezTo>
                    <a:pt x="208" y="272"/>
                    <a:pt x="219" y="293"/>
                    <a:pt x="227" y="312"/>
                  </a:cubicBezTo>
                  <a:lnTo>
                    <a:pt x="235" y="312"/>
                  </a:lnTo>
                  <a:cubicBezTo>
                    <a:pt x="233" y="293"/>
                    <a:pt x="232" y="274"/>
                    <a:pt x="232" y="255"/>
                  </a:cubicBezTo>
                  <a:lnTo>
                    <a:pt x="232" y="0"/>
                  </a:lnTo>
                  <a:lnTo>
                    <a:pt x="284" y="0"/>
                  </a:lnTo>
                  <a:lnTo>
                    <a:pt x="284" y="343"/>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5" name="Rectangle 14"/>
            <p:cNvSpPr/>
            <p:nvPr/>
          </p:nvSpPr>
          <p:spPr>
            <a:xfrm>
              <a:off x="7680960" y="6594120"/>
              <a:ext cx="11160" cy="80640"/>
            </a:xfrm>
            <a:prstGeom prst="rect">
              <a:avLst/>
            </a:pr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6" name="Freeform 15"/>
            <p:cNvSpPr/>
            <p:nvPr/>
          </p:nvSpPr>
          <p:spPr>
            <a:xfrm>
              <a:off x="7703640" y="6594120"/>
              <a:ext cx="65520" cy="80640"/>
            </a:xfrm>
            <a:custGeom>
              <a:avLst/>
              <a:gdLst/>
              <a:ahLst/>
              <a:cxnLst/>
              <a:rect l="l" t="t" r="r" b="b"/>
              <a:pathLst>
                <a:path w="306" h="363">
                  <a:moveTo>
                    <a:pt x="199" y="348"/>
                  </a:moveTo>
                  <a:cubicBezTo>
                    <a:pt x="197" y="357"/>
                    <a:pt x="189" y="363"/>
                    <a:pt x="179" y="363"/>
                  </a:cubicBezTo>
                  <a:lnTo>
                    <a:pt x="128" y="363"/>
                  </a:lnTo>
                  <a:cubicBezTo>
                    <a:pt x="118" y="363"/>
                    <a:pt x="110" y="357"/>
                    <a:pt x="108" y="348"/>
                  </a:cubicBezTo>
                  <a:lnTo>
                    <a:pt x="0" y="0"/>
                  </a:lnTo>
                  <a:lnTo>
                    <a:pt x="55" y="0"/>
                  </a:lnTo>
                  <a:lnTo>
                    <a:pt x="137" y="283"/>
                  </a:lnTo>
                  <a:cubicBezTo>
                    <a:pt x="140" y="296"/>
                    <a:pt x="143" y="310"/>
                    <a:pt x="147" y="323"/>
                  </a:cubicBezTo>
                  <a:lnTo>
                    <a:pt x="161" y="323"/>
                  </a:lnTo>
                  <a:cubicBezTo>
                    <a:pt x="163" y="310"/>
                    <a:pt x="167" y="296"/>
                    <a:pt x="171" y="283"/>
                  </a:cubicBezTo>
                  <a:lnTo>
                    <a:pt x="252" y="0"/>
                  </a:lnTo>
                  <a:lnTo>
                    <a:pt x="306" y="0"/>
                  </a:lnTo>
                  <a:lnTo>
                    <a:pt x="199" y="348"/>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7" name="Freeform 16"/>
            <p:cNvSpPr/>
            <p:nvPr/>
          </p:nvSpPr>
          <p:spPr>
            <a:xfrm>
              <a:off x="7780320" y="6594120"/>
              <a:ext cx="48240" cy="80640"/>
            </a:xfrm>
            <a:custGeom>
              <a:avLst/>
              <a:gdLst/>
              <a:ahLst/>
              <a:cxnLst/>
              <a:rect l="l" t="t" r="r" b="b"/>
              <a:pathLst>
                <a:path w="228" h="365">
                  <a:moveTo>
                    <a:pt x="228" y="361"/>
                  </a:moveTo>
                  <a:cubicBezTo>
                    <a:pt x="180" y="365"/>
                    <a:pt x="125" y="365"/>
                    <a:pt x="73" y="365"/>
                  </a:cubicBezTo>
                  <a:cubicBezTo>
                    <a:pt x="27" y="365"/>
                    <a:pt x="0" y="340"/>
                    <a:pt x="0" y="300"/>
                  </a:cubicBezTo>
                  <a:lnTo>
                    <a:pt x="0" y="65"/>
                  </a:lnTo>
                  <a:cubicBezTo>
                    <a:pt x="0" y="25"/>
                    <a:pt x="28" y="0"/>
                    <a:pt x="73" y="0"/>
                  </a:cubicBezTo>
                  <a:cubicBezTo>
                    <a:pt x="125" y="0"/>
                    <a:pt x="180" y="0"/>
                    <a:pt x="228" y="4"/>
                  </a:cubicBezTo>
                  <a:lnTo>
                    <a:pt x="226" y="45"/>
                  </a:lnTo>
                  <a:lnTo>
                    <a:pt x="82" y="45"/>
                  </a:lnTo>
                  <a:cubicBezTo>
                    <a:pt x="61" y="45"/>
                    <a:pt x="53" y="54"/>
                    <a:pt x="53" y="79"/>
                  </a:cubicBezTo>
                  <a:lnTo>
                    <a:pt x="53" y="152"/>
                  </a:lnTo>
                  <a:lnTo>
                    <a:pt x="206" y="152"/>
                  </a:lnTo>
                  <a:lnTo>
                    <a:pt x="206" y="194"/>
                  </a:lnTo>
                  <a:lnTo>
                    <a:pt x="53" y="194"/>
                  </a:lnTo>
                  <a:lnTo>
                    <a:pt x="53" y="287"/>
                  </a:lnTo>
                  <a:cubicBezTo>
                    <a:pt x="53" y="312"/>
                    <a:pt x="61" y="321"/>
                    <a:pt x="82" y="321"/>
                  </a:cubicBezTo>
                  <a:lnTo>
                    <a:pt x="226" y="321"/>
                  </a:lnTo>
                  <a:lnTo>
                    <a:pt x="228" y="361"/>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8" name="Freeform 17"/>
            <p:cNvSpPr/>
            <p:nvPr/>
          </p:nvSpPr>
          <p:spPr>
            <a:xfrm>
              <a:off x="7844400" y="6593040"/>
              <a:ext cx="55080" cy="81720"/>
            </a:xfrm>
            <a:custGeom>
              <a:avLst/>
              <a:gdLst/>
              <a:ahLst/>
              <a:cxnLst/>
              <a:rect l="l" t="t" r="r" b="b"/>
              <a:pathLst>
                <a:path w="260" h="367">
                  <a:moveTo>
                    <a:pt x="126" y="173"/>
                  </a:moveTo>
                  <a:cubicBezTo>
                    <a:pt x="177" y="172"/>
                    <a:pt x="194" y="158"/>
                    <a:pt x="194" y="108"/>
                  </a:cubicBezTo>
                  <a:cubicBezTo>
                    <a:pt x="194" y="58"/>
                    <a:pt x="177" y="45"/>
                    <a:pt x="126" y="45"/>
                  </a:cubicBezTo>
                  <a:cubicBezTo>
                    <a:pt x="98" y="45"/>
                    <a:pt x="72" y="45"/>
                    <a:pt x="52" y="45"/>
                  </a:cubicBezTo>
                  <a:lnTo>
                    <a:pt x="52" y="173"/>
                  </a:lnTo>
                  <a:lnTo>
                    <a:pt x="126" y="173"/>
                  </a:lnTo>
                  <a:close/>
                  <a:moveTo>
                    <a:pt x="204" y="367"/>
                  </a:moveTo>
                  <a:lnTo>
                    <a:pt x="173" y="254"/>
                  </a:lnTo>
                  <a:cubicBezTo>
                    <a:pt x="164" y="228"/>
                    <a:pt x="150" y="218"/>
                    <a:pt x="127" y="218"/>
                  </a:cubicBezTo>
                  <a:lnTo>
                    <a:pt x="52" y="217"/>
                  </a:lnTo>
                  <a:lnTo>
                    <a:pt x="52" y="367"/>
                  </a:lnTo>
                  <a:lnTo>
                    <a:pt x="0" y="367"/>
                  </a:lnTo>
                  <a:lnTo>
                    <a:pt x="0" y="4"/>
                  </a:lnTo>
                  <a:cubicBezTo>
                    <a:pt x="40" y="0"/>
                    <a:pt x="68" y="0"/>
                    <a:pt x="127" y="0"/>
                  </a:cubicBezTo>
                  <a:cubicBezTo>
                    <a:pt x="212" y="0"/>
                    <a:pt x="247" y="23"/>
                    <a:pt x="247" y="105"/>
                  </a:cubicBezTo>
                  <a:cubicBezTo>
                    <a:pt x="247" y="162"/>
                    <a:pt x="229" y="191"/>
                    <a:pt x="180" y="197"/>
                  </a:cubicBezTo>
                  <a:lnTo>
                    <a:pt x="180" y="200"/>
                  </a:lnTo>
                  <a:cubicBezTo>
                    <a:pt x="198" y="205"/>
                    <a:pt x="218" y="221"/>
                    <a:pt x="226" y="252"/>
                  </a:cubicBezTo>
                  <a:lnTo>
                    <a:pt x="260" y="367"/>
                  </a:lnTo>
                  <a:lnTo>
                    <a:pt x="204" y="367"/>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9" name="Freeform 18"/>
            <p:cNvSpPr/>
            <p:nvPr/>
          </p:nvSpPr>
          <p:spPr>
            <a:xfrm>
              <a:off x="7911360" y="6591960"/>
              <a:ext cx="51120" cy="83880"/>
            </a:xfrm>
            <a:custGeom>
              <a:avLst/>
              <a:gdLst/>
              <a:ahLst/>
              <a:cxnLst/>
              <a:rect l="l" t="t" r="r" b="b"/>
              <a:pathLst>
                <a:path w="243" h="375">
                  <a:moveTo>
                    <a:pt x="229" y="11"/>
                  </a:moveTo>
                  <a:lnTo>
                    <a:pt x="226" y="49"/>
                  </a:lnTo>
                  <a:cubicBezTo>
                    <a:pt x="195" y="48"/>
                    <a:pt x="156" y="47"/>
                    <a:pt x="122" y="47"/>
                  </a:cubicBezTo>
                  <a:cubicBezTo>
                    <a:pt x="72" y="47"/>
                    <a:pt x="53" y="49"/>
                    <a:pt x="53" y="97"/>
                  </a:cubicBezTo>
                  <a:cubicBezTo>
                    <a:pt x="53" y="135"/>
                    <a:pt x="67" y="145"/>
                    <a:pt x="97" y="152"/>
                  </a:cubicBezTo>
                  <a:lnTo>
                    <a:pt x="169" y="172"/>
                  </a:lnTo>
                  <a:cubicBezTo>
                    <a:pt x="225" y="188"/>
                    <a:pt x="243" y="221"/>
                    <a:pt x="243" y="276"/>
                  </a:cubicBezTo>
                  <a:cubicBezTo>
                    <a:pt x="243" y="359"/>
                    <a:pt x="206" y="375"/>
                    <a:pt x="119" y="375"/>
                  </a:cubicBezTo>
                  <a:cubicBezTo>
                    <a:pt x="96" y="375"/>
                    <a:pt x="56" y="374"/>
                    <a:pt x="5" y="365"/>
                  </a:cubicBezTo>
                  <a:lnTo>
                    <a:pt x="9" y="326"/>
                  </a:lnTo>
                  <a:cubicBezTo>
                    <a:pt x="75" y="328"/>
                    <a:pt x="93" y="329"/>
                    <a:pt x="120" y="329"/>
                  </a:cubicBezTo>
                  <a:cubicBezTo>
                    <a:pt x="173" y="328"/>
                    <a:pt x="189" y="320"/>
                    <a:pt x="189" y="275"/>
                  </a:cubicBezTo>
                  <a:cubicBezTo>
                    <a:pt x="189" y="236"/>
                    <a:pt x="175" y="227"/>
                    <a:pt x="146" y="219"/>
                  </a:cubicBezTo>
                  <a:lnTo>
                    <a:pt x="72" y="199"/>
                  </a:lnTo>
                  <a:cubicBezTo>
                    <a:pt x="19" y="184"/>
                    <a:pt x="0" y="151"/>
                    <a:pt x="0" y="96"/>
                  </a:cubicBezTo>
                  <a:cubicBezTo>
                    <a:pt x="0" y="12"/>
                    <a:pt x="38" y="0"/>
                    <a:pt x="120" y="0"/>
                  </a:cubicBezTo>
                  <a:cubicBezTo>
                    <a:pt x="154" y="0"/>
                    <a:pt x="192" y="2"/>
                    <a:pt x="229" y="11"/>
                  </a:cubicBez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20" name="Rectangle 19"/>
            <p:cNvSpPr/>
            <p:nvPr/>
          </p:nvSpPr>
          <p:spPr>
            <a:xfrm>
              <a:off x="7978320" y="6594120"/>
              <a:ext cx="11160" cy="80640"/>
            </a:xfrm>
            <a:prstGeom prst="rect">
              <a:avLst/>
            </a:pr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21" name="Freeform 20"/>
            <p:cNvSpPr/>
            <p:nvPr/>
          </p:nvSpPr>
          <p:spPr>
            <a:xfrm>
              <a:off x="8001000" y="6594120"/>
              <a:ext cx="60840" cy="80640"/>
            </a:xfrm>
            <a:custGeom>
              <a:avLst/>
              <a:gdLst/>
              <a:ahLst/>
              <a:cxnLst/>
              <a:rect l="l" t="t" r="r" b="b"/>
              <a:pathLst>
                <a:path w="283" h="363">
                  <a:moveTo>
                    <a:pt x="168" y="47"/>
                  </a:moveTo>
                  <a:lnTo>
                    <a:pt x="168" y="363"/>
                  </a:lnTo>
                  <a:lnTo>
                    <a:pt x="114" y="363"/>
                  </a:lnTo>
                  <a:lnTo>
                    <a:pt x="114" y="47"/>
                  </a:lnTo>
                  <a:lnTo>
                    <a:pt x="0" y="47"/>
                  </a:lnTo>
                  <a:lnTo>
                    <a:pt x="0" y="0"/>
                  </a:lnTo>
                  <a:lnTo>
                    <a:pt x="283" y="0"/>
                  </a:lnTo>
                  <a:lnTo>
                    <a:pt x="283" y="47"/>
                  </a:lnTo>
                  <a:lnTo>
                    <a:pt x="168" y="47"/>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22" name="Freeform 21"/>
            <p:cNvSpPr/>
            <p:nvPr/>
          </p:nvSpPr>
          <p:spPr>
            <a:xfrm>
              <a:off x="8059320" y="6572160"/>
              <a:ext cx="68400" cy="102960"/>
            </a:xfrm>
            <a:custGeom>
              <a:avLst/>
              <a:gdLst/>
              <a:ahLst/>
              <a:cxnLst/>
              <a:rect l="l" t="t" r="r" b="b"/>
              <a:pathLst>
                <a:path w="321" h="459">
                  <a:moveTo>
                    <a:pt x="199" y="57"/>
                  </a:moveTo>
                  <a:cubicBezTo>
                    <a:pt x="189" y="57"/>
                    <a:pt x="185" y="53"/>
                    <a:pt x="185" y="43"/>
                  </a:cubicBezTo>
                  <a:lnTo>
                    <a:pt x="185" y="14"/>
                  </a:lnTo>
                  <a:cubicBezTo>
                    <a:pt x="185" y="6"/>
                    <a:pt x="189" y="0"/>
                    <a:pt x="199" y="0"/>
                  </a:cubicBezTo>
                  <a:lnTo>
                    <a:pt x="215" y="0"/>
                  </a:lnTo>
                  <a:cubicBezTo>
                    <a:pt x="224" y="0"/>
                    <a:pt x="230" y="6"/>
                    <a:pt x="230" y="14"/>
                  </a:cubicBezTo>
                  <a:lnTo>
                    <a:pt x="230" y="43"/>
                  </a:lnTo>
                  <a:cubicBezTo>
                    <a:pt x="230" y="53"/>
                    <a:pt x="224" y="57"/>
                    <a:pt x="215" y="57"/>
                  </a:cubicBezTo>
                  <a:lnTo>
                    <a:pt x="199" y="57"/>
                  </a:lnTo>
                  <a:close/>
                  <a:moveTo>
                    <a:pt x="176" y="166"/>
                  </a:moveTo>
                  <a:cubicBezTo>
                    <a:pt x="173" y="157"/>
                    <a:pt x="170" y="146"/>
                    <a:pt x="167" y="137"/>
                  </a:cubicBezTo>
                  <a:lnTo>
                    <a:pt x="153" y="137"/>
                  </a:lnTo>
                  <a:cubicBezTo>
                    <a:pt x="150" y="146"/>
                    <a:pt x="147" y="157"/>
                    <a:pt x="144" y="166"/>
                  </a:cubicBezTo>
                  <a:lnTo>
                    <a:pt x="102" y="304"/>
                  </a:lnTo>
                  <a:lnTo>
                    <a:pt x="218" y="304"/>
                  </a:lnTo>
                  <a:lnTo>
                    <a:pt x="176" y="166"/>
                  </a:lnTo>
                  <a:close/>
                  <a:moveTo>
                    <a:pt x="105" y="57"/>
                  </a:moveTo>
                  <a:cubicBezTo>
                    <a:pt x="96" y="57"/>
                    <a:pt x="92" y="53"/>
                    <a:pt x="92" y="43"/>
                  </a:cubicBezTo>
                  <a:lnTo>
                    <a:pt x="92" y="14"/>
                  </a:lnTo>
                  <a:cubicBezTo>
                    <a:pt x="92" y="6"/>
                    <a:pt x="96" y="0"/>
                    <a:pt x="105" y="0"/>
                  </a:cubicBezTo>
                  <a:lnTo>
                    <a:pt x="122" y="0"/>
                  </a:lnTo>
                  <a:cubicBezTo>
                    <a:pt x="132" y="0"/>
                    <a:pt x="136" y="6"/>
                    <a:pt x="136" y="14"/>
                  </a:cubicBezTo>
                  <a:lnTo>
                    <a:pt x="136" y="43"/>
                  </a:lnTo>
                  <a:cubicBezTo>
                    <a:pt x="136" y="53"/>
                    <a:pt x="132" y="57"/>
                    <a:pt x="122" y="57"/>
                  </a:cubicBezTo>
                  <a:lnTo>
                    <a:pt x="105" y="57"/>
                  </a:lnTo>
                  <a:close/>
                  <a:moveTo>
                    <a:pt x="88" y="350"/>
                  </a:moveTo>
                  <a:lnTo>
                    <a:pt x="54" y="459"/>
                  </a:lnTo>
                  <a:lnTo>
                    <a:pt x="0" y="459"/>
                  </a:lnTo>
                  <a:lnTo>
                    <a:pt x="114" y="110"/>
                  </a:lnTo>
                  <a:cubicBezTo>
                    <a:pt x="116" y="102"/>
                    <a:pt x="124" y="96"/>
                    <a:pt x="133" y="96"/>
                  </a:cubicBezTo>
                  <a:lnTo>
                    <a:pt x="187" y="96"/>
                  </a:lnTo>
                  <a:cubicBezTo>
                    <a:pt x="196" y="96"/>
                    <a:pt x="204" y="102"/>
                    <a:pt x="206" y="110"/>
                  </a:cubicBezTo>
                  <a:lnTo>
                    <a:pt x="321" y="459"/>
                  </a:lnTo>
                  <a:lnTo>
                    <a:pt x="266" y="459"/>
                  </a:lnTo>
                  <a:lnTo>
                    <a:pt x="233" y="350"/>
                  </a:lnTo>
                  <a:lnTo>
                    <a:pt x="88" y="350"/>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23" name="Freeform 22"/>
            <p:cNvSpPr/>
            <p:nvPr/>
          </p:nvSpPr>
          <p:spPr>
            <a:xfrm>
              <a:off x="8125560" y="6594120"/>
              <a:ext cx="59760" cy="80640"/>
            </a:xfrm>
            <a:custGeom>
              <a:avLst/>
              <a:gdLst/>
              <a:ahLst/>
              <a:cxnLst/>
              <a:rect l="l" t="t" r="r" b="b"/>
              <a:pathLst>
                <a:path w="282" h="363">
                  <a:moveTo>
                    <a:pt x="167" y="47"/>
                  </a:moveTo>
                  <a:lnTo>
                    <a:pt x="167" y="363"/>
                  </a:lnTo>
                  <a:lnTo>
                    <a:pt x="114" y="363"/>
                  </a:lnTo>
                  <a:lnTo>
                    <a:pt x="114" y="47"/>
                  </a:lnTo>
                  <a:lnTo>
                    <a:pt x="0" y="47"/>
                  </a:lnTo>
                  <a:lnTo>
                    <a:pt x="0" y="0"/>
                  </a:lnTo>
                  <a:lnTo>
                    <a:pt x="282" y="0"/>
                  </a:lnTo>
                  <a:lnTo>
                    <a:pt x="282" y="47"/>
                  </a:lnTo>
                  <a:lnTo>
                    <a:pt x="167" y="47"/>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grpSp>
      <p:pic>
        <p:nvPicPr>
          <p:cNvPr id="24" name="Picture 5" descr="A blue and pink triangle on a black background&#10;&#10;Description automatically generated"/>
          <p:cNvPicPr/>
          <p:nvPr/>
        </p:nvPicPr>
        <p:blipFill>
          <a:blip r:embed="rId16"/>
          <a:stretch/>
        </p:blipFill>
        <p:spPr>
          <a:xfrm>
            <a:off x="2514600" y="6095880"/>
            <a:ext cx="1505520" cy="830160"/>
          </a:xfrm>
          <a:prstGeom prst="rect">
            <a:avLst/>
          </a:prstGeom>
          <a:ln w="0">
            <a:noFill/>
          </a:ln>
        </p:spPr>
      </p:pic>
      <p:pic>
        <p:nvPicPr>
          <p:cNvPr id="25" name="Picture 1"/>
          <p:cNvPicPr/>
          <p:nvPr/>
        </p:nvPicPr>
        <p:blipFill>
          <a:blip r:embed="rId17"/>
          <a:stretch/>
        </p:blipFill>
        <p:spPr>
          <a:xfrm>
            <a:off x="6580080" y="329400"/>
            <a:ext cx="1954080" cy="667080"/>
          </a:xfrm>
          <a:prstGeom prst="rect">
            <a:avLst/>
          </a:prstGeom>
          <a:ln w="0">
            <a:noFill/>
          </a:ln>
        </p:spPr>
      </p:pic>
      <p:sp>
        <p:nvSpPr>
          <p:cNvPr id="26" name="PlaceHolder 1"/>
          <p:cNvSpPr>
            <a:spLocks noGrp="1"/>
          </p:cNvSpPr>
          <p:nvPr>
            <p:ph type="title"/>
          </p:nvPr>
        </p:nvSpPr>
        <p:spPr>
          <a:xfrm>
            <a:off x="777960" y="2666880"/>
            <a:ext cx="7772400" cy="993240"/>
          </a:xfrm>
          <a:prstGeom prst="rect">
            <a:avLst/>
          </a:prstGeom>
          <a:noFill/>
          <a:ln w="0">
            <a:noFill/>
          </a:ln>
        </p:spPr>
        <p:txBody>
          <a:bodyPr numCol="1" spcCol="0" anchor="ctr">
            <a:noAutofit/>
          </a:bodyPr>
          <a:lstStyle/>
          <a:p>
            <a:pPr algn="ctr">
              <a:lnSpc>
                <a:spcPct val="100000"/>
              </a:lnSpc>
              <a:buNone/>
            </a:pPr>
            <a:r>
              <a:rPr lang="en-US" sz="3200" b="0" strike="noStrike" spc="-1">
                <a:solidFill>
                  <a:srgbClr val="0064C8"/>
                </a:solidFill>
                <a:latin typeface="Century Gothic"/>
              </a:rPr>
              <a:t>My talk – first line</a:t>
            </a:r>
            <a:br/>
            <a:r>
              <a:rPr lang="en-US" sz="3200" b="0" strike="noStrike" spc="-1">
                <a:solidFill>
                  <a:srgbClr val="0064C8"/>
                </a:solidFill>
                <a:latin typeface="Century Gothic"/>
              </a:rPr>
              <a:t>second line</a:t>
            </a:r>
            <a:endParaRPr lang="en-US" sz="3200" b="0" strike="noStrike" spc="-1">
              <a:solidFill>
                <a:srgbClr val="000000"/>
              </a:solidFill>
              <a:latin typeface="Century Gothic"/>
            </a:endParaRPr>
          </a:p>
        </p:txBody>
      </p:sp>
      <p:pic>
        <p:nvPicPr>
          <p:cNvPr id="27" name="Picture 4" descr="bit-lsi-logo-final"/>
          <p:cNvPicPr/>
          <p:nvPr/>
        </p:nvPicPr>
        <p:blipFill>
          <a:blip r:embed="rId18"/>
          <a:stretch/>
        </p:blipFill>
        <p:spPr>
          <a:xfrm>
            <a:off x="609480" y="317520"/>
            <a:ext cx="1433520" cy="1022760"/>
          </a:xfrm>
          <a:prstGeom prst="rect">
            <a:avLst/>
          </a:prstGeom>
          <a:ln w="0">
            <a:noFill/>
          </a:ln>
        </p:spPr>
      </p:pic>
      <p:sp>
        <p:nvSpPr>
          <p:cNvPr id="28" name="Line 7"/>
          <p:cNvSpPr/>
          <p:nvPr/>
        </p:nvSpPr>
        <p:spPr>
          <a:xfrm>
            <a:off x="687240" y="2060280"/>
            <a:ext cx="7770960" cy="360"/>
          </a:xfrm>
          <a:prstGeom prst="line">
            <a:avLst/>
          </a:prstGeom>
          <a:ln w="19050">
            <a:solidFill>
              <a:srgbClr val="016AC9"/>
            </a:solidFill>
            <a:round/>
          </a:ln>
        </p:spPr>
        <p:style>
          <a:lnRef idx="0">
            <a:scrgbClr r="0" g="0" b="0"/>
          </a:lnRef>
          <a:fillRef idx="0">
            <a:scrgbClr r="0" g="0" b="0"/>
          </a:fillRef>
          <a:effectRef idx="0">
            <a:scrgbClr r="0" g="0" b="0"/>
          </a:effectRef>
          <a:fontRef idx="minor"/>
        </p:style>
        <p:txBody>
          <a:bodyPr/>
          <a:lstStyle/>
          <a:p>
            <a:endParaRPr lang="pt-PT"/>
          </a:p>
        </p:txBody>
      </p:sp>
      <p:sp>
        <p:nvSpPr>
          <p:cNvPr id="29" name="Line 8"/>
          <p:cNvSpPr/>
          <p:nvPr/>
        </p:nvSpPr>
        <p:spPr>
          <a:xfrm>
            <a:off x="687240" y="2060280"/>
            <a:ext cx="360" cy="835200"/>
          </a:xfrm>
          <a:prstGeom prst="line">
            <a:avLst/>
          </a:prstGeom>
          <a:ln w="19050">
            <a:solidFill>
              <a:srgbClr val="016AC9"/>
            </a:solidFill>
            <a:round/>
          </a:ln>
        </p:spPr>
        <p:style>
          <a:lnRef idx="0">
            <a:scrgbClr r="0" g="0" b="0"/>
          </a:lnRef>
          <a:fillRef idx="0">
            <a:scrgbClr r="0" g="0" b="0"/>
          </a:fillRef>
          <a:effectRef idx="0">
            <a:scrgbClr r="0" g="0" b="0"/>
          </a:effectRef>
          <a:fontRef idx="minor"/>
        </p:style>
        <p:txBody>
          <a:bodyPr/>
          <a:lstStyle/>
          <a:p>
            <a:endParaRPr lang="pt-PT"/>
          </a:p>
        </p:txBody>
      </p:sp>
      <p:sp>
        <p:nvSpPr>
          <p:cNvPr id="30" name="Line 9"/>
          <p:cNvSpPr/>
          <p:nvPr/>
        </p:nvSpPr>
        <p:spPr>
          <a:xfrm>
            <a:off x="1829880" y="4190760"/>
            <a:ext cx="6628320" cy="360"/>
          </a:xfrm>
          <a:prstGeom prst="line">
            <a:avLst/>
          </a:prstGeom>
          <a:ln w="19050">
            <a:solidFill>
              <a:srgbClr val="016AC9"/>
            </a:solidFill>
            <a:round/>
          </a:ln>
        </p:spPr>
        <p:style>
          <a:lnRef idx="0">
            <a:scrgbClr r="0" g="0" b="0"/>
          </a:lnRef>
          <a:fillRef idx="0">
            <a:scrgbClr r="0" g="0" b="0"/>
          </a:fillRef>
          <a:effectRef idx="0">
            <a:scrgbClr r="0" g="0" b="0"/>
          </a:effectRef>
          <a:fontRef idx="minor"/>
        </p:style>
        <p:txBody>
          <a:bodyPr/>
          <a:lstStyle/>
          <a:p>
            <a:endParaRPr lang="pt-PT"/>
          </a:p>
        </p:txBody>
      </p:sp>
      <p:sp>
        <p:nvSpPr>
          <p:cNvPr id="31" name="Line 10"/>
          <p:cNvSpPr/>
          <p:nvPr/>
        </p:nvSpPr>
        <p:spPr>
          <a:xfrm>
            <a:off x="687240" y="2060280"/>
            <a:ext cx="7770960" cy="360"/>
          </a:xfrm>
          <a:prstGeom prst="line">
            <a:avLst/>
          </a:prstGeom>
          <a:ln w="19050">
            <a:solidFill>
              <a:srgbClr val="0064C8"/>
            </a:solidFill>
            <a:round/>
          </a:ln>
        </p:spPr>
        <p:style>
          <a:lnRef idx="0">
            <a:scrgbClr r="0" g="0" b="0"/>
          </a:lnRef>
          <a:fillRef idx="0">
            <a:scrgbClr r="0" g="0" b="0"/>
          </a:fillRef>
          <a:effectRef idx="0">
            <a:scrgbClr r="0" g="0" b="0"/>
          </a:effectRef>
          <a:fontRef idx="minor"/>
        </p:style>
        <p:txBody>
          <a:bodyPr/>
          <a:lstStyle/>
          <a:p>
            <a:endParaRPr lang="pt-PT"/>
          </a:p>
        </p:txBody>
      </p:sp>
      <p:sp>
        <p:nvSpPr>
          <p:cNvPr id="32" name="Line 11"/>
          <p:cNvSpPr/>
          <p:nvPr/>
        </p:nvSpPr>
        <p:spPr>
          <a:xfrm>
            <a:off x="687240" y="2060280"/>
            <a:ext cx="360" cy="835200"/>
          </a:xfrm>
          <a:prstGeom prst="line">
            <a:avLst/>
          </a:prstGeom>
          <a:ln w="19050">
            <a:solidFill>
              <a:srgbClr val="0064C8"/>
            </a:solidFill>
            <a:round/>
          </a:ln>
        </p:spPr>
        <p:style>
          <a:lnRef idx="0">
            <a:scrgbClr r="0" g="0" b="0"/>
          </a:lnRef>
          <a:fillRef idx="0">
            <a:scrgbClr r="0" g="0" b="0"/>
          </a:fillRef>
          <a:effectRef idx="0">
            <a:scrgbClr r="0" g="0" b="0"/>
          </a:effectRef>
          <a:fontRef idx="minor"/>
        </p:style>
        <p:txBody>
          <a:bodyPr/>
          <a:lstStyle/>
          <a:p>
            <a:endParaRPr lang="pt-PT"/>
          </a:p>
        </p:txBody>
      </p:sp>
      <p:sp>
        <p:nvSpPr>
          <p:cNvPr id="33" name="Line 12"/>
          <p:cNvSpPr/>
          <p:nvPr/>
        </p:nvSpPr>
        <p:spPr>
          <a:xfrm>
            <a:off x="1829880" y="4190760"/>
            <a:ext cx="6628320" cy="360"/>
          </a:xfrm>
          <a:prstGeom prst="line">
            <a:avLst/>
          </a:prstGeom>
          <a:ln w="19050">
            <a:solidFill>
              <a:srgbClr val="0064C8"/>
            </a:solidFill>
            <a:round/>
          </a:ln>
        </p:spPr>
        <p:style>
          <a:lnRef idx="0">
            <a:scrgbClr r="0" g="0" b="0"/>
          </a:lnRef>
          <a:fillRef idx="0">
            <a:scrgbClr r="0" g="0" b="0"/>
          </a:fillRef>
          <a:effectRef idx="0">
            <a:scrgbClr r="0" g="0" b="0"/>
          </a:effectRef>
          <a:fontRef idx="minor"/>
        </p:style>
        <p:txBody>
          <a:bodyPr/>
          <a:lstStyle/>
          <a:p>
            <a:endParaRPr lang="pt-PT"/>
          </a:p>
        </p:txBody>
      </p:sp>
      <p:pic>
        <p:nvPicPr>
          <p:cNvPr id="54" name="Picture 5" descr="A blue and pink triangle on a black background&#10;&#10;Description automatically generated"/>
          <p:cNvPicPr/>
          <p:nvPr/>
        </p:nvPicPr>
        <p:blipFill>
          <a:blip r:embed="rId19"/>
          <a:stretch/>
        </p:blipFill>
        <p:spPr>
          <a:xfrm>
            <a:off x="2913840" y="76320"/>
            <a:ext cx="2455200" cy="1353960"/>
          </a:xfrm>
          <a:prstGeom prst="rect">
            <a:avLst/>
          </a:prstGeom>
          <a:ln w="0">
            <a:noFill/>
          </a:ln>
        </p:spPr>
      </p:pic>
      <p:sp>
        <p:nvSpPr>
          <p:cNvPr id="55"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entury Gothic"/>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entury Gothic"/>
              </a:rPr>
              <a:t>Second Outline Level</a:t>
            </a:r>
          </a:p>
          <a:p>
            <a:pPr marL="1296000" lvl="2" indent="-288000">
              <a:spcBef>
                <a:spcPts val="850"/>
              </a:spcBef>
              <a:buClr>
                <a:srgbClr val="000000"/>
              </a:buClr>
              <a:buSzPct val="45000"/>
              <a:buFont typeface="Wingdings" charset="2"/>
              <a:buChar char=""/>
            </a:pPr>
            <a:r>
              <a:rPr lang="en-US" sz="1600" b="0" strike="noStrike" spc="-1">
                <a:solidFill>
                  <a:srgbClr val="000000"/>
                </a:solidFill>
                <a:latin typeface="Century Gothic"/>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Century Gothic"/>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entury Gothic"/>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entury Gothic"/>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entury Gothic"/>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2" name="Picture 4" descr="bit-lsi-logo-final"/>
          <p:cNvPicPr/>
          <p:nvPr/>
        </p:nvPicPr>
        <p:blipFill>
          <a:blip r:embed="rId14"/>
          <a:stretch/>
        </p:blipFill>
        <p:spPr>
          <a:xfrm>
            <a:off x="303840" y="6204960"/>
            <a:ext cx="850320" cy="606600"/>
          </a:xfrm>
          <a:prstGeom prst="rect">
            <a:avLst/>
          </a:prstGeom>
          <a:ln w="0">
            <a:noFill/>
          </a:ln>
        </p:spPr>
      </p:pic>
      <p:pic>
        <p:nvPicPr>
          <p:cNvPr id="93" name="Picture 14"/>
          <p:cNvPicPr/>
          <p:nvPr/>
        </p:nvPicPr>
        <p:blipFill>
          <a:blip r:embed="rId15"/>
          <a:stretch/>
        </p:blipFill>
        <p:spPr>
          <a:xfrm>
            <a:off x="5330880" y="6248520"/>
            <a:ext cx="1327320" cy="452880"/>
          </a:xfrm>
          <a:prstGeom prst="rect">
            <a:avLst/>
          </a:prstGeom>
          <a:ln w="0">
            <a:noFill/>
          </a:ln>
        </p:spPr>
      </p:pic>
      <p:sp>
        <p:nvSpPr>
          <p:cNvPr id="94" name="Line 7"/>
          <p:cNvSpPr/>
          <p:nvPr/>
        </p:nvSpPr>
        <p:spPr>
          <a:xfrm>
            <a:off x="306000" y="6172200"/>
            <a:ext cx="8533080" cy="360"/>
          </a:xfrm>
          <a:prstGeom prst="line">
            <a:avLst/>
          </a:prstGeom>
          <a:ln w="19050">
            <a:solidFill>
              <a:srgbClr val="016AC9"/>
            </a:solidFill>
            <a:round/>
          </a:ln>
        </p:spPr>
        <p:style>
          <a:lnRef idx="0">
            <a:scrgbClr r="0" g="0" b="0"/>
          </a:lnRef>
          <a:fillRef idx="0">
            <a:scrgbClr r="0" g="0" b="0"/>
          </a:fillRef>
          <a:effectRef idx="0">
            <a:scrgbClr r="0" g="0" b="0"/>
          </a:effectRef>
          <a:fontRef idx="minor"/>
        </p:style>
        <p:txBody>
          <a:bodyPr/>
          <a:lstStyle/>
          <a:p>
            <a:endParaRPr lang="pt-PT"/>
          </a:p>
        </p:txBody>
      </p:sp>
      <p:sp>
        <p:nvSpPr>
          <p:cNvPr id="95" name="Line 8"/>
          <p:cNvSpPr/>
          <p:nvPr/>
        </p:nvSpPr>
        <p:spPr>
          <a:xfrm>
            <a:off x="306000" y="6172200"/>
            <a:ext cx="8533080" cy="360"/>
          </a:xfrm>
          <a:prstGeom prst="line">
            <a:avLst/>
          </a:prstGeom>
          <a:ln w="19050">
            <a:solidFill>
              <a:srgbClr val="0064C8"/>
            </a:solidFill>
            <a:round/>
          </a:ln>
        </p:spPr>
        <p:style>
          <a:lnRef idx="0">
            <a:scrgbClr r="0" g="0" b="0"/>
          </a:lnRef>
          <a:fillRef idx="0">
            <a:scrgbClr r="0" g="0" b="0"/>
          </a:fillRef>
          <a:effectRef idx="0">
            <a:scrgbClr r="0" g="0" b="0"/>
          </a:effectRef>
          <a:fontRef idx="minor"/>
        </p:style>
        <p:txBody>
          <a:bodyPr/>
          <a:lstStyle/>
          <a:p>
            <a:endParaRPr lang="pt-PT"/>
          </a:p>
        </p:txBody>
      </p:sp>
      <p:grpSp>
        <p:nvGrpSpPr>
          <p:cNvPr id="96" name="Gruppieren 69"/>
          <p:cNvGrpSpPr/>
          <p:nvPr/>
        </p:nvGrpSpPr>
        <p:grpSpPr>
          <a:xfrm>
            <a:off x="7525080" y="6248520"/>
            <a:ext cx="1126800" cy="453600"/>
            <a:chOff x="7525080" y="6248520"/>
            <a:chExt cx="1126800" cy="453600"/>
          </a:xfrm>
        </p:grpSpPr>
        <p:sp>
          <p:nvSpPr>
            <p:cNvPr id="97" name="AutoShape 3"/>
            <p:cNvSpPr/>
            <p:nvPr/>
          </p:nvSpPr>
          <p:spPr>
            <a:xfrm>
              <a:off x="7525080" y="6248520"/>
              <a:ext cx="1126800" cy="453600"/>
            </a:xfrm>
            <a:prstGeom prst="rect">
              <a:avLst/>
            </a:prstGeom>
            <a:noFill/>
            <a:ln w="0">
              <a:noFill/>
            </a:ln>
          </p:spPr>
          <p:style>
            <a:lnRef idx="0">
              <a:scrgbClr r="0" g="0" b="0"/>
            </a:lnRef>
            <a:fillRef idx="0">
              <a:scrgbClr r="0" g="0" b="0"/>
            </a:fillRef>
            <a:effectRef idx="0">
              <a:scrgbClr r="0" g="0" b="0"/>
            </a:effectRef>
            <a:fontRef idx="minor"/>
          </p:style>
          <p:txBody>
            <a:bodyPr/>
            <a:lstStyle/>
            <a:p>
              <a:endParaRPr lang="pt-PT"/>
            </a:p>
          </p:txBody>
        </p:sp>
        <p:sp>
          <p:nvSpPr>
            <p:cNvPr id="98" name="Freeform 5"/>
            <p:cNvSpPr/>
            <p:nvPr/>
          </p:nvSpPr>
          <p:spPr>
            <a:xfrm>
              <a:off x="8208720" y="6248520"/>
              <a:ext cx="273960" cy="247320"/>
            </a:xfrm>
            <a:custGeom>
              <a:avLst/>
              <a:gdLst/>
              <a:ahLst/>
              <a:cxnLst/>
              <a:rect l="l" t="t" r="r" b="b"/>
              <a:pathLst>
                <a:path w="1277" h="1104">
                  <a:moveTo>
                    <a:pt x="944" y="552"/>
                  </a:moveTo>
                  <a:cubicBezTo>
                    <a:pt x="1110" y="357"/>
                    <a:pt x="1203" y="197"/>
                    <a:pt x="1277" y="0"/>
                  </a:cubicBezTo>
                  <a:lnTo>
                    <a:pt x="0" y="0"/>
                  </a:lnTo>
                  <a:lnTo>
                    <a:pt x="0" y="1104"/>
                  </a:lnTo>
                  <a:cubicBezTo>
                    <a:pt x="253" y="1070"/>
                    <a:pt x="607" y="949"/>
                    <a:pt x="944" y="552"/>
                  </a:cubicBezTo>
                  <a:close/>
                </a:path>
              </a:pathLst>
            </a:custGeom>
            <a:solidFill>
              <a:srgbClr val="07529A"/>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99" name="Rectangle 6"/>
            <p:cNvSpPr/>
            <p:nvPr/>
          </p:nvSpPr>
          <p:spPr>
            <a:xfrm>
              <a:off x="8208720" y="6570000"/>
              <a:ext cx="429840" cy="126000"/>
            </a:xfrm>
            <a:prstGeom prst="rect">
              <a:avLst/>
            </a:prstGeom>
            <a:solidFill>
              <a:srgbClr val="EAB90C"/>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00" name="Freeform 7"/>
            <p:cNvSpPr/>
            <p:nvPr/>
          </p:nvSpPr>
          <p:spPr>
            <a:xfrm>
              <a:off x="8208720" y="6248520"/>
              <a:ext cx="429840" cy="301320"/>
            </a:xfrm>
            <a:custGeom>
              <a:avLst/>
              <a:gdLst/>
              <a:ahLst/>
              <a:cxnLst/>
              <a:rect l="l" t="t" r="r" b="b"/>
              <a:pathLst>
                <a:path w="2000" h="1349">
                  <a:moveTo>
                    <a:pt x="2000" y="0"/>
                  </a:moveTo>
                  <a:lnTo>
                    <a:pt x="1361" y="0"/>
                  </a:lnTo>
                  <a:cubicBezTo>
                    <a:pt x="1285" y="208"/>
                    <a:pt x="1168" y="419"/>
                    <a:pt x="992" y="627"/>
                  </a:cubicBezTo>
                  <a:cubicBezTo>
                    <a:pt x="644" y="1036"/>
                    <a:pt x="259" y="1159"/>
                    <a:pt x="0" y="1193"/>
                  </a:cubicBezTo>
                  <a:lnTo>
                    <a:pt x="0" y="1349"/>
                  </a:lnTo>
                  <a:lnTo>
                    <a:pt x="2000" y="1349"/>
                  </a:lnTo>
                  <a:lnTo>
                    <a:pt x="2000" y="0"/>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01" name="Freeform 8"/>
            <p:cNvSpPr/>
            <p:nvPr/>
          </p:nvSpPr>
          <p:spPr>
            <a:xfrm>
              <a:off x="8228520" y="6593040"/>
              <a:ext cx="56880" cy="82800"/>
            </a:xfrm>
            <a:custGeom>
              <a:avLst/>
              <a:gdLst/>
              <a:ahLst/>
              <a:cxnLst/>
              <a:rect l="l" t="t" r="r" b="b"/>
              <a:pathLst>
                <a:path w="264" h="371">
                  <a:moveTo>
                    <a:pt x="134" y="318"/>
                  </a:moveTo>
                  <a:cubicBezTo>
                    <a:pt x="183" y="318"/>
                    <a:pt x="198" y="308"/>
                    <a:pt x="198" y="265"/>
                  </a:cubicBezTo>
                  <a:cubicBezTo>
                    <a:pt x="198" y="216"/>
                    <a:pt x="182" y="204"/>
                    <a:pt x="132" y="203"/>
                  </a:cubicBezTo>
                  <a:lnTo>
                    <a:pt x="65" y="203"/>
                  </a:lnTo>
                  <a:lnTo>
                    <a:pt x="65" y="318"/>
                  </a:lnTo>
                  <a:lnTo>
                    <a:pt x="134" y="318"/>
                  </a:lnTo>
                  <a:close/>
                  <a:moveTo>
                    <a:pt x="65" y="53"/>
                  </a:moveTo>
                  <a:lnTo>
                    <a:pt x="65" y="155"/>
                  </a:lnTo>
                  <a:lnTo>
                    <a:pt x="131" y="155"/>
                  </a:lnTo>
                  <a:cubicBezTo>
                    <a:pt x="175" y="155"/>
                    <a:pt x="190" y="145"/>
                    <a:pt x="190" y="103"/>
                  </a:cubicBezTo>
                  <a:cubicBezTo>
                    <a:pt x="190" y="63"/>
                    <a:pt x="174" y="53"/>
                    <a:pt x="126" y="53"/>
                  </a:cubicBezTo>
                  <a:lnTo>
                    <a:pt x="65" y="53"/>
                  </a:lnTo>
                  <a:close/>
                  <a:moveTo>
                    <a:pt x="191" y="180"/>
                  </a:moveTo>
                  <a:cubicBezTo>
                    <a:pt x="245" y="185"/>
                    <a:pt x="264" y="219"/>
                    <a:pt x="264" y="277"/>
                  </a:cubicBezTo>
                  <a:cubicBezTo>
                    <a:pt x="264" y="351"/>
                    <a:pt x="230" y="371"/>
                    <a:pt x="145" y="371"/>
                  </a:cubicBezTo>
                  <a:cubicBezTo>
                    <a:pt x="79" y="371"/>
                    <a:pt x="44" y="371"/>
                    <a:pt x="0" y="367"/>
                  </a:cubicBezTo>
                  <a:lnTo>
                    <a:pt x="0" y="4"/>
                  </a:lnTo>
                  <a:cubicBezTo>
                    <a:pt x="39" y="1"/>
                    <a:pt x="71" y="0"/>
                    <a:pt x="129" y="0"/>
                  </a:cubicBezTo>
                  <a:cubicBezTo>
                    <a:pt x="220" y="0"/>
                    <a:pt x="253" y="20"/>
                    <a:pt x="253" y="95"/>
                  </a:cubicBezTo>
                  <a:cubicBezTo>
                    <a:pt x="253" y="147"/>
                    <a:pt x="235" y="174"/>
                    <a:pt x="191" y="178"/>
                  </a:cubicBezTo>
                  <a:lnTo>
                    <a:pt x="191" y="18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02" name="Freeform 9"/>
            <p:cNvSpPr/>
            <p:nvPr/>
          </p:nvSpPr>
          <p:spPr>
            <a:xfrm>
              <a:off x="8297640" y="6591960"/>
              <a:ext cx="63720" cy="83880"/>
            </a:xfrm>
            <a:custGeom>
              <a:avLst/>
              <a:gdLst/>
              <a:ahLst/>
              <a:cxnLst/>
              <a:rect l="l" t="t" r="r" b="b"/>
              <a:pathLst>
                <a:path w="299" h="376">
                  <a:moveTo>
                    <a:pt x="69" y="188"/>
                  </a:moveTo>
                  <a:cubicBezTo>
                    <a:pt x="69" y="289"/>
                    <a:pt x="88" y="320"/>
                    <a:pt x="149" y="320"/>
                  </a:cubicBezTo>
                  <a:cubicBezTo>
                    <a:pt x="211" y="320"/>
                    <a:pt x="230" y="289"/>
                    <a:pt x="230" y="188"/>
                  </a:cubicBezTo>
                  <a:cubicBezTo>
                    <a:pt x="230" y="87"/>
                    <a:pt x="211" y="56"/>
                    <a:pt x="149" y="56"/>
                  </a:cubicBezTo>
                  <a:cubicBezTo>
                    <a:pt x="88" y="56"/>
                    <a:pt x="69" y="87"/>
                    <a:pt x="69" y="188"/>
                  </a:cubicBezTo>
                  <a:close/>
                  <a:moveTo>
                    <a:pt x="299" y="188"/>
                  </a:moveTo>
                  <a:cubicBezTo>
                    <a:pt x="299" y="332"/>
                    <a:pt x="260" y="376"/>
                    <a:pt x="149" y="376"/>
                  </a:cubicBezTo>
                  <a:cubicBezTo>
                    <a:pt x="39" y="376"/>
                    <a:pt x="0" y="332"/>
                    <a:pt x="0" y="188"/>
                  </a:cubicBezTo>
                  <a:cubicBezTo>
                    <a:pt x="0" y="44"/>
                    <a:pt x="39" y="0"/>
                    <a:pt x="149" y="0"/>
                  </a:cubicBezTo>
                  <a:cubicBezTo>
                    <a:pt x="260" y="0"/>
                    <a:pt x="299" y="44"/>
                    <a:pt x="299" y="18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03" name="Freeform 10"/>
            <p:cNvSpPr/>
            <p:nvPr/>
          </p:nvSpPr>
          <p:spPr>
            <a:xfrm>
              <a:off x="8376840" y="6594120"/>
              <a:ext cx="62640" cy="80640"/>
            </a:xfrm>
            <a:custGeom>
              <a:avLst/>
              <a:gdLst/>
              <a:ahLst/>
              <a:cxnLst/>
              <a:rect l="l" t="t" r="r" b="b"/>
              <a:pathLst>
                <a:path w="295" h="363">
                  <a:moveTo>
                    <a:pt x="295" y="339"/>
                  </a:moveTo>
                  <a:cubicBezTo>
                    <a:pt x="295" y="355"/>
                    <a:pt x="287" y="363"/>
                    <a:pt x="271" y="363"/>
                  </a:cubicBezTo>
                  <a:lnTo>
                    <a:pt x="219" y="363"/>
                  </a:lnTo>
                  <a:cubicBezTo>
                    <a:pt x="205" y="363"/>
                    <a:pt x="197" y="357"/>
                    <a:pt x="192" y="343"/>
                  </a:cubicBezTo>
                  <a:lnTo>
                    <a:pt x="90" y="121"/>
                  </a:lnTo>
                  <a:cubicBezTo>
                    <a:pt x="83" y="106"/>
                    <a:pt x="72" y="84"/>
                    <a:pt x="68" y="67"/>
                  </a:cubicBezTo>
                  <a:lnTo>
                    <a:pt x="62" y="67"/>
                  </a:lnTo>
                  <a:cubicBezTo>
                    <a:pt x="64" y="85"/>
                    <a:pt x="65" y="104"/>
                    <a:pt x="65" y="121"/>
                  </a:cubicBezTo>
                  <a:lnTo>
                    <a:pt x="65" y="363"/>
                  </a:lnTo>
                  <a:lnTo>
                    <a:pt x="0" y="363"/>
                  </a:lnTo>
                  <a:lnTo>
                    <a:pt x="0" y="25"/>
                  </a:lnTo>
                  <a:cubicBezTo>
                    <a:pt x="0" y="9"/>
                    <a:pt x="9" y="0"/>
                    <a:pt x="25" y="0"/>
                  </a:cubicBezTo>
                  <a:lnTo>
                    <a:pt x="76" y="0"/>
                  </a:lnTo>
                  <a:cubicBezTo>
                    <a:pt x="90" y="0"/>
                    <a:pt x="97" y="7"/>
                    <a:pt x="103" y="20"/>
                  </a:cubicBezTo>
                  <a:lnTo>
                    <a:pt x="202" y="237"/>
                  </a:lnTo>
                  <a:cubicBezTo>
                    <a:pt x="209" y="252"/>
                    <a:pt x="219" y="274"/>
                    <a:pt x="227" y="294"/>
                  </a:cubicBezTo>
                  <a:lnTo>
                    <a:pt x="234" y="294"/>
                  </a:lnTo>
                  <a:cubicBezTo>
                    <a:pt x="232" y="274"/>
                    <a:pt x="231" y="254"/>
                    <a:pt x="231" y="235"/>
                  </a:cubicBezTo>
                  <a:lnTo>
                    <a:pt x="231" y="0"/>
                  </a:lnTo>
                  <a:lnTo>
                    <a:pt x="295" y="0"/>
                  </a:lnTo>
                  <a:lnTo>
                    <a:pt x="295" y="339"/>
                  </a:lnTo>
                  <a:close/>
                </a:path>
              </a:pathLst>
            </a:custGeom>
            <a:solidFill>
              <a:srgbClr val="FFFFFF"/>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04" name="Freeform 11"/>
            <p:cNvSpPr/>
            <p:nvPr/>
          </p:nvSpPr>
          <p:spPr>
            <a:xfrm>
              <a:off x="8457120" y="6594120"/>
              <a:ext cx="62640" cy="80640"/>
            </a:xfrm>
            <a:custGeom>
              <a:avLst/>
              <a:gdLst/>
              <a:ahLst/>
              <a:cxnLst/>
              <a:rect l="l" t="t" r="r" b="b"/>
              <a:pathLst>
                <a:path w="295" h="363">
                  <a:moveTo>
                    <a:pt x="295" y="339"/>
                  </a:moveTo>
                  <a:cubicBezTo>
                    <a:pt x="295" y="355"/>
                    <a:pt x="286" y="363"/>
                    <a:pt x="271" y="363"/>
                  </a:cubicBezTo>
                  <a:lnTo>
                    <a:pt x="219" y="363"/>
                  </a:lnTo>
                  <a:cubicBezTo>
                    <a:pt x="204" y="363"/>
                    <a:pt x="197" y="357"/>
                    <a:pt x="191" y="343"/>
                  </a:cubicBezTo>
                  <a:lnTo>
                    <a:pt x="89" y="121"/>
                  </a:lnTo>
                  <a:cubicBezTo>
                    <a:pt x="83" y="106"/>
                    <a:pt x="72" y="84"/>
                    <a:pt x="68" y="67"/>
                  </a:cubicBezTo>
                  <a:lnTo>
                    <a:pt x="62" y="67"/>
                  </a:lnTo>
                  <a:cubicBezTo>
                    <a:pt x="64" y="85"/>
                    <a:pt x="65" y="104"/>
                    <a:pt x="65" y="121"/>
                  </a:cubicBezTo>
                  <a:lnTo>
                    <a:pt x="65" y="363"/>
                  </a:lnTo>
                  <a:lnTo>
                    <a:pt x="0" y="363"/>
                  </a:lnTo>
                  <a:lnTo>
                    <a:pt x="0" y="25"/>
                  </a:lnTo>
                  <a:cubicBezTo>
                    <a:pt x="0" y="9"/>
                    <a:pt x="9" y="0"/>
                    <a:pt x="25" y="0"/>
                  </a:cubicBezTo>
                  <a:lnTo>
                    <a:pt x="76" y="0"/>
                  </a:lnTo>
                  <a:cubicBezTo>
                    <a:pt x="90" y="0"/>
                    <a:pt x="97" y="7"/>
                    <a:pt x="103" y="20"/>
                  </a:cubicBezTo>
                  <a:lnTo>
                    <a:pt x="202" y="237"/>
                  </a:lnTo>
                  <a:cubicBezTo>
                    <a:pt x="209" y="252"/>
                    <a:pt x="219" y="274"/>
                    <a:pt x="227" y="294"/>
                  </a:cubicBezTo>
                  <a:lnTo>
                    <a:pt x="233" y="294"/>
                  </a:lnTo>
                  <a:cubicBezTo>
                    <a:pt x="232" y="274"/>
                    <a:pt x="231" y="254"/>
                    <a:pt x="231" y="235"/>
                  </a:cubicBezTo>
                  <a:lnTo>
                    <a:pt x="231" y="0"/>
                  </a:lnTo>
                  <a:lnTo>
                    <a:pt x="295" y="0"/>
                  </a:lnTo>
                  <a:lnTo>
                    <a:pt x="295" y="339"/>
                  </a:lnTo>
                  <a:close/>
                </a:path>
              </a:pathLst>
            </a:custGeom>
            <a:solidFill>
              <a:srgbClr val="FFFFFF"/>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05" name="Freeform 12"/>
            <p:cNvSpPr/>
            <p:nvPr/>
          </p:nvSpPr>
          <p:spPr>
            <a:xfrm>
              <a:off x="7525080" y="6594120"/>
              <a:ext cx="56880" cy="81720"/>
            </a:xfrm>
            <a:custGeom>
              <a:avLst/>
              <a:gdLst/>
              <a:ahLst/>
              <a:cxnLst/>
              <a:rect l="l" t="t" r="r" b="b"/>
              <a:pathLst>
                <a:path w="267" h="370">
                  <a:moveTo>
                    <a:pt x="267" y="223"/>
                  </a:moveTo>
                  <a:cubicBezTo>
                    <a:pt x="267" y="330"/>
                    <a:pt x="232" y="370"/>
                    <a:pt x="136" y="370"/>
                  </a:cubicBezTo>
                  <a:cubicBezTo>
                    <a:pt x="36" y="370"/>
                    <a:pt x="0" y="330"/>
                    <a:pt x="0" y="223"/>
                  </a:cubicBezTo>
                  <a:lnTo>
                    <a:pt x="0" y="0"/>
                  </a:lnTo>
                  <a:lnTo>
                    <a:pt x="53" y="0"/>
                  </a:lnTo>
                  <a:lnTo>
                    <a:pt x="53" y="223"/>
                  </a:lnTo>
                  <a:cubicBezTo>
                    <a:pt x="53" y="298"/>
                    <a:pt x="73" y="323"/>
                    <a:pt x="134" y="323"/>
                  </a:cubicBezTo>
                  <a:cubicBezTo>
                    <a:pt x="193" y="323"/>
                    <a:pt x="215" y="298"/>
                    <a:pt x="215" y="223"/>
                  </a:cubicBezTo>
                  <a:lnTo>
                    <a:pt x="215" y="0"/>
                  </a:lnTo>
                  <a:lnTo>
                    <a:pt x="267" y="0"/>
                  </a:lnTo>
                  <a:lnTo>
                    <a:pt x="267" y="223"/>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06" name="Freeform 13"/>
            <p:cNvSpPr/>
            <p:nvPr/>
          </p:nvSpPr>
          <p:spPr>
            <a:xfrm>
              <a:off x="7600680" y="6594120"/>
              <a:ext cx="60840" cy="80640"/>
            </a:xfrm>
            <a:custGeom>
              <a:avLst/>
              <a:gdLst/>
              <a:ahLst/>
              <a:cxnLst/>
              <a:rect l="l" t="t" r="r" b="b"/>
              <a:pathLst>
                <a:path w="284" h="363">
                  <a:moveTo>
                    <a:pt x="284" y="343"/>
                  </a:moveTo>
                  <a:cubicBezTo>
                    <a:pt x="284" y="356"/>
                    <a:pt x="277" y="363"/>
                    <a:pt x="265" y="363"/>
                  </a:cubicBezTo>
                  <a:lnTo>
                    <a:pt x="215" y="363"/>
                  </a:lnTo>
                  <a:cubicBezTo>
                    <a:pt x="203" y="363"/>
                    <a:pt x="197" y="358"/>
                    <a:pt x="192" y="347"/>
                  </a:cubicBezTo>
                  <a:lnTo>
                    <a:pt x="79" y="100"/>
                  </a:lnTo>
                  <a:cubicBezTo>
                    <a:pt x="73" y="86"/>
                    <a:pt x="62" y="64"/>
                    <a:pt x="57" y="49"/>
                  </a:cubicBezTo>
                  <a:lnTo>
                    <a:pt x="50" y="49"/>
                  </a:lnTo>
                  <a:cubicBezTo>
                    <a:pt x="52" y="66"/>
                    <a:pt x="53" y="83"/>
                    <a:pt x="53" y="100"/>
                  </a:cubicBezTo>
                  <a:lnTo>
                    <a:pt x="53" y="363"/>
                  </a:lnTo>
                  <a:lnTo>
                    <a:pt x="0" y="363"/>
                  </a:lnTo>
                  <a:lnTo>
                    <a:pt x="0" y="21"/>
                  </a:lnTo>
                  <a:cubicBezTo>
                    <a:pt x="0" y="7"/>
                    <a:pt x="7" y="0"/>
                    <a:pt x="20" y="0"/>
                  </a:cubicBezTo>
                  <a:lnTo>
                    <a:pt x="68" y="0"/>
                  </a:lnTo>
                  <a:cubicBezTo>
                    <a:pt x="80" y="0"/>
                    <a:pt x="86" y="6"/>
                    <a:pt x="92" y="17"/>
                  </a:cubicBezTo>
                  <a:lnTo>
                    <a:pt x="202" y="257"/>
                  </a:lnTo>
                  <a:cubicBezTo>
                    <a:pt x="208" y="272"/>
                    <a:pt x="219" y="293"/>
                    <a:pt x="227" y="312"/>
                  </a:cubicBezTo>
                  <a:lnTo>
                    <a:pt x="235" y="312"/>
                  </a:lnTo>
                  <a:cubicBezTo>
                    <a:pt x="233" y="293"/>
                    <a:pt x="232" y="274"/>
                    <a:pt x="232" y="255"/>
                  </a:cubicBezTo>
                  <a:lnTo>
                    <a:pt x="232" y="0"/>
                  </a:lnTo>
                  <a:lnTo>
                    <a:pt x="284" y="0"/>
                  </a:lnTo>
                  <a:lnTo>
                    <a:pt x="284" y="343"/>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07" name="Rectangle 14"/>
            <p:cNvSpPr/>
            <p:nvPr/>
          </p:nvSpPr>
          <p:spPr>
            <a:xfrm>
              <a:off x="7680960" y="6594120"/>
              <a:ext cx="11160" cy="80640"/>
            </a:xfrm>
            <a:prstGeom prst="rect">
              <a:avLst/>
            </a:pr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08" name="Freeform 15"/>
            <p:cNvSpPr/>
            <p:nvPr/>
          </p:nvSpPr>
          <p:spPr>
            <a:xfrm>
              <a:off x="7703640" y="6594120"/>
              <a:ext cx="65520" cy="80640"/>
            </a:xfrm>
            <a:custGeom>
              <a:avLst/>
              <a:gdLst/>
              <a:ahLst/>
              <a:cxnLst/>
              <a:rect l="l" t="t" r="r" b="b"/>
              <a:pathLst>
                <a:path w="306" h="363">
                  <a:moveTo>
                    <a:pt x="199" y="348"/>
                  </a:moveTo>
                  <a:cubicBezTo>
                    <a:pt x="197" y="357"/>
                    <a:pt x="189" y="363"/>
                    <a:pt x="179" y="363"/>
                  </a:cubicBezTo>
                  <a:lnTo>
                    <a:pt x="128" y="363"/>
                  </a:lnTo>
                  <a:cubicBezTo>
                    <a:pt x="118" y="363"/>
                    <a:pt x="110" y="357"/>
                    <a:pt x="108" y="348"/>
                  </a:cubicBezTo>
                  <a:lnTo>
                    <a:pt x="0" y="0"/>
                  </a:lnTo>
                  <a:lnTo>
                    <a:pt x="55" y="0"/>
                  </a:lnTo>
                  <a:lnTo>
                    <a:pt x="137" y="283"/>
                  </a:lnTo>
                  <a:cubicBezTo>
                    <a:pt x="140" y="296"/>
                    <a:pt x="143" y="310"/>
                    <a:pt x="147" y="323"/>
                  </a:cubicBezTo>
                  <a:lnTo>
                    <a:pt x="161" y="323"/>
                  </a:lnTo>
                  <a:cubicBezTo>
                    <a:pt x="163" y="310"/>
                    <a:pt x="167" y="296"/>
                    <a:pt x="171" y="283"/>
                  </a:cubicBezTo>
                  <a:lnTo>
                    <a:pt x="252" y="0"/>
                  </a:lnTo>
                  <a:lnTo>
                    <a:pt x="306" y="0"/>
                  </a:lnTo>
                  <a:lnTo>
                    <a:pt x="199" y="348"/>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09" name="Freeform 16"/>
            <p:cNvSpPr/>
            <p:nvPr/>
          </p:nvSpPr>
          <p:spPr>
            <a:xfrm>
              <a:off x="7780320" y="6594120"/>
              <a:ext cx="48240" cy="80640"/>
            </a:xfrm>
            <a:custGeom>
              <a:avLst/>
              <a:gdLst/>
              <a:ahLst/>
              <a:cxnLst/>
              <a:rect l="l" t="t" r="r" b="b"/>
              <a:pathLst>
                <a:path w="228" h="365">
                  <a:moveTo>
                    <a:pt x="228" y="361"/>
                  </a:moveTo>
                  <a:cubicBezTo>
                    <a:pt x="180" y="365"/>
                    <a:pt x="125" y="365"/>
                    <a:pt x="73" y="365"/>
                  </a:cubicBezTo>
                  <a:cubicBezTo>
                    <a:pt x="27" y="365"/>
                    <a:pt x="0" y="340"/>
                    <a:pt x="0" y="300"/>
                  </a:cubicBezTo>
                  <a:lnTo>
                    <a:pt x="0" y="65"/>
                  </a:lnTo>
                  <a:cubicBezTo>
                    <a:pt x="0" y="25"/>
                    <a:pt x="28" y="0"/>
                    <a:pt x="73" y="0"/>
                  </a:cubicBezTo>
                  <a:cubicBezTo>
                    <a:pt x="125" y="0"/>
                    <a:pt x="180" y="0"/>
                    <a:pt x="228" y="4"/>
                  </a:cubicBezTo>
                  <a:lnTo>
                    <a:pt x="226" y="45"/>
                  </a:lnTo>
                  <a:lnTo>
                    <a:pt x="82" y="45"/>
                  </a:lnTo>
                  <a:cubicBezTo>
                    <a:pt x="61" y="45"/>
                    <a:pt x="53" y="54"/>
                    <a:pt x="53" y="79"/>
                  </a:cubicBezTo>
                  <a:lnTo>
                    <a:pt x="53" y="152"/>
                  </a:lnTo>
                  <a:lnTo>
                    <a:pt x="206" y="152"/>
                  </a:lnTo>
                  <a:lnTo>
                    <a:pt x="206" y="194"/>
                  </a:lnTo>
                  <a:lnTo>
                    <a:pt x="53" y="194"/>
                  </a:lnTo>
                  <a:lnTo>
                    <a:pt x="53" y="287"/>
                  </a:lnTo>
                  <a:cubicBezTo>
                    <a:pt x="53" y="312"/>
                    <a:pt x="61" y="321"/>
                    <a:pt x="82" y="321"/>
                  </a:cubicBezTo>
                  <a:lnTo>
                    <a:pt x="226" y="321"/>
                  </a:lnTo>
                  <a:lnTo>
                    <a:pt x="228" y="361"/>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10" name="Freeform 17"/>
            <p:cNvSpPr/>
            <p:nvPr/>
          </p:nvSpPr>
          <p:spPr>
            <a:xfrm>
              <a:off x="7844400" y="6593040"/>
              <a:ext cx="55080" cy="81720"/>
            </a:xfrm>
            <a:custGeom>
              <a:avLst/>
              <a:gdLst/>
              <a:ahLst/>
              <a:cxnLst/>
              <a:rect l="l" t="t" r="r" b="b"/>
              <a:pathLst>
                <a:path w="260" h="367">
                  <a:moveTo>
                    <a:pt x="126" y="173"/>
                  </a:moveTo>
                  <a:cubicBezTo>
                    <a:pt x="177" y="172"/>
                    <a:pt x="194" y="158"/>
                    <a:pt x="194" y="108"/>
                  </a:cubicBezTo>
                  <a:cubicBezTo>
                    <a:pt x="194" y="58"/>
                    <a:pt x="177" y="45"/>
                    <a:pt x="126" y="45"/>
                  </a:cubicBezTo>
                  <a:cubicBezTo>
                    <a:pt x="98" y="45"/>
                    <a:pt x="72" y="45"/>
                    <a:pt x="52" y="45"/>
                  </a:cubicBezTo>
                  <a:lnTo>
                    <a:pt x="52" y="173"/>
                  </a:lnTo>
                  <a:lnTo>
                    <a:pt x="126" y="173"/>
                  </a:lnTo>
                  <a:close/>
                  <a:moveTo>
                    <a:pt x="204" y="367"/>
                  </a:moveTo>
                  <a:lnTo>
                    <a:pt x="173" y="254"/>
                  </a:lnTo>
                  <a:cubicBezTo>
                    <a:pt x="164" y="228"/>
                    <a:pt x="150" y="218"/>
                    <a:pt x="127" y="218"/>
                  </a:cubicBezTo>
                  <a:lnTo>
                    <a:pt x="52" y="217"/>
                  </a:lnTo>
                  <a:lnTo>
                    <a:pt x="52" y="367"/>
                  </a:lnTo>
                  <a:lnTo>
                    <a:pt x="0" y="367"/>
                  </a:lnTo>
                  <a:lnTo>
                    <a:pt x="0" y="4"/>
                  </a:lnTo>
                  <a:cubicBezTo>
                    <a:pt x="40" y="0"/>
                    <a:pt x="68" y="0"/>
                    <a:pt x="127" y="0"/>
                  </a:cubicBezTo>
                  <a:cubicBezTo>
                    <a:pt x="212" y="0"/>
                    <a:pt x="247" y="23"/>
                    <a:pt x="247" y="105"/>
                  </a:cubicBezTo>
                  <a:cubicBezTo>
                    <a:pt x="247" y="162"/>
                    <a:pt x="229" y="191"/>
                    <a:pt x="180" y="197"/>
                  </a:cubicBezTo>
                  <a:lnTo>
                    <a:pt x="180" y="200"/>
                  </a:lnTo>
                  <a:cubicBezTo>
                    <a:pt x="198" y="205"/>
                    <a:pt x="218" y="221"/>
                    <a:pt x="226" y="252"/>
                  </a:cubicBezTo>
                  <a:lnTo>
                    <a:pt x="260" y="367"/>
                  </a:lnTo>
                  <a:lnTo>
                    <a:pt x="204" y="367"/>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11" name="Freeform 18"/>
            <p:cNvSpPr/>
            <p:nvPr/>
          </p:nvSpPr>
          <p:spPr>
            <a:xfrm>
              <a:off x="7911360" y="6591960"/>
              <a:ext cx="51120" cy="83880"/>
            </a:xfrm>
            <a:custGeom>
              <a:avLst/>
              <a:gdLst/>
              <a:ahLst/>
              <a:cxnLst/>
              <a:rect l="l" t="t" r="r" b="b"/>
              <a:pathLst>
                <a:path w="243" h="375">
                  <a:moveTo>
                    <a:pt x="229" y="11"/>
                  </a:moveTo>
                  <a:lnTo>
                    <a:pt x="226" y="49"/>
                  </a:lnTo>
                  <a:cubicBezTo>
                    <a:pt x="195" y="48"/>
                    <a:pt x="156" y="47"/>
                    <a:pt x="122" y="47"/>
                  </a:cubicBezTo>
                  <a:cubicBezTo>
                    <a:pt x="72" y="47"/>
                    <a:pt x="53" y="49"/>
                    <a:pt x="53" y="97"/>
                  </a:cubicBezTo>
                  <a:cubicBezTo>
                    <a:pt x="53" y="135"/>
                    <a:pt x="67" y="145"/>
                    <a:pt x="97" y="152"/>
                  </a:cubicBezTo>
                  <a:lnTo>
                    <a:pt x="169" y="172"/>
                  </a:lnTo>
                  <a:cubicBezTo>
                    <a:pt x="225" y="188"/>
                    <a:pt x="243" y="221"/>
                    <a:pt x="243" y="276"/>
                  </a:cubicBezTo>
                  <a:cubicBezTo>
                    <a:pt x="243" y="359"/>
                    <a:pt x="206" y="375"/>
                    <a:pt x="119" y="375"/>
                  </a:cubicBezTo>
                  <a:cubicBezTo>
                    <a:pt x="96" y="375"/>
                    <a:pt x="56" y="374"/>
                    <a:pt x="5" y="365"/>
                  </a:cubicBezTo>
                  <a:lnTo>
                    <a:pt x="9" y="326"/>
                  </a:lnTo>
                  <a:cubicBezTo>
                    <a:pt x="75" y="328"/>
                    <a:pt x="93" y="329"/>
                    <a:pt x="120" y="329"/>
                  </a:cubicBezTo>
                  <a:cubicBezTo>
                    <a:pt x="173" y="328"/>
                    <a:pt x="189" y="320"/>
                    <a:pt x="189" y="275"/>
                  </a:cubicBezTo>
                  <a:cubicBezTo>
                    <a:pt x="189" y="236"/>
                    <a:pt x="175" y="227"/>
                    <a:pt x="146" y="219"/>
                  </a:cubicBezTo>
                  <a:lnTo>
                    <a:pt x="72" y="199"/>
                  </a:lnTo>
                  <a:cubicBezTo>
                    <a:pt x="19" y="184"/>
                    <a:pt x="0" y="151"/>
                    <a:pt x="0" y="96"/>
                  </a:cubicBezTo>
                  <a:cubicBezTo>
                    <a:pt x="0" y="12"/>
                    <a:pt x="38" y="0"/>
                    <a:pt x="120" y="0"/>
                  </a:cubicBezTo>
                  <a:cubicBezTo>
                    <a:pt x="154" y="0"/>
                    <a:pt x="192" y="2"/>
                    <a:pt x="229" y="11"/>
                  </a:cubicBez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12" name="Rectangle 19"/>
            <p:cNvSpPr/>
            <p:nvPr/>
          </p:nvSpPr>
          <p:spPr>
            <a:xfrm>
              <a:off x="7978320" y="6594120"/>
              <a:ext cx="11160" cy="80640"/>
            </a:xfrm>
            <a:prstGeom prst="rect">
              <a:avLst/>
            </a:pr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13" name="Freeform 20"/>
            <p:cNvSpPr/>
            <p:nvPr/>
          </p:nvSpPr>
          <p:spPr>
            <a:xfrm>
              <a:off x="8001000" y="6594120"/>
              <a:ext cx="60840" cy="80640"/>
            </a:xfrm>
            <a:custGeom>
              <a:avLst/>
              <a:gdLst/>
              <a:ahLst/>
              <a:cxnLst/>
              <a:rect l="l" t="t" r="r" b="b"/>
              <a:pathLst>
                <a:path w="283" h="363">
                  <a:moveTo>
                    <a:pt x="168" y="47"/>
                  </a:moveTo>
                  <a:lnTo>
                    <a:pt x="168" y="363"/>
                  </a:lnTo>
                  <a:lnTo>
                    <a:pt x="114" y="363"/>
                  </a:lnTo>
                  <a:lnTo>
                    <a:pt x="114" y="47"/>
                  </a:lnTo>
                  <a:lnTo>
                    <a:pt x="0" y="47"/>
                  </a:lnTo>
                  <a:lnTo>
                    <a:pt x="0" y="0"/>
                  </a:lnTo>
                  <a:lnTo>
                    <a:pt x="283" y="0"/>
                  </a:lnTo>
                  <a:lnTo>
                    <a:pt x="283" y="47"/>
                  </a:lnTo>
                  <a:lnTo>
                    <a:pt x="168" y="47"/>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14" name="Freeform 21"/>
            <p:cNvSpPr/>
            <p:nvPr/>
          </p:nvSpPr>
          <p:spPr>
            <a:xfrm>
              <a:off x="8059320" y="6572160"/>
              <a:ext cx="68400" cy="102960"/>
            </a:xfrm>
            <a:custGeom>
              <a:avLst/>
              <a:gdLst/>
              <a:ahLst/>
              <a:cxnLst/>
              <a:rect l="l" t="t" r="r" b="b"/>
              <a:pathLst>
                <a:path w="321" h="459">
                  <a:moveTo>
                    <a:pt x="199" y="57"/>
                  </a:moveTo>
                  <a:cubicBezTo>
                    <a:pt x="189" y="57"/>
                    <a:pt x="185" y="53"/>
                    <a:pt x="185" y="43"/>
                  </a:cubicBezTo>
                  <a:lnTo>
                    <a:pt x="185" y="14"/>
                  </a:lnTo>
                  <a:cubicBezTo>
                    <a:pt x="185" y="6"/>
                    <a:pt x="189" y="0"/>
                    <a:pt x="199" y="0"/>
                  </a:cubicBezTo>
                  <a:lnTo>
                    <a:pt x="215" y="0"/>
                  </a:lnTo>
                  <a:cubicBezTo>
                    <a:pt x="224" y="0"/>
                    <a:pt x="230" y="6"/>
                    <a:pt x="230" y="14"/>
                  </a:cubicBezTo>
                  <a:lnTo>
                    <a:pt x="230" y="43"/>
                  </a:lnTo>
                  <a:cubicBezTo>
                    <a:pt x="230" y="53"/>
                    <a:pt x="224" y="57"/>
                    <a:pt x="215" y="57"/>
                  </a:cubicBezTo>
                  <a:lnTo>
                    <a:pt x="199" y="57"/>
                  </a:lnTo>
                  <a:close/>
                  <a:moveTo>
                    <a:pt x="176" y="166"/>
                  </a:moveTo>
                  <a:cubicBezTo>
                    <a:pt x="173" y="157"/>
                    <a:pt x="170" y="146"/>
                    <a:pt x="167" y="137"/>
                  </a:cubicBezTo>
                  <a:lnTo>
                    <a:pt x="153" y="137"/>
                  </a:lnTo>
                  <a:cubicBezTo>
                    <a:pt x="150" y="146"/>
                    <a:pt x="147" y="157"/>
                    <a:pt x="144" y="166"/>
                  </a:cubicBezTo>
                  <a:lnTo>
                    <a:pt x="102" y="304"/>
                  </a:lnTo>
                  <a:lnTo>
                    <a:pt x="218" y="304"/>
                  </a:lnTo>
                  <a:lnTo>
                    <a:pt x="176" y="166"/>
                  </a:lnTo>
                  <a:close/>
                  <a:moveTo>
                    <a:pt x="105" y="57"/>
                  </a:moveTo>
                  <a:cubicBezTo>
                    <a:pt x="96" y="57"/>
                    <a:pt x="92" y="53"/>
                    <a:pt x="92" y="43"/>
                  </a:cubicBezTo>
                  <a:lnTo>
                    <a:pt x="92" y="14"/>
                  </a:lnTo>
                  <a:cubicBezTo>
                    <a:pt x="92" y="6"/>
                    <a:pt x="96" y="0"/>
                    <a:pt x="105" y="0"/>
                  </a:cubicBezTo>
                  <a:lnTo>
                    <a:pt x="122" y="0"/>
                  </a:lnTo>
                  <a:cubicBezTo>
                    <a:pt x="132" y="0"/>
                    <a:pt x="136" y="6"/>
                    <a:pt x="136" y="14"/>
                  </a:cubicBezTo>
                  <a:lnTo>
                    <a:pt x="136" y="43"/>
                  </a:lnTo>
                  <a:cubicBezTo>
                    <a:pt x="136" y="53"/>
                    <a:pt x="132" y="57"/>
                    <a:pt x="122" y="57"/>
                  </a:cubicBezTo>
                  <a:lnTo>
                    <a:pt x="105" y="57"/>
                  </a:lnTo>
                  <a:close/>
                  <a:moveTo>
                    <a:pt x="88" y="350"/>
                  </a:moveTo>
                  <a:lnTo>
                    <a:pt x="54" y="459"/>
                  </a:lnTo>
                  <a:lnTo>
                    <a:pt x="0" y="459"/>
                  </a:lnTo>
                  <a:lnTo>
                    <a:pt x="114" y="110"/>
                  </a:lnTo>
                  <a:cubicBezTo>
                    <a:pt x="116" y="102"/>
                    <a:pt x="124" y="96"/>
                    <a:pt x="133" y="96"/>
                  </a:cubicBezTo>
                  <a:lnTo>
                    <a:pt x="187" y="96"/>
                  </a:lnTo>
                  <a:cubicBezTo>
                    <a:pt x="196" y="96"/>
                    <a:pt x="204" y="102"/>
                    <a:pt x="206" y="110"/>
                  </a:cubicBezTo>
                  <a:lnTo>
                    <a:pt x="321" y="459"/>
                  </a:lnTo>
                  <a:lnTo>
                    <a:pt x="266" y="459"/>
                  </a:lnTo>
                  <a:lnTo>
                    <a:pt x="233" y="350"/>
                  </a:lnTo>
                  <a:lnTo>
                    <a:pt x="88" y="350"/>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sp>
          <p:nvSpPr>
            <p:cNvPr id="115" name="Freeform 22"/>
            <p:cNvSpPr/>
            <p:nvPr/>
          </p:nvSpPr>
          <p:spPr>
            <a:xfrm>
              <a:off x="8125560" y="6594120"/>
              <a:ext cx="59760" cy="80640"/>
            </a:xfrm>
            <a:custGeom>
              <a:avLst/>
              <a:gdLst/>
              <a:ahLst/>
              <a:cxnLst/>
              <a:rect l="l" t="t" r="r" b="b"/>
              <a:pathLst>
                <a:path w="282" h="363">
                  <a:moveTo>
                    <a:pt x="167" y="47"/>
                  </a:moveTo>
                  <a:lnTo>
                    <a:pt x="167" y="363"/>
                  </a:lnTo>
                  <a:lnTo>
                    <a:pt x="114" y="363"/>
                  </a:lnTo>
                  <a:lnTo>
                    <a:pt x="114" y="47"/>
                  </a:lnTo>
                  <a:lnTo>
                    <a:pt x="0" y="47"/>
                  </a:lnTo>
                  <a:lnTo>
                    <a:pt x="0" y="0"/>
                  </a:lnTo>
                  <a:lnTo>
                    <a:pt x="282" y="0"/>
                  </a:lnTo>
                  <a:lnTo>
                    <a:pt x="282" y="47"/>
                  </a:lnTo>
                  <a:lnTo>
                    <a:pt x="167" y="47"/>
                  </a:lnTo>
                  <a:close/>
                </a:path>
              </a:pathLst>
            </a:custGeom>
            <a:solidFill>
              <a:srgbClr val="909085"/>
            </a:solidFill>
            <a:ln w="0">
              <a:noFill/>
            </a:ln>
          </p:spPr>
          <p:style>
            <a:lnRef idx="0">
              <a:scrgbClr r="0" g="0" b="0"/>
            </a:lnRef>
            <a:fillRef idx="0">
              <a:scrgbClr r="0" g="0" b="0"/>
            </a:fillRef>
            <a:effectRef idx="0">
              <a:scrgbClr r="0" g="0" b="0"/>
            </a:effectRef>
            <a:fontRef idx="minor"/>
          </p:style>
          <p:txBody>
            <a:bodyPr/>
            <a:lstStyle/>
            <a:p>
              <a:endParaRPr lang="pt-PT"/>
            </a:p>
          </p:txBody>
        </p:sp>
      </p:grpSp>
      <p:pic>
        <p:nvPicPr>
          <p:cNvPr id="116" name="Picture 5" descr="A blue and pink triangle on a black background&#10;&#10;Description automatically generated"/>
          <p:cNvPicPr/>
          <p:nvPr/>
        </p:nvPicPr>
        <p:blipFill>
          <a:blip r:embed="rId16"/>
          <a:stretch/>
        </p:blipFill>
        <p:spPr>
          <a:xfrm>
            <a:off x="2514600" y="6095880"/>
            <a:ext cx="1505520" cy="830160"/>
          </a:xfrm>
          <a:prstGeom prst="rect">
            <a:avLst/>
          </a:prstGeom>
          <a:ln w="0">
            <a:noFill/>
          </a:ln>
        </p:spPr>
      </p:pic>
      <p:sp>
        <p:nvSpPr>
          <p:cNvPr id="117" name="PlaceHolder 1"/>
          <p:cNvSpPr>
            <a:spLocks noGrp="1"/>
          </p:cNvSpPr>
          <p:nvPr>
            <p:ph type="title"/>
          </p:nvPr>
        </p:nvSpPr>
        <p:spPr>
          <a:xfrm>
            <a:off x="380880" y="228600"/>
            <a:ext cx="8380080" cy="837720"/>
          </a:xfrm>
          <a:prstGeom prst="rect">
            <a:avLst/>
          </a:prstGeom>
          <a:noFill/>
          <a:ln w="0">
            <a:noFill/>
          </a:ln>
        </p:spPr>
        <p:txBody>
          <a:bodyPr numCol="1" spcCol="0" anchor="ctr">
            <a:noAutofit/>
          </a:bodyPr>
          <a:lstStyle/>
          <a:p>
            <a:r>
              <a:rPr lang="en-US" sz="3200" b="0" strike="noStrike" spc="-1">
                <a:solidFill>
                  <a:srgbClr val="000000"/>
                </a:solidFill>
                <a:latin typeface="Century Gothic"/>
              </a:rPr>
              <a:t>Click to edit the title text format</a:t>
            </a:r>
          </a:p>
        </p:txBody>
      </p:sp>
      <p:sp>
        <p:nvSpPr>
          <p:cNvPr id="118" name="PlaceHolder 2"/>
          <p:cNvSpPr>
            <a:spLocks noGrp="1"/>
          </p:cNvSpPr>
          <p:nvPr>
            <p:ph type="body"/>
          </p:nvPr>
        </p:nvSpPr>
        <p:spPr>
          <a:xfrm>
            <a:off x="382680" y="1371600"/>
            <a:ext cx="8380080" cy="4647960"/>
          </a:xfrm>
          <a:prstGeom prst="rect">
            <a:avLst/>
          </a:prstGeom>
          <a:noFill/>
          <a:ln w="0">
            <a:noFill/>
          </a:ln>
        </p:spPr>
        <p:txBody>
          <a:bodyPr numCol="1" spcCol="0" anchor="t">
            <a:noAutofit/>
          </a:bodyPr>
          <a:lstStyle/>
          <a:p>
            <a:pPr marL="343080" indent="-343080">
              <a:lnSpc>
                <a:spcPct val="100000"/>
              </a:lnSpc>
              <a:spcBef>
                <a:spcPts val="400"/>
              </a:spcBef>
              <a:spcAft>
                <a:spcPts val="601"/>
              </a:spcAft>
              <a:buClr>
                <a:srgbClr val="0064C8"/>
              </a:buClr>
              <a:buFont typeface="Wingdings 2" charset="2"/>
              <a:buChar char=""/>
            </a:pPr>
            <a:r>
              <a:rPr lang="en-US" sz="2000" b="0" strike="noStrike" spc="-1">
                <a:solidFill>
                  <a:srgbClr val="000000"/>
                </a:solidFill>
                <a:latin typeface="Century Gothic"/>
              </a:rPr>
              <a:t>Click to edit Master text styles</a:t>
            </a:r>
          </a:p>
          <a:p>
            <a:pPr marL="743040" lvl="1" indent="-285840">
              <a:lnSpc>
                <a:spcPct val="100000"/>
              </a:lnSpc>
              <a:spcBef>
                <a:spcPts val="360"/>
              </a:spcBef>
              <a:spcAft>
                <a:spcPts val="601"/>
              </a:spcAft>
              <a:buClr>
                <a:srgbClr val="0064C8"/>
              </a:buClr>
              <a:buSzPct val="125000"/>
              <a:buFont typeface="StarSymbol"/>
              <a:buChar char="-"/>
            </a:pPr>
            <a:r>
              <a:rPr lang="en-US" sz="1800" b="0" strike="noStrike" spc="-1">
                <a:solidFill>
                  <a:srgbClr val="000000"/>
                </a:solidFill>
                <a:latin typeface="Century Gothic"/>
              </a:rPr>
              <a:t>Second level</a:t>
            </a:r>
          </a:p>
          <a:p>
            <a:pPr marL="1143000" lvl="2" indent="-228600">
              <a:lnSpc>
                <a:spcPct val="100000"/>
              </a:lnSpc>
              <a:spcBef>
                <a:spcPts val="320"/>
              </a:spcBef>
              <a:spcAft>
                <a:spcPts val="601"/>
              </a:spcAft>
              <a:buClr>
                <a:srgbClr val="0064C8"/>
              </a:buClr>
              <a:buFont typeface="Wingdings 2" charset="2"/>
              <a:buChar char=""/>
            </a:pPr>
            <a:r>
              <a:rPr lang="en-US" sz="1600" b="0" strike="noStrike" spc="-1">
                <a:solidFill>
                  <a:srgbClr val="000000"/>
                </a:solidFill>
                <a:latin typeface="Century Gothic"/>
              </a:rPr>
              <a:t>Third level</a:t>
            </a:r>
          </a:p>
          <a:p>
            <a:pPr marL="1600200" lvl="3" indent="-228600">
              <a:lnSpc>
                <a:spcPct val="100000"/>
              </a:lnSpc>
              <a:spcBef>
                <a:spcPts val="241"/>
              </a:spcBef>
              <a:spcAft>
                <a:spcPts val="601"/>
              </a:spcAft>
              <a:buClr>
                <a:srgbClr val="0064C8"/>
              </a:buClr>
              <a:buSzPct val="125000"/>
              <a:buFont typeface="Calibri"/>
              <a:buChar char="-"/>
            </a:pPr>
            <a:r>
              <a:rPr lang="en-US" sz="1200" b="0" strike="noStrike" spc="-1">
                <a:solidFill>
                  <a:srgbClr val="000000"/>
                </a:solidFill>
                <a:latin typeface="Century Gothic"/>
              </a:rPr>
              <a:t>Fourth level</a:t>
            </a:r>
          </a:p>
          <a:p>
            <a:pPr marL="1828800">
              <a:lnSpc>
                <a:spcPct val="100000"/>
              </a:lnSpc>
              <a:spcBef>
                <a:spcPts val="241"/>
              </a:spcBef>
              <a:spcAft>
                <a:spcPts val="601"/>
              </a:spcAft>
              <a:buNone/>
              <a:tabLst>
                <a:tab pos="0" algn="l"/>
              </a:tabLst>
            </a:pPr>
            <a:r>
              <a:rPr lang="en-US" sz="1200" b="0" strike="noStrike" spc="-1">
                <a:solidFill>
                  <a:srgbClr val="000000"/>
                </a:solidFill>
                <a:latin typeface="Century Gothic"/>
              </a:rPr>
              <a:t>Fifth level</a:t>
            </a:r>
          </a:p>
        </p:txBody>
      </p:sp>
      <p:sp>
        <p:nvSpPr>
          <p:cNvPr id="119" name="PlaceHolder 3"/>
          <p:cNvSpPr>
            <a:spLocks noGrp="1"/>
          </p:cNvSpPr>
          <p:nvPr>
            <p:ph type="sldNum"/>
          </p:nvPr>
        </p:nvSpPr>
        <p:spPr>
          <a:xfrm>
            <a:off x="8376840" y="5692680"/>
            <a:ext cx="384120" cy="364680"/>
          </a:xfrm>
          <a:prstGeom prst="rect">
            <a:avLst/>
          </a:prstGeom>
          <a:noFill/>
          <a:ln w="0">
            <a:noFill/>
          </a:ln>
        </p:spPr>
        <p:txBody>
          <a:bodyPr anchor="ctr">
            <a:noAutofit/>
          </a:bodyPr>
          <a:lstStyle/>
          <a:p>
            <a:pPr algn="r">
              <a:lnSpc>
                <a:spcPct val="100000"/>
              </a:lnSpc>
              <a:buNone/>
            </a:pPr>
            <a:fld id="{F6156E8F-3799-4EE2-B4AD-B038F32766C1}" type="slidenum">
              <a:rPr lang="en-US" sz="1200" b="0" strike="noStrike" spc="-1">
                <a:solidFill>
                  <a:srgbClr val="8B8B8B"/>
                </a:solidFill>
                <a:latin typeface="Century Gothic"/>
              </a:r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1.jpe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14.jpe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9.svg"/><Relationship Id="rId11" Type="http://schemas.openxmlformats.org/officeDocument/2006/relationships/image" Target="../media/image13.sv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16.png"/><Relationship Id="rId9" Type="http://schemas.openxmlformats.org/officeDocument/2006/relationships/image" Target="../media/image18.svg"/></Relationships>
</file>

<file path=ppt/slides/_rels/slide1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9.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0.png"/><Relationship Id="rId9" Type="http://schemas.openxmlformats.org/officeDocument/2006/relationships/image" Target="../media/image13.svg"/></Relationships>
</file>

<file path=ppt/slides/_rels/slide1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1.png"/><Relationship Id="rId7"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3.svg"/><Relationship Id="rId10" Type="http://schemas.openxmlformats.org/officeDocument/2006/relationships/image" Target="../media/image10.png"/><Relationship Id="rId4" Type="http://schemas.openxmlformats.org/officeDocument/2006/relationships/image" Target="../media/image12.png"/><Relationship Id="rId9" Type="http://schemas.openxmlformats.org/officeDocument/2006/relationships/image" Target="../media/image9.sv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2.png"/><Relationship Id="rId7"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24.svg"/><Relationship Id="rId10" Type="http://schemas.openxmlformats.org/officeDocument/2006/relationships/image" Target="../media/image10.png"/><Relationship Id="rId4" Type="http://schemas.openxmlformats.org/officeDocument/2006/relationships/image" Target="../media/image23.png"/><Relationship Id="rId9" Type="http://schemas.openxmlformats.org/officeDocument/2006/relationships/image" Target="../media/image9.svg"/></Relationships>
</file>

<file path=ppt/slides/_rels/slide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8.svg"/><Relationship Id="rId11" Type="http://schemas.openxmlformats.org/officeDocument/2006/relationships/image" Target="../media/image10.png"/><Relationship Id="rId5" Type="http://schemas.openxmlformats.org/officeDocument/2006/relationships/image" Target="../media/image17.png"/><Relationship Id="rId10" Type="http://schemas.openxmlformats.org/officeDocument/2006/relationships/image" Target="../media/image9.svg"/><Relationship Id="rId4" Type="http://schemas.openxmlformats.org/officeDocument/2006/relationships/image" Target="../media/image27.png"/><Relationship Id="rId9"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sv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9.sv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svg"/></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9.sv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9.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777960" y="2666880"/>
            <a:ext cx="7772400" cy="993240"/>
          </a:xfrm>
          <a:prstGeom prst="rect">
            <a:avLst/>
          </a:prstGeom>
          <a:noFill/>
          <a:ln w="0">
            <a:noFill/>
          </a:ln>
        </p:spPr>
        <p:txBody>
          <a:bodyPr numCol="1" spcCol="0" anchor="ctr">
            <a:noAutofit/>
          </a:bodyPr>
          <a:lstStyle/>
          <a:p>
            <a:pPr algn="ctr">
              <a:lnSpc>
                <a:spcPct val="100000"/>
              </a:lnSpc>
              <a:buNone/>
            </a:pPr>
            <a:r>
              <a:rPr lang="en-GB" sz="3200" b="0" strike="noStrike" spc="-1" dirty="0">
                <a:solidFill>
                  <a:srgbClr val="0064C8"/>
                </a:solidFill>
                <a:latin typeface="Century Gothic"/>
                <a:ea typeface="Calibri"/>
              </a:rPr>
              <a:t>AI Agent for </a:t>
            </a:r>
            <a:r>
              <a:rPr lang="en-GB" sz="3200" b="0" strike="noStrike" spc="-1" dirty="0" err="1">
                <a:solidFill>
                  <a:srgbClr val="0064C8"/>
                </a:solidFill>
                <a:latin typeface="Century Gothic"/>
                <a:ea typeface="Calibri"/>
              </a:rPr>
              <a:t>ChemicHAL</a:t>
            </a:r>
            <a:r>
              <a:rPr lang="en-GB" sz="3200" b="0" strike="noStrike" spc="-1" dirty="0">
                <a:solidFill>
                  <a:srgbClr val="0064C8"/>
                </a:solidFill>
                <a:latin typeface="Century Gothic"/>
                <a:ea typeface="Calibri"/>
              </a:rPr>
              <a:t> Explainability</a:t>
            </a:r>
            <a:endParaRPr lang="en-US" sz="3200" strike="noStrike" spc="-1" dirty="0">
              <a:solidFill>
                <a:srgbClr val="000000"/>
              </a:solidFill>
              <a:latin typeface="Century Gothic"/>
            </a:endParaRPr>
          </a:p>
        </p:txBody>
      </p:sp>
      <p:sp>
        <p:nvSpPr>
          <p:cNvPr id="157" name="PlaceHolder 2"/>
          <p:cNvSpPr>
            <a:spLocks noGrp="1"/>
          </p:cNvSpPr>
          <p:nvPr>
            <p:ph type="subTitle"/>
          </p:nvPr>
        </p:nvSpPr>
        <p:spPr>
          <a:xfrm>
            <a:off x="686520" y="4361040"/>
            <a:ext cx="7997400" cy="1775520"/>
          </a:xfrm>
          <a:prstGeom prst="rect">
            <a:avLst/>
          </a:prstGeom>
          <a:noFill/>
          <a:ln w="0">
            <a:noFill/>
          </a:ln>
        </p:spPr>
        <p:txBody>
          <a:bodyPr numCol="1" spcCol="0" anchor="t">
            <a:noAutofit/>
          </a:bodyPr>
          <a:lstStyle/>
          <a:p>
            <a:pPr>
              <a:lnSpc>
                <a:spcPct val="100000"/>
              </a:lnSpc>
              <a:spcBef>
                <a:spcPts val="201"/>
              </a:spcBef>
              <a:buNone/>
              <a:tabLst>
                <a:tab pos="0" algn="l"/>
              </a:tabLst>
            </a:pPr>
            <a:endParaRPr lang="en-US" sz="2000" b="0" strike="noStrike" spc="-1" dirty="0">
              <a:solidFill>
                <a:srgbClr val="000000"/>
              </a:solidFill>
              <a:latin typeface="Century Gothic"/>
            </a:endParaRPr>
          </a:p>
          <a:p>
            <a:pPr>
              <a:lnSpc>
                <a:spcPct val="100000"/>
              </a:lnSpc>
              <a:spcBef>
                <a:spcPts val="201"/>
              </a:spcBef>
              <a:buNone/>
              <a:tabLst>
                <a:tab pos="0" algn="l"/>
              </a:tabLst>
            </a:pPr>
            <a:r>
              <a:rPr lang="en-US" sz="2000" b="0" strike="noStrike" spc="-1" dirty="0">
                <a:solidFill>
                  <a:srgbClr val="000000"/>
                </a:solidFill>
                <a:latin typeface="Century Gothic"/>
              </a:rPr>
              <a:t>Department of Life Science Informatics, B-IT</a:t>
            </a:r>
            <a:endParaRPr lang="en-GB" sz="2000" b="0" strike="noStrike" spc="-1" dirty="0">
              <a:latin typeface="Arial"/>
            </a:endParaRPr>
          </a:p>
          <a:p>
            <a:pPr>
              <a:lnSpc>
                <a:spcPct val="100000"/>
              </a:lnSpc>
              <a:spcBef>
                <a:spcPts val="201"/>
              </a:spcBef>
              <a:buNone/>
              <a:tabLst>
                <a:tab pos="0" algn="l"/>
              </a:tabLst>
            </a:pPr>
            <a:r>
              <a:rPr lang="en-US" sz="2000" b="0" strike="noStrike" spc="-1" dirty="0">
                <a:solidFill>
                  <a:srgbClr val="000000"/>
                </a:solidFill>
                <a:latin typeface="Century Gothic"/>
              </a:rPr>
              <a:t>Lamarr Institute for Machine Learning and Artificial Intelligence                   </a:t>
            </a:r>
            <a:endParaRPr lang="en-GB" sz="2000" b="0" strike="noStrike" spc="-1" dirty="0">
              <a:latin typeface="Arial"/>
            </a:endParaRPr>
          </a:p>
          <a:p>
            <a:pPr>
              <a:lnSpc>
                <a:spcPct val="100000"/>
              </a:lnSpc>
              <a:spcBef>
                <a:spcPts val="201"/>
              </a:spcBef>
              <a:buNone/>
              <a:tabLst>
                <a:tab pos="0" algn="l"/>
              </a:tabLst>
            </a:pPr>
            <a:r>
              <a:rPr lang="en-US" sz="2000" b="0" strike="noStrike" spc="-1" dirty="0">
                <a:solidFill>
                  <a:srgbClr val="000000"/>
                </a:solidFill>
                <a:latin typeface="Century Gothic"/>
              </a:rPr>
              <a:t>LIMES Institute Program Unit Medicinal Chemistry</a:t>
            </a:r>
            <a:endParaRPr lang="en-GB" sz="2000" b="0" strike="noStrike" spc="-1" dirty="0">
              <a:latin typeface="Arial"/>
            </a:endParaRPr>
          </a:p>
          <a:p>
            <a:pPr>
              <a:lnSpc>
                <a:spcPct val="100000"/>
              </a:lnSpc>
              <a:spcBef>
                <a:spcPts val="201"/>
              </a:spcBef>
              <a:buNone/>
              <a:tabLst>
                <a:tab pos="0" algn="l"/>
              </a:tabLst>
            </a:pPr>
            <a:r>
              <a:rPr lang="en-US" sz="2000" b="0" strike="noStrike" spc="-1" dirty="0">
                <a:solidFill>
                  <a:srgbClr val="000000"/>
                </a:solidFill>
                <a:latin typeface="Century Gothic"/>
              </a:rPr>
              <a:t>Rheinische Friedrich-Wilhelms-Universität Bonn</a:t>
            </a:r>
            <a:endParaRPr lang="en-GB" sz="2000" b="0" strike="noStrike" spc="-1" dirty="0">
              <a:latin typeface="Arial"/>
            </a:endParaRPr>
          </a:p>
          <a:p>
            <a:pPr>
              <a:lnSpc>
                <a:spcPct val="100000"/>
              </a:lnSpc>
              <a:spcBef>
                <a:spcPts val="201"/>
              </a:spcBef>
              <a:buNone/>
              <a:tabLst>
                <a:tab pos="0" algn="l"/>
              </a:tabLst>
            </a:pPr>
            <a:endParaRPr lang="en-GB" sz="2000" b="0" strike="noStrike" spc="-1" dirty="0">
              <a:latin typeface="Arial"/>
            </a:endParaRPr>
          </a:p>
        </p:txBody>
      </p:sp>
    </p:spTree>
    <p:extLst>
      <p:ext uri="{BB962C8B-B14F-4D97-AF65-F5344CB8AC3E}">
        <p14:creationId xmlns:p14="http://schemas.microsoft.com/office/powerpoint/2010/main" val="829672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4" name="PlaceHolder 1">
            <a:extLst>
              <a:ext uri="{FF2B5EF4-FFF2-40B4-BE49-F238E27FC236}">
                <a16:creationId xmlns:a16="http://schemas.microsoft.com/office/drawing/2014/main" id="{1D9CEB51-5DAF-4533-A0C3-999FBFED4F38}"/>
              </a:ext>
            </a:extLst>
          </p:cNvPr>
          <p:cNvSpPr txBox="1">
            <a:spLocks/>
          </p:cNvSpPr>
          <p:nvPr/>
        </p:nvSpPr>
        <p:spPr>
          <a:xfrm>
            <a:off x="380880" y="228600"/>
            <a:ext cx="8380080" cy="837720"/>
          </a:xfrm>
          <a:prstGeom prst="rect">
            <a:avLst/>
          </a:prstGeom>
          <a:noFill/>
          <a:ln w="0">
            <a:noFill/>
          </a:ln>
        </p:spPr>
        <p:txBody>
          <a:bodyPr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3200" spc="-1" dirty="0">
                <a:solidFill>
                  <a:srgbClr val="0064C8"/>
                </a:solidFill>
                <a:latin typeface="Century Gothic"/>
              </a:rPr>
              <a:t>AI Agents in Chemistry</a:t>
            </a:r>
            <a:endParaRPr lang="en-US" sz="3200" spc="-1" dirty="0">
              <a:solidFill>
                <a:srgbClr val="000000"/>
              </a:solidFill>
              <a:latin typeface="Century Gothic"/>
            </a:endParaRPr>
          </a:p>
        </p:txBody>
      </p:sp>
      <p:sp>
        <p:nvSpPr>
          <p:cNvPr id="15" name="Rectangle 14">
            <a:extLst>
              <a:ext uri="{FF2B5EF4-FFF2-40B4-BE49-F238E27FC236}">
                <a16:creationId xmlns:a16="http://schemas.microsoft.com/office/drawing/2014/main" id="{1BF30680-82D9-1C5C-7D65-886D2A69E23B}"/>
              </a:ext>
            </a:extLst>
          </p:cNvPr>
          <p:cNvSpPr/>
          <p:nvPr/>
        </p:nvSpPr>
        <p:spPr>
          <a:xfrm>
            <a:off x="6499123" y="1351935"/>
            <a:ext cx="1455174" cy="6784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PT" dirty="0" err="1">
                <a:solidFill>
                  <a:schemeClr val="tx1"/>
                </a:solidFill>
              </a:rPr>
              <a:t>Prompt</a:t>
            </a:r>
            <a:endParaRPr lang="en-DE" dirty="0"/>
          </a:p>
        </p:txBody>
      </p:sp>
      <p:sp>
        <p:nvSpPr>
          <p:cNvPr id="16" name="Rectangle 15">
            <a:extLst>
              <a:ext uri="{FF2B5EF4-FFF2-40B4-BE49-F238E27FC236}">
                <a16:creationId xmlns:a16="http://schemas.microsoft.com/office/drawing/2014/main" id="{14852891-86F2-A38F-A44C-F3780108A1C3}"/>
              </a:ext>
            </a:extLst>
          </p:cNvPr>
          <p:cNvSpPr/>
          <p:nvPr/>
        </p:nvSpPr>
        <p:spPr>
          <a:xfrm>
            <a:off x="5786283" y="2465917"/>
            <a:ext cx="2880851" cy="147483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7" name="Rectangle 16">
            <a:extLst>
              <a:ext uri="{FF2B5EF4-FFF2-40B4-BE49-F238E27FC236}">
                <a16:creationId xmlns:a16="http://schemas.microsoft.com/office/drawing/2014/main" id="{30B71BF4-CA5D-2E17-B34A-127D9EB39003}"/>
              </a:ext>
            </a:extLst>
          </p:cNvPr>
          <p:cNvSpPr/>
          <p:nvPr/>
        </p:nvSpPr>
        <p:spPr>
          <a:xfrm>
            <a:off x="6499121" y="4376312"/>
            <a:ext cx="1455174" cy="6784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PT" dirty="0">
                <a:solidFill>
                  <a:schemeClr val="tx1"/>
                </a:solidFill>
              </a:rPr>
              <a:t>Response</a:t>
            </a:r>
            <a:endParaRPr lang="en-DE" dirty="0"/>
          </a:p>
        </p:txBody>
      </p:sp>
      <p:cxnSp>
        <p:nvCxnSpPr>
          <p:cNvPr id="18" name="Straight Arrow Connector 17">
            <a:extLst>
              <a:ext uri="{FF2B5EF4-FFF2-40B4-BE49-F238E27FC236}">
                <a16:creationId xmlns:a16="http://schemas.microsoft.com/office/drawing/2014/main" id="{017365BB-B121-0061-EA39-1B7CB4563F6F}"/>
              </a:ext>
            </a:extLst>
          </p:cNvPr>
          <p:cNvCxnSpPr>
            <a:stCxn id="15" idx="2"/>
            <a:endCxn id="16" idx="0"/>
          </p:cNvCxnSpPr>
          <p:nvPr/>
        </p:nvCxnSpPr>
        <p:spPr>
          <a:xfrm flipH="1">
            <a:off x="7226709" y="2030361"/>
            <a:ext cx="1" cy="43555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28443403-D276-126B-6008-2BC71E4CA88C}"/>
              </a:ext>
            </a:extLst>
          </p:cNvPr>
          <p:cNvCxnSpPr>
            <a:cxnSpLocks/>
            <a:stCxn id="16" idx="2"/>
            <a:endCxn id="17" idx="0"/>
          </p:cNvCxnSpPr>
          <p:nvPr/>
        </p:nvCxnSpPr>
        <p:spPr>
          <a:xfrm flipH="1">
            <a:off x="7226708" y="3940756"/>
            <a:ext cx="1" cy="43555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0" name="Rectangle 19">
            <a:extLst>
              <a:ext uri="{FF2B5EF4-FFF2-40B4-BE49-F238E27FC236}">
                <a16:creationId xmlns:a16="http://schemas.microsoft.com/office/drawing/2014/main" id="{1096912A-718E-B016-0553-2950C00FF504}"/>
              </a:ext>
            </a:extLst>
          </p:cNvPr>
          <p:cNvSpPr/>
          <p:nvPr/>
        </p:nvSpPr>
        <p:spPr>
          <a:xfrm>
            <a:off x="6007630" y="2864123"/>
            <a:ext cx="982981" cy="6784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PT" dirty="0">
                <a:solidFill>
                  <a:schemeClr val="tx1"/>
                </a:solidFill>
              </a:rPr>
              <a:t>LLM</a:t>
            </a:r>
            <a:endParaRPr lang="en-DE" dirty="0"/>
          </a:p>
        </p:txBody>
      </p:sp>
      <p:sp>
        <p:nvSpPr>
          <p:cNvPr id="21" name="Rectangle 20">
            <a:extLst>
              <a:ext uri="{FF2B5EF4-FFF2-40B4-BE49-F238E27FC236}">
                <a16:creationId xmlns:a16="http://schemas.microsoft.com/office/drawing/2014/main" id="{E003F5EA-19E5-F669-1990-BB410B189F76}"/>
              </a:ext>
            </a:extLst>
          </p:cNvPr>
          <p:cNvSpPr/>
          <p:nvPr/>
        </p:nvSpPr>
        <p:spPr>
          <a:xfrm>
            <a:off x="7462804" y="2864123"/>
            <a:ext cx="982981" cy="6784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PT" sz="1400" dirty="0">
                <a:solidFill>
                  <a:schemeClr val="tx1"/>
                </a:solidFill>
              </a:rPr>
              <a:t>Chemistry tools</a:t>
            </a:r>
            <a:endParaRPr lang="en-DE" sz="1400" dirty="0"/>
          </a:p>
        </p:txBody>
      </p:sp>
      <p:cxnSp>
        <p:nvCxnSpPr>
          <p:cNvPr id="22" name="Straight Arrow Connector 21">
            <a:extLst>
              <a:ext uri="{FF2B5EF4-FFF2-40B4-BE49-F238E27FC236}">
                <a16:creationId xmlns:a16="http://schemas.microsoft.com/office/drawing/2014/main" id="{1E5D47EF-72E1-610E-5E8A-BA7B42EF153E}"/>
              </a:ext>
            </a:extLst>
          </p:cNvPr>
          <p:cNvCxnSpPr>
            <a:cxnSpLocks/>
          </p:cNvCxnSpPr>
          <p:nvPr/>
        </p:nvCxnSpPr>
        <p:spPr>
          <a:xfrm>
            <a:off x="6990611" y="3034209"/>
            <a:ext cx="472193"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B2AAE95B-4056-D73F-027C-36990C9DF01A}"/>
              </a:ext>
            </a:extLst>
          </p:cNvPr>
          <p:cNvCxnSpPr>
            <a:cxnSpLocks/>
          </p:cNvCxnSpPr>
          <p:nvPr/>
        </p:nvCxnSpPr>
        <p:spPr>
          <a:xfrm flipH="1">
            <a:off x="6990611" y="3343925"/>
            <a:ext cx="45480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4" name="PlaceHolder 2">
            <a:extLst>
              <a:ext uri="{FF2B5EF4-FFF2-40B4-BE49-F238E27FC236}">
                <a16:creationId xmlns:a16="http://schemas.microsoft.com/office/drawing/2014/main" id="{D3BEBA3F-7E00-67C5-EF33-FD72DEC84E17}"/>
              </a:ext>
            </a:extLst>
          </p:cNvPr>
          <p:cNvSpPr txBox="1">
            <a:spLocks/>
          </p:cNvSpPr>
          <p:nvPr/>
        </p:nvSpPr>
        <p:spPr>
          <a:xfrm>
            <a:off x="382678" y="1428752"/>
            <a:ext cx="5247157" cy="4647960"/>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00"/>
              </a:spcBef>
              <a:spcAft>
                <a:spcPts val="2400"/>
              </a:spcAft>
              <a:buClr>
                <a:srgbClr val="0070C0"/>
              </a:buClr>
              <a:buFont typeface="Arial" panose="020B0604020202020204" pitchFamily="34" charset="0"/>
              <a:buNone/>
            </a:pPr>
            <a:r>
              <a:rPr lang="en-GB" sz="1800" dirty="0">
                <a:latin typeface="Century Gothic" panose="020B0502020202020204" pitchFamily="34" charset="0"/>
              </a:rPr>
              <a:t>Large language models (LLMs) offer an attractive solution through conversational interfaces </a:t>
            </a:r>
          </a:p>
          <a:p>
            <a:pPr>
              <a:spcBef>
                <a:spcPts val="400"/>
              </a:spcBef>
              <a:spcAft>
                <a:spcPts val="2400"/>
              </a:spcAft>
              <a:buClr>
                <a:srgbClr val="0070C0"/>
              </a:buClr>
              <a:buFont typeface="Wingdings" panose="05000000000000000000" pitchFamily="2" charset="2"/>
              <a:buChar char="§"/>
            </a:pPr>
            <a:r>
              <a:rPr lang="en-GB" sz="1800" spc="-1" dirty="0">
                <a:solidFill>
                  <a:srgbClr val="0064C8"/>
                </a:solidFill>
                <a:latin typeface="Century Gothic" panose="020B0502020202020204" pitchFamily="34" charset="0"/>
              </a:rPr>
              <a:t>Accessibility: </a:t>
            </a:r>
            <a:r>
              <a:rPr lang="en-GB" sz="1800" spc="-1" dirty="0">
                <a:latin typeface="Century Gothic" panose="020B0502020202020204" pitchFamily="34" charset="0"/>
              </a:rPr>
              <a:t>No coding or cheminformatics expertise required</a:t>
            </a:r>
          </a:p>
          <a:p>
            <a:pPr>
              <a:spcBef>
                <a:spcPts val="400"/>
              </a:spcBef>
              <a:spcAft>
                <a:spcPts val="2400"/>
              </a:spcAft>
              <a:buClr>
                <a:srgbClr val="0070C0"/>
              </a:buClr>
              <a:buFont typeface="Wingdings" panose="05000000000000000000" pitchFamily="2" charset="2"/>
              <a:buChar char="§"/>
            </a:pPr>
            <a:r>
              <a:rPr lang="en-GB" sz="1800" spc="-1" dirty="0">
                <a:solidFill>
                  <a:srgbClr val="0064C8"/>
                </a:solidFill>
                <a:latin typeface="Century Gothic" panose="020B0502020202020204" pitchFamily="34" charset="0"/>
              </a:rPr>
              <a:t>Integration: </a:t>
            </a:r>
            <a:r>
              <a:rPr lang="en-GB" sz="1800" spc="-1" dirty="0">
                <a:latin typeface="Century Gothic" panose="020B0502020202020204" pitchFamily="34" charset="0"/>
              </a:rPr>
              <a:t>Connect literature, databases, and lab tools in one system</a:t>
            </a:r>
          </a:p>
          <a:p>
            <a:pPr>
              <a:spcBef>
                <a:spcPts val="400"/>
              </a:spcBef>
              <a:spcAft>
                <a:spcPts val="2400"/>
              </a:spcAft>
              <a:buClr>
                <a:srgbClr val="0070C0"/>
              </a:buClr>
              <a:buFont typeface="Wingdings" panose="05000000000000000000" pitchFamily="2" charset="2"/>
              <a:buChar char="§"/>
            </a:pPr>
            <a:r>
              <a:rPr lang="en-GB" sz="1800" spc="-1" dirty="0">
                <a:solidFill>
                  <a:srgbClr val="0064C8"/>
                </a:solidFill>
                <a:latin typeface="Century Gothic" panose="020B0502020202020204" pitchFamily="34" charset="0"/>
              </a:rPr>
              <a:t>Reasoning: </a:t>
            </a:r>
            <a:r>
              <a:rPr lang="en-GB" sz="1800" spc="-1" dirty="0">
                <a:latin typeface="Century Gothic" panose="020B0502020202020204" pitchFamily="34" charset="0"/>
              </a:rPr>
              <a:t>Interpret results and adapt in real time</a:t>
            </a:r>
          </a:p>
        </p:txBody>
      </p:sp>
    </p:spTree>
    <p:extLst>
      <p:ext uri="{BB962C8B-B14F-4D97-AF65-F5344CB8AC3E}">
        <p14:creationId xmlns:p14="http://schemas.microsoft.com/office/powerpoint/2010/main" val="1025635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Project description</a:t>
            </a:r>
            <a:endParaRPr lang="en-US" sz="3200" b="0" strike="noStrike" spc="-1" dirty="0">
              <a:solidFill>
                <a:srgbClr val="000000"/>
              </a:solidFill>
              <a:latin typeface="Century Gothic"/>
            </a:endParaRPr>
          </a:p>
        </p:txBody>
      </p:sp>
      <p:sp>
        <p:nvSpPr>
          <p:cNvPr id="2" name="PlaceHolder 2">
            <a:extLst>
              <a:ext uri="{FF2B5EF4-FFF2-40B4-BE49-F238E27FC236}">
                <a16:creationId xmlns:a16="http://schemas.microsoft.com/office/drawing/2014/main" id="{870990D0-7AC5-46BA-6FC4-274F8E0A3ABE}"/>
              </a:ext>
            </a:extLst>
          </p:cNvPr>
          <p:cNvSpPr txBox="1">
            <a:spLocks/>
          </p:cNvSpPr>
          <p:nvPr/>
        </p:nvSpPr>
        <p:spPr>
          <a:xfrm>
            <a:off x="380880" y="1375729"/>
            <a:ext cx="8380080" cy="713065"/>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601"/>
              </a:spcAft>
              <a:buClr>
                <a:srgbClr val="0064C8"/>
              </a:buClr>
              <a:buNone/>
            </a:pPr>
            <a:r>
              <a:rPr lang="en-US" sz="2000" spc="-1" dirty="0">
                <a:solidFill>
                  <a:srgbClr val="0064C8"/>
                </a:solidFill>
                <a:latin typeface="Century Gothic"/>
              </a:rPr>
              <a:t>Aim: </a:t>
            </a:r>
            <a:r>
              <a:rPr lang="en-US" sz="2000" spc="-1" dirty="0">
                <a:solidFill>
                  <a:srgbClr val="000000"/>
                </a:solidFill>
                <a:latin typeface="Century Gothic"/>
              </a:rPr>
              <a:t>Design an agentic AI framework for interpretable AI applied to QSAR tasks  </a:t>
            </a:r>
            <a:endParaRPr lang="en-US" sz="2000" b="1" spc="-1" dirty="0">
              <a:solidFill>
                <a:srgbClr val="000000"/>
              </a:solidFill>
              <a:latin typeface="Century Gothic"/>
            </a:endParaRPr>
          </a:p>
        </p:txBody>
      </p:sp>
      <p:pic>
        <p:nvPicPr>
          <p:cNvPr id="3" name="Picture 2">
            <a:extLst>
              <a:ext uri="{FF2B5EF4-FFF2-40B4-BE49-F238E27FC236}">
                <a16:creationId xmlns:a16="http://schemas.microsoft.com/office/drawing/2014/main" id="{C525295A-47E6-DB8C-78FD-5ACC25A8B44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91026" y="2445202"/>
            <a:ext cx="7159787" cy="3075263"/>
          </a:xfrm>
          <a:prstGeom prst="rect">
            <a:avLst/>
          </a:prstGeom>
        </p:spPr>
      </p:pic>
    </p:spTree>
    <p:extLst>
      <p:ext uri="{BB962C8B-B14F-4D97-AF65-F5344CB8AC3E}">
        <p14:creationId xmlns:p14="http://schemas.microsoft.com/office/powerpoint/2010/main" val="721732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Project goals</a:t>
            </a:r>
            <a:endParaRPr lang="en-US" sz="3200" b="0" strike="noStrike" spc="-1" dirty="0">
              <a:solidFill>
                <a:srgbClr val="000000"/>
              </a:solidFill>
              <a:latin typeface="Century Gothic"/>
            </a:endParaRPr>
          </a:p>
        </p:txBody>
      </p:sp>
      <p:sp>
        <p:nvSpPr>
          <p:cNvPr id="2" name="PlaceHolder 2">
            <a:extLst>
              <a:ext uri="{FF2B5EF4-FFF2-40B4-BE49-F238E27FC236}">
                <a16:creationId xmlns:a16="http://schemas.microsoft.com/office/drawing/2014/main" id="{870990D0-7AC5-46BA-6FC4-274F8E0A3ABE}"/>
              </a:ext>
            </a:extLst>
          </p:cNvPr>
          <p:cNvSpPr txBox="1">
            <a:spLocks/>
          </p:cNvSpPr>
          <p:nvPr/>
        </p:nvSpPr>
        <p:spPr>
          <a:xfrm>
            <a:off x="380880" y="1375729"/>
            <a:ext cx="8380080" cy="1463944"/>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601"/>
              </a:spcAft>
              <a:buClr>
                <a:srgbClr val="0064C8"/>
              </a:buClr>
              <a:buNone/>
            </a:pPr>
            <a:r>
              <a:rPr lang="en-US" sz="2000" spc="-1" dirty="0">
                <a:solidFill>
                  <a:srgbClr val="0064C8"/>
                </a:solidFill>
                <a:latin typeface="Century Gothic"/>
              </a:rPr>
              <a:t>Goal: </a:t>
            </a:r>
            <a:r>
              <a:rPr lang="en-US" sz="2000" spc="-1" dirty="0">
                <a:solidFill>
                  <a:srgbClr val="000000"/>
                </a:solidFill>
                <a:latin typeface="Century Gothic"/>
              </a:rPr>
              <a:t>Showcase the utility of Agentic AI combined with XAI</a:t>
            </a:r>
          </a:p>
          <a:p>
            <a:pPr>
              <a:lnSpc>
                <a:spcPct val="100000"/>
              </a:lnSpc>
              <a:spcBef>
                <a:spcPts val="400"/>
              </a:spcBef>
              <a:spcAft>
                <a:spcPts val="601"/>
              </a:spcAft>
              <a:buClr>
                <a:srgbClr val="0064C8"/>
              </a:buClr>
              <a:buFont typeface="Wingdings" panose="05000000000000000000" pitchFamily="2" charset="2"/>
              <a:buChar char="§"/>
            </a:pPr>
            <a:r>
              <a:rPr lang="en-US" sz="1800" spc="-1" dirty="0">
                <a:solidFill>
                  <a:srgbClr val="000000"/>
                </a:solidFill>
                <a:latin typeface="Century Gothic"/>
              </a:rPr>
              <a:t>Provide access to interpretable AI for non-coding chemists</a:t>
            </a:r>
          </a:p>
          <a:p>
            <a:pPr>
              <a:lnSpc>
                <a:spcPct val="100000"/>
              </a:lnSpc>
              <a:spcBef>
                <a:spcPts val="400"/>
              </a:spcBef>
              <a:spcAft>
                <a:spcPts val="601"/>
              </a:spcAft>
              <a:buClr>
                <a:srgbClr val="0064C8"/>
              </a:buClr>
              <a:buFont typeface="Wingdings" panose="05000000000000000000" pitchFamily="2" charset="2"/>
              <a:buChar char="§"/>
            </a:pPr>
            <a:r>
              <a:rPr lang="en-US" sz="1800" spc="-1" dirty="0">
                <a:solidFill>
                  <a:srgbClr val="000000"/>
                </a:solidFill>
                <a:latin typeface="Century Gothic"/>
              </a:rPr>
              <a:t>Highlight where using agentic AI can be an advantage over running analysis manually</a:t>
            </a:r>
          </a:p>
          <a:p>
            <a:pPr>
              <a:lnSpc>
                <a:spcPct val="100000"/>
              </a:lnSpc>
              <a:spcBef>
                <a:spcPts val="400"/>
              </a:spcBef>
              <a:spcAft>
                <a:spcPts val="601"/>
              </a:spcAft>
              <a:buClr>
                <a:srgbClr val="0064C8"/>
              </a:buClr>
            </a:pPr>
            <a:endParaRPr lang="en-US" sz="2000" spc="-1" dirty="0">
              <a:solidFill>
                <a:srgbClr val="000000"/>
              </a:solidFill>
              <a:latin typeface="Century Gothic"/>
            </a:endParaRPr>
          </a:p>
        </p:txBody>
      </p:sp>
      <p:pic>
        <p:nvPicPr>
          <p:cNvPr id="4" name="Picture 3">
            <a:extLst>
              <a:ext uri="{FF2B5EF4-FFF2-40B4-BE49-F238E27FC236}">
                <a16:creationId xmlns:a16="http://schemas.microsoft.com/office/drawing/2014/main" id="{A9172708-06AB-AE7A-4BC0-05B1328EE70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92106" y="2982097"/>
            <a:ext cx="7159787" cy="3075263"/>
          </a:xfrm>
          <a:prstGeom prst="rect">
            <a:avLst/>
          </a:prstGeom>
        </p:spPr>
      </p:pic>
    </p:spTree>
    <p:extLst>
      <p:ext uri="{BB962C8B-B14F-4D97-AF65-F5344CB8AC3E}">
        <p14:creationId xmlns:p14="http://schemas.microsoft.com/office/powerpoint/2010/main" val="999010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Project setup</a:t>
            </a:r>
            <a:endParaRPr lang="en-US" sz="3200" b="0" strike="noStrike" spc="-1" dirty="0">
              <a:solidFill>
                <a:srgbClr val="000000"/>
              </a:solidFill>
              <a:latin typeface="Century Gothic"/>
            </a:endParaRPr>
          </a:p>
        </p:txBody>
      </p:sp>
      <p:sp>
        <p:nvSpPr>
          <p:cNvPr id="2" name="PlaceHolder 2">
            <a:extLst>
              <a:ext uri="{FF2B5EF4-FFF2-40B4-BE49-F238E27FC236}">
                <a16:creationId xmlns:a16="http://schemas.microsoft.com/office/drawing/2014/main" id="{870990D0-7AC5-46BA-6FC4-274F8E0A3ABE}"/>
              </a:ext>
            </a:extLst>
          </p:cNvPr>
          <p:cNvSpPr txBox="1">
            <a:spLocks/>
          </p:cNvSpPr>
          <p:nvPr/>
        </p:nvSpPr>
        <p:spPr>
          <a:xfrm>
            <a:off x="380879" y="1355697"/>
            <a:ext cx="5248644" cy="4643307"/>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Clr>
                <a:srgbClr val="0064C8"/>
              </a:buClr>
              <a:buNone/>
            </a:pPr>
            <a:r>
              <a:rPr lang="en-US" sz="1800" spc="-1" dirty="0">
                <a:solidFill>
                  <a:srgbClr val="0064C8"/>
                </a:solidFill>
                <a:latin typeface="Century Gothic"/>
              </a:rPr>
              <a:t>Framework</a:t>
            </a:r>
          </a:p>
          <a:p>
            <a:pPr>
              <a:lnSpc>
                <a:spcPct val="100000"/>
              </a:lnSpc>
              <a:spcBef>
                <a:spcPts val="400"/>
              </a:spcBef>
              <a:buClr>
                <a:srgbClr val="0064C8"/>
              </a:buClr>
              <a:buFont typeface="Wingdings" panose="05000000000000000000" pitchFamily="2" charset="2"/>
              <a:buChar char="§"/>
            </a:pPr>
            <a:r>
              <a:rPr lang="en-US" sz="1400" spc="-1" dirty="0">
                <a:solidFill>
                  <a:srgbClr val="000000"/>
                </a:solidFill>
                <a:latin typeface="Century Gothic"/>
              </a:rPr>
              <a:t>LM Studio + Open Source LLM  (</a:t>
            </a:r>
            <a:r>
              <a:rPr lang="en-US" sz="1400" spc="-1" dirty="0" err="1">
                <a:solidFill>
                  <a:srgbClr val="0064C8"/>
                </a:solidFill>
                <a:latin typeface="Century Gothic"/>
              </a:rPr>
              <a:t>Qwen</a:t>
            </a:r>
            <a:r>
              <a:rPr lang="en-US" sz="1400" spc="-1" dirty="0">
                <a:solidFill>
                  <a:srgbClr val="0064C8"/>
                </a:solidFill>
                <a:latin typeface="Century Gothic"/>
              </a:rPr>
              <a:t> 3.6</a:t>
            </a:r>
            <a:r>
              <a:rPr lang="en-US" sz="1400" spc="-1" dirty="0">
                <a:solidFill>
                  <a:srgbClr val="000000"/>
                </a:solidFill>
                <a:latin typeface="Century Gothic"/>
              </a:rPr>
              <a:t>)</a:t>
            </a:r>
          </a:p>
          <a:p>
            <a:pPr marL="0" indent="0">
              <a:lnSpc>
                <a:spcPct val="100000"/>
              </a:lnSpc>
              <a:spcBef>
                <a:spcPts val="400"/>
              </a:spcBef>
              <a:buClr>
                <a:srgbClr val="0064C8"/>
              </a:buClr>
              <a:buNone/>
            </a:pPr>
            <a:r>
              <a:rPr lang="en-US" sz="1800" spc="-1" dirty="0">
                <a:solidFill>
                  <a:srgbClr val="0064C8"/>
                </a:solidFill>
                <a:latin typeface="Century Gothic"/>
              </a:rPr>
              <a:t>ML models</a:t>
            </a:r>
          </a:p>
          <a:p>
            <a:pPr>
              <a:lnSpc>
                <a:spcPct val="100000"/>
              </a:lnSpc>
              <a:spcBef>
                <a:spcPts val="400"/>
              </a:spcBef>
              <a:buClr>
                <a:srgbClr val="0064C8"/>
              </a:buClr>
              <a:buFont typeface="Wingdings" panose="05000000000000000000" pitchFamily="2" charset="2"/>
              <a:buChar char="§"/>
            </a:pPr>
            <a:r>
              <a:rPr lang="en-US" sz="1400" spc="-1" dirty="0">
                <a:solidFill>
                  <a:srgbClr val="000000"/>
                </a:solidFill>
                <a:latin typeface="Century Gothic"/>
              </a:rPr>
              <a:t>Traditional ML – RF, BRF, SVM</a:t>
            </a:r>
          </a:p>
          <a:p>
            <a:pPr>
              <a:lnSpc>
                <a:spcPct val="100000"/>
              </a:lnSpc>
              <a:spcBef>
                <a:spcPts val="400"/>
              </a:spcBef>
              <a:buClr>
                <a:srgbClr val="0064C8"/>
              </a:buClr>
              <a:buFont typeface="Wingdings" panose="05000000000000000000" pitchFamily="2" charset="2"/>
              <a:buChar char="§"/>
            </a:pPr>
            <a:r>
              <a:rPr lang="en-US" sz="1400" spc="-1" dirty="0">
                <a:solidFill>
                  <a:srgbClr val="000000"/>
                </a:solidFill>
                <a:latin typeface="Century Gothic"/>
              </a:rPr>
              <a:t>Deep learning – DNN, GNN (GCN, GAT etc.)</a:t>
            </a:r>
          </a:p>
          <a:p>
            <a:pPr marL="0" indent="0">
              <a:lnSpc>
                <a:spcPct val="100000"/>
              </a:lnSpc>
              <a:spcBef>
                <a:spcPts val="400"/>
              </a:spcBef>
              <a:buClr>
                <a:srgbClr val="0064C8"/>
              </a:buClr>
              <a:buNone/>
            </a:pPr>
            <a:r>
              <a:rPr lang="en-US" sz="1800" spc="-1" dirty="0">
                <a:solidFill>
                  <a:srgbClr val="0064C8"/>
                </a:solidFill>
                <a:latin typeface="Century Gothic"/>
              </a:rPr>
              <a:t>Datasets</a:t>
            </a:r>
          </a:p>
          <a:p>
            <a:pPr>
              <a:lnSpc>
                <a:spcPct val="100000"/>
              </a:lnSpc>
              <a:spcBef>
                <a:spcPts val="400"/>
              </a:spcBef>
              <a:buClr>
                <a:srgbClr val="0064C8"/>
              </a:buClr>
              <a:buFont typeface="Wingdings" panose="05000000000000000000" pitchFamily="2" charset="2"/>
              <a:buChar char="§"/>
            </a:pPr>
            <a:r>
              <a:rPr lang="en-US" sz="1400" spc="-1" dirty="0">
                <a:solidFill>
                  <a:srgbClr val="000000"/>
                </a:solidFill>
                <a:latin typeface="Century Gothic"/>
              </a:rPr>
              <a:t>Binary bioactivity classification</a:t>
            </a:r>
          </a:p>
          <a:p>
            <a:pPr>
              <a:lnSpc>
                <a:spcPct val="100000"/>
              </a:lnSpc>
              <a:spcBef>
                <a:spcPts val="400"/>
              </a:spcBef>
              <a:buClr>
                <a:srgbClr val="0064C8"/>
              </a:buClr>
              <a:buFont typeface="Wingdings" panose="05000000000000000000" pitchFamily="2" charset="2"/>
              <a:buChar char="§"/>
            </a:pPr>
            <a:r>
              <a:rPr lang="en-US" sz="1400" spc="-1" dirty="0">
                <a:solidFill>
                  <a:srgbClr val="000000"/>
                </a:solidFill>
                <a:latin typeface="Century Gothic"/>
              </a:rPr>
              <a:t>Multiclass selectivity prediction</a:t>
            </a:r>
          </a:p>
          <a:p>
            <a:pPr marL="0" indent="0">
              <a:lnSpc>
                <a:spcPct val="100000"/>
              </a:lnSpc>
              <a:spcBef>
                <a:spcPts val="400"/>
              </a:spcBef>
              <a:buClr>
                <a:srgbClr val="0064C8"/>
              </a:buClr>
              <a:buNone/>
            </a:pPr>
            <a:r>
              <a:rPr lang="en-US" sz="1800" spc="-1" dirty="0">
                <a:solidFill>
                  <a:srgbClr val="0064C8"/>
                </a:solidFill>
                <a:latin typeface="Century Gothic"/>
              </a:rPr>
              <a:t>Splitting strategies</a:t>
            </a:r>
          </a:p>
          <a:p>
            <a:pPr>
              <a:lnSpc>
                <a:spcPct val="100000"/>
              </a:lnSpc>
              <a:spcBef>
                <a:spcPts val="400"/>
              </a:spcBef>
              <a:buClr>
                <a:srgbClr val="0064C8"/>
              </a:buClr>
              <a:buFont typeface="Wingdings" panose="05000000000000000000" pitchFamily="2" charset="2"/>
              <a:buChar char="§"/>
            </a:pPr>
            <a:r>
              <a:rPr lang="en-US" sz="1400" spc="-1" dirty="0">
                <a:solidFill>
                  <a:srgbClr val="000000"/>
                </a:solidFill>
                <a:latin typeface="Century Gothic"/>
              </a:rPr>
              <a:t>Random</a:t>
            </a:r>
          </a:p>
          <a:p>
            <a:pPr>
              <a:lnSpc>
                <a:spcPct val="100000"/>
              </a:lnSpc>
              <a:spcBef>
                <a:spcPts val="400"/>
              </a:spcBef>
              <a:buClr>
                <a:srgbClr val="0064C8"/>
              </a:buClr>
              <a:buFont typeface="Wingdings" panose="05000000000000000000" pitchFamily="2" charset="2"/>
              <a:buChar char="§"/>
            </a:pPr>
            <a:r>
              <a:rPr lang="en-US" sz="1400" spc="-1" dirty="0">
                <a:solidFill>
                  <a:srgbClr val="000000"/>
                </a:solidFill>
                <a:latin typeface="Century Gothic"/>
              </a:rPr>
              <a:t>Scaffold</a:t>
            </a:r>
          </a:p>
          <a:p>
            <a:pPr marL="0" indent="0">
              <a:lnSpc>
                <a:spcPct val="100000"/>
              </a:lnSpc>
              <a:spcBef>
                <a:spcPts val="400"/>
              </a:spcBef>
              <a:buClr>
                <a:srgbClr val="0064C8"/>
              </a:buClr>
              <a:buNone/>
            </a:pPr>
            <a:r>
              <a:rPr lang="en-US" sz="1800" spc="-1" dirty="0" err="1">
                <a:solidFill>
                  <a:srgbClr val="0064C8"/>
                </a:solidFill>
                <a:latin typeface="Century Gothic"/>
              </a:rPr>
              <a:t>Explainability</a:t>
            </a:r>
            <a:r>
              <a:rPr lang="en-US" sz="1800" spc="-1" dirty="0">
                <a:solidFill>
                  <a:srgbClr val="0064C8"/>
                </a:solidFill>
                <a:latin typeface="Century Gothic"/>
              </a:rPr>
              <a:t> methods</a:t>
            </a:r>
          </a:p>
          <a:p>
            <a:pPr>
              <a:lnSpc>
                <a:spcPct val="100000"/>
              </a:lnSpc>
              <a:spcBef>
                <a:spcPts val="400"/>
              </a:spcBef>
              <a:buClr>
                <a:srgbClr val="0064C8"/>
              </a:buClr>
              <a:buFont typeface="Wingdings" panose="05000000000000000000" pitchFamily="2" charset="2"/>
              <a:buChar char="§"/>
            </a:pPr>
            <a:r>
              <a:rPr lang="en-US" sz="1400" spc="-1" dirty="0">
                <a:solidFill>
                  <a:srgbClr val="000000"/>
                </a:solidFill>
                <a:latin typeface="Century Gothic"/>
              </a:rPr>
              <a:t>SHAP (</a:t>
            </a:r>
            <a:r>
              <a:rPr lang="en-US" sz="1400" spc="-1" dirty="0" err="1">
                <a:solidFill>
                  <a:srgbClr val="000000"/>
                </a:solidFill>
                <a:latin typeface="Century Gothic"/>
              </a:rPr>
              <a:t>EdgeSHAPer</a:t>
            </a:r>
            <a:r>
              <a:rPr lang="en-US" sz="1400" spc="-1" dirty="0">
                <a:solidFill>
                  <a:srgbClr val="000000"/>
                </a:solidFill>
                <a:latin typeface="Century Gothic"/>
              </a:rPr>
              <a:t>)</a:t>
            </a:r>
          </a:p>
          <a:p>
            <a:pPr>
              <a:lnSpc>
                <a:spcPct val="100000"/>
              </a:lnSpc>
              <a:spcBef>
                <a:spcPts val="400"/>
              </a:spcBef>
              <a:buClr>
                <a:srgbClr val="0064C8"/>
              </a:buClr>
              <a:buFont typeface="Wingdings" panose="05000000000000000000" pitchFamily="2" charset="2"/>
              <a:buChar char="§"/>
            </a:pPr>
            <a:r>
              <a:rPr lang="en-US" sz="1400" spc="-1" dirty="0" err="1">
                <a:solidFill>
                  <a:srgbClr val="000000"/>
                </a:solidFill>
                <a:latin typeface="Century Gothic"/>
              </a:rPr>
              <a:t>MolAnchor</a:t>
            </a:r>
            <a:endParaRPr lang="en-US" sz="1400"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r>
              <a:rPr lang="en-US" sz="1400" spc="-1" dirty="0">
                <a:solidFill>
                  <a:srgbClr val="000000"/>
                </a:solidFill>
                <a:latin typeface="Century Gothic"/>
              </a:rPr>
              <a:t>Contrastive (Counterfactuals, </a:t>
            </a:r>
            <a:r>
              <a:rPr lang="en-US" sz="1400" spc="-1" dirty="0" err="1">
                <a:solidFill>
                  <a:srgbClr val="000000"/>
                </a:solidFill>
                <a:latin typeface="Century Gothic"/>
              </a:rPr>
              <a:t>MolCE</a:t>
            </a:r>
            <a:r>
              <a:rPr lang="en-US" sz="1400" spc="-1" dirty="0">
                <a:solidFill>
                  <a:srgbClr val="000000"/>
                </a:solidFill>
                <a:latin typeface="Century Gothic"/>
              </a:rPr>
              <a:t>)</a:t>
            </a:r>
          </a:p>
          <a:p>
            <a:pPr lvl="1">
              <a:lnSpc>
                <a:spcPct val="100000"/>
              </a:lnSpc>
              <a:spcBef>
                <a:spcPts val="400"/>
              </a:spcBef>
              <a:buClr>
                <a:srgbClr val="0064C8"/>
              </a:buClr>
            </a:pPr>
            <a:endParaRPr lang="en-US" sz="1600" spc="-1" dirty="0">
              <a:solidFill>
                <a:srgbClr val="000000"/>
              </a:solidFill>
              <a:latin typeface="Century Gothic"/>
            </a:endParaRPr>
          </a:p>
          <a:p>
            <a:pPr lvl="1">
              <a:lnSpc>
                <a:spcPct val="100000"/>
              </a:lnSpc>
              <a:spcBef>
                <a:spcPts val="400"/>
              </a:spcBef>
              <a:buClr>
                <a:srgbClr val="0064C8"/>
              </a:buClr>
            </a:pPr>
            <a:endParaRPr lang="en-US" sz="1600" spc="-1" dirty="0">
              <a:solidFill>
                <a:srgbClr val="000000"/>
              </a:solidFill>
              <a:latin typeface="Century Gothic"/>
            </a:endParaRPr>
          </a:p>
          <a:p>
            <a:pPr marL="457200" lvl="1" indent="0">
              <a:lnSpc>
                <a:spcPct val="100000"/>
              </a:lnSpc>
              <a:spcBef>
                <a:spcPts val="400"/>
              </a:spcBef>
              <a:spcAft>
                <a:spcPts val="601"/>
              </a:spcAft>
              <a:buClr>
                <a:srgbClr val="0064C8"/>
              </a:buClr>
              <a:buNone/>
            </a:pPr>
            <a:endParaRPr lang="en-US" sz="1600" spc="-1" dirty="0">
              <a:solidFill>
                <a:srgbClr val="000000"/>
              </a:solidFill>
              <a:latin typeface="Century Gothic"/>
            </a:endParaRPr>
          </a:p>
          <a:p>
            <a:pPr marL="343080" indent="-343080">
              <a:lnSpc>
                <a:spcPct val="100000"/>
              </a:lnSpc>
              <a:spcBef>
                <a:spcPts val="400"/>
              </a:spcBef>
              <a:spcAft>
                <a:spcPts val="601"/>
              </a:spcAft>
              <a:buClr>
                <a:srgbClr val="0064C8"/>
              </a:buClr>
              <a:buFont typeface="Wingdings 2" charset="2"/>
              <a:buChar char=""/>
            </a:pPr>
            <a:endParaRPr lang="en-US" sz="2000" b="1" spc="-1" dirty="0">
              <a:solidFill>
                <a:srgbClr val="000000"/>
              </a:solidFill>
              <a:latin typeface="Century Gothic"/>
            </a:endParaRPr>
          </a:p>
        </p:txBody>
      </p:sp>
      <p:cxnSp>
        <p:nvCxnSpPr>
          <p:cNvPr id="11" name="Connector: Elbow 10">
            <a:extLst>
              <a:ext uri="{FF2B5EF4-FFF2-40B4-BE49-F238E27FC236}">
                <a16:creationId xmlns:a16="http://schemas.microsoft.com/office/drawing/2014/main" id="{800D65FB-8069-2F90-2859-B2A57A9BB2C4}"/>
              </a:ext>
            </a:extLst>
          </p:cNvPr>
          <p:cNvCxnSpPr>
            <a:cxnSpLocks/>
          </p:cNvCxnSpPr>
          <p:nvPr/>
        </p:nvCxnSpPr>
        <p:spPr>
          <a:xfrm>
            <a:off x="1796995" y="1526650"/>
            <a:ext cx="4597433" cy="2012308"/>
          </a:xfrm>
          <a:prstGeom prst="bentConnector3">
            <a:avLst>
              <a:gd name="adj1" fmla="val 61069"/>
            </a:avLst>
          </a:prstGeom>
          <a:ln>
            <a:prstDash val="sysDash"/>
            <a:tailEnd type="triangle"/>
          </a:ln>
        </p:spPr>
        <p:style>
          <a:lnRef idx="2">
            <a:schemeClr val="dk1"/>
          </a:lnRef>
          <a:fillRef idx="0">
            <a:schemeClr val="dk1"/>
          </a:fillRef>
          <a:effectRef idx="1">
            <a:schemeClr val="dk1"/>
          </a:effectRef>
          <a:fontRef idx="minor">
            <a:schemeClr val="tx1"/>
          </a:fontRef>
        </p:style>
      </p:cxnSp>
      <p:sp>
        <p:nvSpPr>
          <p:cNvPr id="4" name="Rectangle 3">
            <a:extLst>
              <a:ext uri="{FF2B5EF4-FFF2-40B4-BE49-F238E27FC236}">
                <a16:creationId xmlns:a16="http://schemas.microsoft.com/office/drawing/2014/main" id="{AA8035F4-3BC1-847B-2A20-6F21523CE4EC}"/>
              </a:ext>
            </a:extLst>
          </p:cNvPr>
          <p:cNvSpPr/>
          <p:nvPr/>
        </p:nvSpPr>
        <p:spPr>
          <a:xfrm>
            <a:off x="6394432" y="2458917"/>
            <a:ext cx="1774658" cy="2310063"/>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5" name="Graphic 4" descr="Customer review with solid fill">
            <a:extLst>
              <a:ext uri="{FF2B5EF4-FFF2-40B4-BE49-F238E27FC236}">
                <a16:creationId xmlns:a16="http://schemas.microsoft.com/office/drawing/2014/main" id="{5317D9D7-AB05-2166-B8C0-DC14FAC86DD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03967" y="3648194"/>
            <a:ext cx="965534" cy="965534"/>
          </a:xfrm>
          <a:prstGeom prst="rect">
            <a:avLst/>
          </a:prstGeom>
        </p:spPr>
      </p:pic>
      <p:pic>
        <p:nvPicPr>
          <p:cNvPr id="6" name="Picture 5">
            <a:extLst>
              <a:ext uri="{FF2B5EF4-FFF2-40B4-BE49-F238E27FC236}">
                <a16:creationId xmlns:a16="http://schemas.microsoft.com/office/drawing/2014/main" id="{400E8F26-53F8-4C10-DF39-2EB0598DE93C}"/>
              </a:ext>
            </a:extLst>
          </p:cNvPr>
          <p:cNvPicPr>
            <a:picLocks noChangeAspect="1"/>
          </p:cNvPicPr>
          <p:nvPr/>
        </p:nvPicPr>
        <p:blipFill>
          <a:blip r:embed="rId4"/>
          <a:stretch>
            <a:fillRect/>
          </a:stretch>
        </p:blipFill>
        <p:spPr>
          <a:xfrm>
            <a:off x="6530822" y="2555120"/>
            <a:ext cx="1525117" cy="996871"/>
          </a:xfrm>
          <a:prstGeom prst="rect">
            <a:avLst/>
          </a:prstGeom>
        </p:spPr>
      </p:pic>
    </p:spTree>
    <p:extLst>
      <p:ext uri="{BB962C8B-B14F-4D97-AF65-F5344CB8AC3E}">
        <p14:creationId xmlns:p14="http://schemas.microsoft.com/office/powerpoint/2010/main" val="1707478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spc="-1" dirty="0">
                <a:solidFill>
                  <a:srgbClr val="0064C8"/>
                </a:solidFill>
                <a:latin typeface="Century Gothic"/>
              </a:rPr>
              <a:t>Study objectives</a:t>
            </a:r>
            <a:endParaRPr lang="en-US" sz="3200" b="0" strike="noStrike" spc="-1" dirty="0">
              <a:solidFill>
                <a:srgbClr val="000000"/>
              </a:solidFill>
              <a:latin typeface="Century Gothic"/>
            </a:endParaRPr>
          </a:p>
        </p:txBody>
      </p:sp>
      <p:sp>
        <p:nvSpPr>
          <p:cNvPr id="2" name="PlaceHolder 2">
            <a:extLst>
              <a:ext uri="{FF2B5EF4-FFF2-40B4-BE49-F238E27FC236}">
                <a16:creationId xmlns:a16="http://schemas.microsoft.com/office/drawing/2014/main" id="{870990D0-7AC5-46BA-6FC4-274F8E0A3ABE}"/>
              </a:ext>
            </a:extLst>
          </p:cNvPr>
          <p:cNvSpPr txBox="1">
            <a:spLocks/>
          </p:cNvSpPr>
          <p:nvPr/>
        </p:nvSpPr>
        <p:spPr>
          <a:xfrm>
            <a:off x="380878" y="1355697"/>
            <a:ext cx="7920283" cy="4643307"/>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buClr>
                <a:srgbClr val="0064C8"/>
              </a:buClr>
              <a:buFont typeface="Wingdings" panose="05000000000000000000" pitchFamily="2" charset="2"/>
              <a:buChar char="§"/>
            </a:pPr>
            <a:r>
              <a:rPr lang="en-US" sz="1800" spc="-1" dirty="0">
                <a:solidFill>
                  <a:srgbClr val="0064C8"/>
                </a:solidFill>
                <a:latin typeface="Century Gothic"/>
              </a:rPr>
              <a:t>Prompt 1</a:t>
            </a:r>
            <a:r>
              <a:rPr lang="en-US" sz="1800" b="1" spc="-1" dirty="0">
                <a:solidFill>
                  <a:srgbClr val="0064C8"/>
                </a:solidFill>
                <a:latin typeface="Century Gothic"/>
              </a:rPr>
              <a:t>: </a:t>
            </a:r>
            <a:r>
              <a:rPr lang="en-US" sz="1800" spc="-1" dirty="0">
                <a:solidFill>
                  <a:srgbClr val="000000"/>
                </a:solidFill>
                <a:latin typeface="Century Gothic"/>
              </a:rPr>
              <a:t>Showcase that the AI agent is able to use tools to reproduce known results and correctly put them into the chemical context</a:t>
            </a:r>
          </a:p>
          <a:p>
            <a:pPr lvl="1">
              <a:lnSpc>
                <a:spcPct val="100000"/>
              </a:lnSpc>
              <a:spcBef>
                <a:spcPts val="400"/>
              </a:spcBef>
              <a:buClr>
                <a:srgbClr val="0064C8"/>
              </a:buClr>
              <a:buFont typeface="Wingdings" panose="05000000000000000000" pitchFamily="2" charset="2"/>
              <a:buChar char="§"/>
            </a:pPr>
            <a:endParaRPr lang="en-US" sz="1400" b="1"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r>
              <a:rPr lang="en-US" sz="1800" spc="-1" dirty="0">
                <a:solidFill>
                  <a:srgbClr val="0064C8"/>
                </a:solidFill>
                <a:latin typeface="Century Gothic"/>
              </a:rPr>
              <a:t>Prompt 2: </a:t>
            </a:r>
            <a:r>
              <a:rPr lang="en-US" sz="1800" spc="-1" dirty="0">
                <a:solidFill>
                  <a:srgbClr val="000000"/>
                </a:solidFill>
                <a:latin typeface="Century Gothic"/>
              </a:rPr>
              <a:t>Demonstrate the ability of the agent to provide and compare explanations derived from different XAI methods</a:t>
            </a:r>
            <a:endParaRPr lang="en-US" sz="1800" b="1"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endParaRPr lang="en-US" sz="1800" b="1"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r>
              <a:rPr lang="en-US" sz="1800" spc="-1" dirty="0">
                <a:solidFill>
                  <a:srgbClr val="0064C8"/>
                </a:solidFill>
                <a:latin typeface="Century Gothic"/>
              </a:rPr>
              <a:t>Prompt 3: </a:t>
            </a:r>
            <a:r>
              <a:rPr lang="en-US" sz="1800" spc="-1" dirty="0">
                <a:solidFill>
                  <a:srgbClr val="000000"/>
                </a:solidFill>
                <a:latin typeface="Century Gothic"/>
              </a:rPr>
              <a:t>Display the capacity of the agent to compare and interpret explanations for different predictions</a:t>
            </a:r>
          </a:p>
          <a:p>
            <a:pPr>
              <a:lnSpc>
                <a:spcPct val="100000"/>
              </a:lnSpc>
              <a:spcBef>
                <a:spcPts val="400"/>
              </a:spcBef>
              <a:buClr>
                <a:srgbClr val="0064C8"/>
              </a:buClr>
              <a:buFont typeface="Wingdings" panose="05000000000000000000" pitchFamily="2" charset="2"/>
              <a:buChar char="§"/>
            </a:pPr>
            <a:endParaRPr lang="en-US" sz="1800"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r>
              <a:rPr lang="en-US" sz="1800" spc="-1" dirty="0">
                <a:solidFill>
                  <a:srgbClr val="0064C8"/>
                </a:solidFill>
                <a:latin typeface="Century Gothic"/>
              </a:rPr>
              <a:t>Prompt 4: </a:t>
            </a:r>
            <a:r>
              <a:rPr lang="en-US" sz="1800" spc="-1" dirty="0">
                <a:solidFill>
                  <a:srgbClr val="000000"/>
                </a:solidFill>
                <a:latin typeface="Century Gothic"/>
              </a:rPr>
              <a:t>Determine whether agent is capable of analyzing and comparing the learning characteristics of distinct ML-models</a:t>
            </a:r>
          </a:p>
          <a:p>
            <a:pPr>
              <a:lnSpc>
                <a:spcPct val="100000"/>
              </a:lnSpc>
              <a:spcBef>
                <a:spcPts val="400"/>
              </a:spcBef>
              <a:buClr>
                <a:srgbClr val="0064C8"/>
              </a:buClr>
              <a:buFont typeface="Wingdings" panose="05000000000000000000" pitchFamily="2" charset="2"/>
              <a:buChar char="§"/>
            </a:pPr>
            <a:endParaRPr lang="en-US" sz="1800"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endParaRPr lang="en-US" sz="1800"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endParaRPr lang="en-US" sz="1400" spc="-1" dirty="0">
              <a:solidFill>
                <a:srgbClr val="000000"/>
              </a:solidFill>
              <a:latin typeface="Century Gothic"/>
            </a:endParaRPr>
          </a:p>
          <a:p>
            <a:pPr lvl="1">
              <a:lnSpc>
                <a:spcPct val="100000"/>
              </a:lnSpc>
              <a:spcBef>
                <a:spcPts val="400"/>
              </a:spcBef>
              <a:buClr>
                <a:srgbClr val="0064C8"/>
              </a:buClr>
            </a:pPr>
            <a:endParaRPr lang="en-US" sz="1600" spc="-1" dirty="0">
              <a:solidFill>
                <a:srgbClr val="000000"/>
              </a:solidFill>
              <a:latin typeface="Century Gothic"/>
            </a:endParaRPr>
          </a:p>
          <a:p>
            <a:pPr lvl="1">
              <a:lnSpc>
                <a:spcPct val="100000"/>
              </a:lnSpc>
              <a:spcBef>
                <a:spcPts val="400"/>
              </a:spcBef>
              <a:buClr>
                <a:srgbClr val="0064C8"/>
              </a:buClr>
            </a:pPr>
            <a:endParaRPr lang="en-US" sz="1600" spc="-1" dirty="0">
              <a:solidFill>
                <a:srgbClr val="000000"/>
              </a:solidFill>
              <a:latin typeface="Century Gothic"/>
            </a:endParaRPr>
          </a:p>
          <a:p>
            <a:pPr marL="457200" lvl="1" indent="0">
              <a:lnSpc>
                <a:spcPct val="100000"/>
              </a:lnSpc>
              <a:spcBef>
                <a:spcPts val="400"/>
              </a:spcBef>
              <a:spcAft>
                <a:spcPts val="601"/>
              </a:spcAft>
              <a:buClr>
                <a:srgbClr val="0064C8"/>
              </a:buClr>
              <a:buNone/>
            </a:pPr>
            <a:endParaRPr lang="en-US" sz="1600" spc="-1" dirty="0">
              <a:solidFill>
                <a:srgbClr val="000000"/>
              </a:solidFill>
              <a:latin typeface="Century Gothic"/>
            </a:endParaRPr>
          </a:p>
          <a:p>
            <a:pPr marL="343080" indent="-343080">
              <a:lnSpc>
                <a:spcPct val="100000"/>
              </a:lnSpc>
              <a:spcBef>
                <a:spcPts val="400"/>
              </a:spcBef>
              <a:spcAft>
                <a:spcPts val="601"/>
              </a:spcAft>
              <a:buClr>
                <a:srgbClr val="0064C8"/>
              </a:buClr>
              <a:buFont typeface="Wingdings 2" charset="2"/>
              <a:buChar char=""/>
            </a:pPr>
            <a:endParaRPr lang="en-US" sz="2000" b="1" spc="-1" dirty="0">
              <a:solidFill>
                <a:srgbClr val="000000"/>
              </a:solidFill>
              <a:latin typeface="Century Gothic"/>
            </a:endParaRPr>
          </a:p>
        </p:txBody>
      </p:sp>
    </p:spTree>
    <p:extLst>
      <p:ext uri="{BB962C8B-B14F-4D97-AF65-F5344CB8AC3E}">
        <p14:creationId xmlns:p14="http://schemas.microsoft.com/office/powerpoint/2010/main" val="4055496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1</a:t>
            </a:r>
            <a:endParaRPr lang="en-US" sz="3200" b="0" strike="noStrike" spc="-1" dirty="0">
              <a:solidFill>
                <a:srgbClr val="000000"/>
              </a:solidFill>
              <a:latin typeface="Century Gothic"/>
            </a:endParaRPr>
          </a:p>
        </p:txBody>
      </p:sp>
      <p:sp>
        <p:nvSpPr>
          <p:cNvPr id="2" name="PlaceHolder 2">
            <a:extLst>
              <a:ext uri="{FF2B5EF4-FFF2-40B4-BE49-F238E27FC236}">
                <a16:creationId xmlns:a16="http://schemas.microsoft.com/office/drawing/2014/main" id="{9FA20452-FA65-AFDC-8768-AEF2985C28BC}"/>
              </a:ext>
            </a:extLst>
          </p:cNvPr>
          <p:cNvSpPr txBox="1">
            <a:spLocks/>
          </p:cNvSpPr>
          <p:nvPr/>
        </p:nvSpPr>
        <p:spPr>
          <a:xfrm>
            <a:off x="380880" y="1375729"/>
            <a:ext cx="8380080" cy="1836598"/>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601"/>
              </a:spcAft>
              <a:buClr>
                <a:srgbClr val="0064C8"/>
              </a:buClr>
              <a:buNone/>
            </a:pPr>
            <a:r>
              <a:rPr lang="en-US" sz="2000" spc="-1" dirty="0">
                <a:solidFill>
                  <a:srgbClr val="0064C8"/>
                </a:solidFill>
                <a:latin typeface="Century Gothic"/>
              </a:rPr>
              <a:t>Goal: </a:t>
            </a:r>
            <a:r>
              <a:rPr lang="en-US" sz="2000" spc="-1" dirty="0">
                <a:solidFill>
                  <a:srgbClr val="000000"/>
                </a:solidFill>
                <a:latin typeface="Century Gothic"/>
              </a:rPr>
              <a:t>Showcase that the AI agent is able to use tools to reproduce known results and correctly put them into the chemical context</a:t>
            </a:r>
          </a:p>
          <a:p>
            <a:pPr>
              <a:lnSpc>
                <a:spcPct val="100000"/>
              </a:lnSpc>
              <a:spcBef>
                <a:spcPts val="400"/>
              </a:spcBef>
              <a:spcAft>
                <a:spcPts val="601"/>
              </a:spcAft>
              <a:buClr>
                <a:srgbClr val="0064C8"/>
              </a:buClr>
              <a:buFont typeface="Wingdings" panose="05000000000000000000" pitchFamily="2" charset="2"/>
              <a:buChar char="§"/>
            </a:pPr>
            <a:r>
              <a:rPr lang="en-US" sz="2000" spc="-1" dirty="0">
                <a:solidFill>
                  <a:srgbClr val="000000"/>
                </a:solidFill>
                <a:latin typeface="Century Gothic"/>
              </a:rPr>
              <a:t>Can the reproduce the Anchor PI3K-study and provide correct chemical insight from model explanations?</a:t>
            </a:r>
          </a:p>
          <a:p>
            <a:pPr marL="0" indent="0">
              <a:lnSpc>
                <a:spcPct val="100000"/>
              </a:lnSpc>
              <a:spcBef>
                <a:spcPts val="400"/>
              </a:spcBef>
              <a:spcAft>
                <a:spcPts val="601"/>
              </a:spcAft>
              <a:buClr>
                <a:srgbClr val="0064C8"/>
              </a:buClr>
              <a:buNone/>
            </a:pPr>
            <a:endParaRPr lang="en-US" sz="2000" spc="-1" dirty="0">
              <a:solidFill>
                <a:srgbClr val="000000"/>
              </a:solidFill>
              <a:latin typeface="Century Gothic"/>
            </a:endParaRPr>
          </a:p>
        </p:txBody>
      </p:sp>
      <p:sp>
        <p:nvSpPr>
          <p:cNvPr id="10" name="Speech Bubble: Rectangle with Corners Rounded 9">
            <a:extLst>
              <a:ext uri="{FF2B5EF4-FFF2-40B4-BE49-F238E27FC236}">
                <a16:creationId xmlns:a16="http://schemas.microsoft.com/office/drawing/2014/main" id="{218E8154-7E95-D4BE-E8AA-D3B029A12B17}"/>
              </a:ext>
            </a:extLst>
          </p:cNvPr>
          <p:cNvSpPr/>
          <p:nvPr/>
        </p:nvSpPr>
        <p:spPr>
          <a:xfrm>
            <a:off x="2604811" y="3764035"/>
            <a:ext cx="5807670" cy="1382845"/>
          </a:xfrm>
          <a:prstGeom prst="wedgeRoundRectCallout">
            <a:avLst>
              <a:gd name="adj1" fmla="val -55184"/>
              <a:gd name="adj2" fmla="val 2862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sz="1200" dirty="0"/>
              <a:t>You are running a reproducibility study for compound selectivity prediction. The goal is to train a Balanced Random Forest Classifier to distinguish PI3K-delta (</a:t>
            </a:r>
            <a:r>
              <a:rPr lang="en-US" sz="1200" dirty="0" err="1"/>
              <a:t>UniProt</a:t>
            </a:r>
            <a:r>
              <a:rPr lang="en-US" sz="1200" dirty="0"/>
              <a:t> O00329) vs PI3K-gamma (</a:t>
            </a:r>
            <a:r>
              <a:rPr lang="en-US" sz="1200" dirty="0" err="1"/>
              <a:t>UniProt</a:t>
            </a:r>
            <a:r>
              <a:rPr lang="en-US" sz="1200" dirty="0"/>
              <a:t> P48736) selective compounds, evaluate its performance, and identify recurrent molecular anchor fragments that drive the model's correct predictions for each selective class (class 1 &amp; 2) and discuss the chemical insight gained.</a:t>
            </a:r>
          </a:p>
        </p:txBody>
      </p:sp>
      <p:sp>
        <p:nvSpPr>
          <p:cNvPr id="6" name="Rectangle 5">
            <a:extLst>
              <a:ext uri="{FF2B5EF4-FFF2-40B4-BE49-F238E27FC236}">
                <a16:creationId xmlns:a16="http://schemas.microsoft.com/office/drawing/2014/main" id="{1EAC3E45-84F8-AB41-A1FC-8629FE704BDB}"/>
              </a:ext>
            </a:extLst>
          </p:cNvPr>
          <p:cNvSpPr/>
          <p:nvPr/>
        </p:nvSpPr>
        <p:spPr>
          <a:xfrm>
            <a:off x="518417" y="3673350"/>
            <a:ext cx="1774658" cy="2310063"/>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7" name="Graphic 6" descr="Customer review with solid fill">
            <a:extLst>
              <a:ext uri="{FF2B5EF4-FFF2-40B4-BE49-F238E27FC236}">
                <a16:creationId xmlns:a16="http://schemas.microsoft.com/office/drawing/2014/main" id="{36FF85C0-133D-DDF3-FA4D-144F4A38F93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7952" y="4862627"/>
            <a:ext cx="965534" cy="965534"/>
          </a:xfrm>
          <a:prstGeom prst="rect">
            <a:avLst/>
          </a:prstGeom>
        </p:spPr>
      </p:pic>
      <p:pic>
        <p:nvPicPr>
          <p:cNvPr id="8" name="Picture 7">
            <a:extLst>
              <a:ext uri="{FF2B5EF4-FFF2-40B4-BE49-F238E27FC236}">
                <a16:creationId xmlns:a16="http://schemas.microsoft.com/office/drawing/2014/main" id="{5F1BDACD-344F-3DF7-3867-F0CF545BA390}"/>
              </a:ext>
            </a:extLst>
          </p:cNvPr>
          <p:cNvPicPr>
            <a:picLocks noChangeAspect="1"/>
          </p:cNvPicPr>
          <p:nvPr/>
        </p:nvPicPr>
        <p:blipFill>
          <a:blip r:embed="rId4"/>
          <a:stretch>
            <a:fillRect/>
          </a:stretch>
        </p:blipFill>
        <p:spPr>
          <a:xfrm>
            <a:off x="654807" y="3769553"/>
            <a:ext cx="1525117" cy="996871"/>
          </a:xfrm>
          <a:prstGeom prst="rect">
            <a:avLst/>
          </a:prstGeom>
        </p:spPr>
      </p:pic>
    </p:spTree>
    <p:extLst>
      <p:ext uri="{BB962C8B-B14F-4D97-AF65-F5344CB8AC3E}">
        <p14:creationId xmlns:p14="http://schemas.microsoft.com/office/powerpoint/2010/main" val="1131643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1</a:t>
            </a:r>
            <a:endParaRPr lang="en-US" sz="3200" b="0" strike="noStrike" spc="-1" dirty="0">
              <a:solidFill>
                <a:srgbClr val="000000"/>
              </a:solidFill>
              <a:latin typeface="Century Gothic"/>
            </a:endParaRPr>
          </a:p>
        </p:txBody>
      </p:sp>
      <p:pic>
        <p:nvPicPr>
          <p:cNvPr id="5" name="Picture 4" descr="A diagram of a molecule&#10;&#10;AI-generated content may be incorrect.">
            <a:extLst>
              <a:ext uri="{FF2B5EF4-FFF2-40B4-BE49-F238E27FC236}">
                <a16:creationId xmlns:a16="http://schemas.microsoft.com/office/drawing/2014/main" id="{5D579DF9-477D-8242-B734-6B7D32EB2F05}"/>
              </a:ext>
            </a:extLst>
          </p:cNvPr>
          <p:cNvPicPr>
            <a:picLocks noChangeAspect="1"/>
          </p:cNvPicPr>
          <p:nvPr/>
        </p:nvPicPr>
        <p:blipFill>
          <a:blip r:embed="rId3" cstate="print">
            <a:extLst>
              <a:ext uri="{28A0092B-C50C-407E-A947-70E740481C1C}">
                <a14:useLocalDpi xmlns:a14="http://schemas.microsoft.com/office/drawing/2010/main" val="0"/>
              </a:ext>
            </a:extLst>
          </a:blip>
          <a:srcRect l="15747"/>
          <a:stretch/>
        </p:blipFill>
        <p:spPr>
          <a:xfrm>
            <a:off x="1558456" y="2544674"/>
            <a:ext cx="7409839" cy="3266504"/>
          </a:xfrm>
          <a:prstGeom prst="rect">
            <a:avLst/>
          </a:prstGeom>
        </p:spPr>
      </p:pic>
      <p:sp>
        <p:nvSpPr>
          <p:cNvPr id="6" name="PlaceHolder 2">
            <a:extLst>
              <a:ext uri="{FF2B5EF4-FFF2-40B4-BE49-F238E27FC236}">
                <a16:creationId xmlns:a16="http://schemas.microsoft.com/office/drawing/2014/main" id="{D7B2428B-EA79-8914-0F18-377276EFBD21}"/>
              </a:ext>
            </a:extLst>
          </p:cNvPr>
          <p:cNvSpPr txBox="1">
            <a:spLocks/>
          </p:cNvSpPr>
          <p:nvPr/>
        </p:nvSpPr>
        <p:spPr>
          <a:xfrm>
            <a:off x="380880" y="1375729"/>
            <a:ext cx="8380080" cy="956410"/>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spcAft>
                <a:spcPts val="601"/>
              </a:spcAft>
              <a:buClr>
                <a:srgbClr val="0064C8"/>
              </a:buClr>
              <a:buFont typeface="Wingdings" panose="05000000000000000000" pitchFamily="2" charset="2"/>
              <a:buChar char="§"/>
            </a:pPr>
            <a:r>
              <a:rPr lang="en-US" sz="2000" spc="-1" dirty="0">
                <a:latin typeface="Century Gothic"/>
              </a:rPr>
              <a:t>Anchors of the original paper were reproduced</a:t>
            </a:r>
          </a:p>
          <a:p>
            <a:pPr>
              <a:lnSpc>
                <a:spcPct val="100000"/>
              </a:lnSpc>
              <a:spcBef>
                <a:spcPts val="400"/>
              </a:spcBef>
              <a:spcAft>
                <a:spcPts val="601"/>
              </a:spcAft>
              <a:buClr>
                <a:srgbClr val="0064C8"/>
              </a:buClr>
              <a:buFont typeface="Wingdings" panose="05000000000000000000" pitchFamily="2" charset="2"/>
              <a:buChar char="§"/>
            </a:pPr>
            <a:r>
              <a:rPr lang="en-US" sz="2000" spc="-1" dirty="0">
                <a:latin typeface="Century Gothic"/>
              </a:rPr>
              <a:t>Chemical nomenclature is (mostly) correct</a:t>
            </a:r>
          </a:p>
          <a:p>
            <a:pPr marL="0" indent="0">
              <a:lnSpc>
                <a:spcPct val="100000"/>
              </a:lnSpc>
              <a:spcBef>
                <a:spcPts val="400"/>
              </a:spcBef>
              <a:spcAft>
                <a:spcPts val="601"/>
              </a:spcAft>
              <a:buClr>
                <a:srgbClr val="0064C8"/>
              </a:buClr>
              <a:buNone/>
            </a:pPr>
            <a:endParaRPr lang="en-US" sz="2000" spc="-1" dirty="0">
              <a:solidFill>
                <a:srgbClr val="000000"/>
              </a:solidFill>
              <a:latin typeface="Century Gothic"/>
            </a:endParaRPr>
          </a:p>
        </p:txBody>
      </p:sp>
      <p:sp>
        <p:nvSpPr>
          <p:cNvPr id="2" name="Rectangle 1">
            <a:extLst>
              <a:ext uri="{FF2B5EF4-FFF2-40B4-BE49-F238E27FC236}">
                <a16:creationId xmlns:a16="http://schemas.microsoft.com/office/drawing/2014/main" id="{07959662-D9CE-A4AE-B414-26D1F9509637}"/>
              </a:ext>
            </a:extLst>
          </p:cNvPr>
          <p:cNvSpPr/>
          <p:nvPr/>
        </p:nvSpPr>
        <p:spPr>
          <a:xfrm>
            <a:off x="115401" y="3085106"/>
            <a:ext cx="1366041" cy="1979176"/>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3" name="Graphic 2" descr="Customer review with solid fill">
            <a:extLst>
              <a:ext uri="{FF2B5EF4-FFF2-40B4-BE49-F238E27FC236}">
                <a16:creationId xmlns:a16="http://schemas.microsoft.com/office/drawing/2014/main" id="{372C3099-E64F-2780-5E4C-29C8C099BF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4804" y="4177926"/>
            <a:ext cx="827234" cy="827234"/>
          </a:xfrm>
          <a:prstGeom prst="rect">
            <a:avLst/>
          </a:prstGeom>
        </p:spPr>
      </p:pic>
      <p:pic>
        <p:nvPicPr>
          <p:cNvPr id="4" name="Picture 3">
            <a:extLst>
              <a:ext uri="{FF2B5EF4-FFF2-40B4-BE49-F238E27FC236}">
                <a16:creationId xmlns:a16="http://schemas.microsoft.com/office/drawing/2014/main" id="{C07F776A-75AA-3F75-C2E2-F021838277C9}"/>
              </a:ext>
            </a:extLst>
          </p:cNvPr>
          <p:cNvPicPr>
            <a:picLocks noChangeAspect="1"/>
          </p:cNvPicPr>
          <p:nvPr/>
        </p:nvPicPr>
        <p:blipFill>
          <a:blip r:embed="rId6"/>
          <a:stretch>
            <a:fillRect/>
          </a:stretch>
        </p:blipFill>
        <p:spPr>
          <a:xfrm>
            <a:off x="216042" y="3185811"/>
            <a:ext cx="1164759" cy="761328"/>
          </a:xfrm>
          <a:prstGeom prst="rect">
            <a:avLst/>
          </a:prstGeom>
        </p:spPr>
      </p:pic>
      <p:pic>
        <p:nvPicPr>
          <p:cNvPr id="7" name="Graphic 6" descr="Checkmark with solid fill">
            <a:extLst>
              <a:ext uri="{FF2B5EF4-FFF2-40B4-BE49-F238E27FC236}">
                <a16:creationId xmlns:a16="http://schemas.microsoft.com/office/drawing/2014/main" id="{C028D30E-0A5E-F94C-BB33-45DA517068F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09161" y="1278855"/>
            <a:ext cx="527050" cy="527050"/>
          </a:xfrm>
          <a:prstGeom prst="rect">
            <a:avLst/>
          </a:prstGeom>
        </p:spPr>
      </p:pic>
      <p:pic>
        <p:nvPicPr>
          <p:cNvPr id="8" name="Graphic 7" descr="Checkmark with solid fill">
            <a:extLst>
              <a:ext uri="{FF2B5EF4-FFF2-40B4-BE49-F238E27FC236}">
                <a16:creationId xmlns:a16="http://schemas.microsoft.com/office/drawing/2014/main" id="{6ABF46A3-4B44-93FC-6677-5338E7FCEDF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02951" y="1655338"/>
            <a:ext cx="527050" cy="527050"/>
          </a:xfrm>
          <a:prstGeom prst="rect">
            <a:avLst/>
          </a:prstGeom>
        </p:spPr>
      </p:pic>
    </p:spTree>
    <p:extLst>
      <p:ext uri="{BB962C8B-B14F-4D97-AF65-F5344CB8AC3E}">
        <p14:creationId xmlns:p14="http://schemas.microsoft.com/office/powerpoint/2010/main" val="3444204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1</a:t>
            </a:r>
            <a:endParaRPr lang="en-US" sz="3200" b="0" strike="noStrike" spc="-1" dirty="0">
              <a:solidFill>
                <a:srgbClr val="000000"/>
              </a:solidFill>
              <a:latin typeface="Century Gothic"/>
            </a:endParaRPr>
          </a:p>
        </p:txBody>
      </p:sp>
      <p:pic>
        <p:nvPicPr>
          <p:cNvPr id="5" name="Picture 4">
            <a:extLst>
              <a:ext uri="{FF2B5EF4-FFF2-40B4-BE49-F238E27FC236}">
                <a16:creationId xmlns:a16="http://schemas.microsoft.com/office/drawing/2014/main" id="{5D579DF9-477D-8242-B734-6B7D32EB2F05}"/>
              </a:ext>
            </a:extLst>
          </p:cNvPr>
          <p:cNvPicPr>
            <a:picLocks noChangeAspect="1"/>
          </p:cNvPicPr>
          <p:nvPr/>
        </p:nvPicPr>
        <p:blipFill>
          <a:blip r:embed="rId3" cstate="print">
            <a:extLst>
              <a:ext uri="{28A0092B-C50C-407E-A947-70E740481C1C}">
                <a14:useLocalDpi xmlns:a14="http://schemas.microsoft.com/office/drawing/2010/main" val="0"/>
              </a:ext>
            </a:extLst>
          </a:blip>
          <a:srcRect l="15731"/>
          <a:stretch/>
        </p:blipFill>
        <p:spPr>
          <a:xfrm>
            <a:off x="1606162" y="2359563"/>
            <a:ext cx="7293089" cy="3425996"/>
          </a:xfrm>
          <a:prstGeom prst="rect">
            <a:avLst/>
          </a:prstGeom>
        </p:spPr>
      </p:pic>
      <p:sp>
        <p:nvSpPr>
          <p:cNvPr id="2" name="PlaceHolder 2">
            <a:extLst>
              <a:ext uri="{FF2B5EF4-FFF2-40B4-BE49-F238E27FC236}">
                <a16:creationId xmlns:a16="http://schemas.microsoft.com/office/drawing/2014/main" id="{FE3717CC-511B-C320-EE65-AEB70D6AF7E1}"/>
              </a:ext>
            </a:extLst>
          </p:cNvPr>
          <p:cNvSpPr txBox="1">
            <a:spLocks/>
          </p:cNvSpPr>
          <p:nvPr/>
        </p:nvSpPr>
        <p:spPr>
          <a:xfrm>
            <a:off x="380880" y="1375729"/>
            <a:ext cx="8380080" cy="750880"/>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spcAft>
                <a:spcPts val="601"/>
              </a:spcAft>
              <a:buClr>
                <a:srgbClr val="0064C8"/>
              </a:buClr>
              <a:buFont typeface="Wingdings" panose="05000000000000000000" pitchFamily="2" charset="2"/>
              <a:buChar char="§"/>
            </a:pPr>
            <a:r>
              <a:rPr lang="en-US" sz="2000" spc="-1" dirty="0">
                <a:latin typeface="Century Gothic"/>
              </a:rPr>
              <a:t>Hinge-region binding, hydrogen-bond networks and allosteric pockets are rightfully mentioned</a:t>
            </a:r>
          </a:p>
          <a:p>
            <a:pPr marL="0" indent="0">
              <a:lnSpc>
                <a:spcPct val="100000"/>
              </a:lnSpc>
              <a:spcBef>
                <a:spcPts val="400"/>
              </a:spcBef>
              <a:spcAft>
                <a:spcPts val="601"/>
              </a:spcAft>
              <a:buClr>
                <a:srgbClr val="0064C8"/>
              </a:buClr>
              <a:buNone/>
            </a:pPr>
            <a:endParaRPr lang="en-US" sz="2000" spc="-1" dirty="0">
              <a:latin typeface="Century Gothic"/>
            </a:endParaRPr>
          </a:p>
          <a:p>
            <a:pPr marL="0" indent="0">
              <a:lnSpc>
                <a:spcPct val="100000"/>
              </a:lnSpc>
              <a:spcBef>
                <a:spcPts val="400"/>
              </a:spcBef>
              <a:spcAft>
                <a:spcPts val="601"/>
              </a:spcAft>
              <a:buClr>
                <a:srgbClr val="0064C8"/>
              </a:buClr>
              <a:buNone/>
            </a:pPr>
            <a:endParaRPr lang="en-US" sz="2000" spc="-1" dirty="0">
              <a:solidFill>
                <a:srgbClr val="000000"/>
              </a:solidFill>
              <a:latin typeface="Century Gothic"/>
            </a:endParaRPr>
          </a:p>
        </p:txBody>
      </p:sp>
      <p:sp>
        <p:nvSpPr>
          <p:cNvPr id="3" name="Rectangle 2">
            <a:extLst>
              <a:ext uri="{FF2B5EF4-FFF2-40B4-BE49-F238E27FC236}">
                <a16:creationId xmlns:a16="http://schemas.microsoft.com/office/drawing/2014/main" id="{B4FAF21D-EE7A-6485-671B-B773ADB79F8C}"/>
              </a:ext>
            </a:extLst>
          </p:cNvPr>
          <p:cNvSpPr/>
          <p:nvPr/>
        </p:nvSpPr>
        <p:spPr>
          <a:xfrm>
            <a:off x="47706" y="2631887"/>
            <a:ext cx="1501215" cy="1892776"/>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4" name="Graphic 3" descr="Customer review with solid fill">
            <a:extLst>
              <a:ext uri="{FF2B5EF4-FFF2-40B4-BE49-F238E27FC236}">
                <a16:creationId xmlns:a16="http://schemas.microsoft.com/office/drawing/2014/main" id="{55F163CD-089C-A4BD-86B5-EC868E29B9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6256" y="3617934"/>
            <a:ext cx="824115" cy="824115"/>
          </a:xfrm>
          <a:prstGeom prst="rect">
            <a:avLst/>
          </a:prstGeom>
        </p:spPr>
      </p:pic>
      <p:pic>
        <p:nvPicPr>
          <p:cNvPr id="6" name="Picture 5">
            <a:extLst>
              <a:ext uri="{FF2B5EF4-FFF2-40B4-BE49-F238E27FC236}">
                <a16:creationId xmlns:a16="http://schemas.microsoft.com/office/drawing/2014/main" id="{7C6E58AB-FB19-FFD0-B514-6D115CFF3874}"/>
              </a:ext>
            </a:extLst>
          </p:cNvPr>
          <p:cNvPicPr>
            <a:picLocks noChangeAspect="1"/>
          </p:cNvPicPr>
          <p:nvPr/>
        </p:nvPicPr>
        <p:blipFill>
          <a:blip r:embed="rId6"/>
          <a:stretch>
            <a:fillRect/>
          </a:stretch>
        </p:blipFill>
        <p:spPr>
          <a:xfrm>
            <a:off x="167904" y="2711204"/>
            <a:ext cx="1260818" cy="824115"/>
          </a:xfrm>
          <a:prstGeom prst="rect">
            <a:avLst/>
          </a:prstGeom>
        </p:spPr>
      </p:pic>
      <p:pic>
        <p:nvPicPr>
          <p:cNvPr id="8" name="Graphic 7" descr="Checkmark with solid fill">
            <a:extLst>
              <a:ext uri="{FF2B5EF4-FFF2-40B4-BE49-F238E27FC236}">
                <a16:creationId xmlns:a16="http://schemas.microsoft.com/office/drawing/2014/main" id="{DFD21715-D8C0-4B0B-9EF7-78189223D3F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72201" y="1375729"/>
            <a:ext cx="527050" cy="527050"/>
          </a:xfrm>
          <a:prstGeom prst="rect">
            <a:avLst/>
          </a:prstGeom>
        </p:spPr>
      </p:pic>
    </p:spTree>
    <p:extLst>
      <p:ext uri="{BB962C8B-B14F-4D97-AF65-F5344CB8AC3E}">
        <p14:creationId xmlns:p14="http://schemas.microsoft.com/office/powerpoint/2010/main" val="2762316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2</a:t>
            </a:r>
            <a:endParaRPr lang="en-US" sz="3200" b="0" strike="noStrike" spc="-1" dirty="0">
              <a:solidFill>
                <a:srgbClr val="000000"/>
              </a:solidFill>
              <a:latin typeface="Century Gothic"/>
            </a:endParaRPr>
          </a:p>
        </p:txBody>
      </p:sp>
      <p:sp>
        <p:nvSpPr>
          <p:cNvPr id="2" name="PlaceHolder 2">
            <a:extLst>
              <a:ext uri="{FF2B5EF4-FFF2-40B4-BE49-F238E27FC236}">
                <a16:creationId xmlns:a16="http://schemas.microsoft.com/office/drawing/2014/main" id="{9FA20452-FA65-AFDC-8768-AEF2985C28BC}"/>
              </a:ext>
            </a:extLst>
          </p:cNvPr>
          <p:cNvSpPr txBox="1">
            <a:spLocks/>
          </p:cNvSpPr>
          <p:nvPr/>
        </p:nvSpPr>
        <p:spPr>
          <a:xfrm>
            <a:off x="380880" y="1375729"/>
            <a:ext cx="8380080" cy="1836598"/>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601"/>
              </a:spcAft>
              <a:buClr>
                <a:srgbClr val="0064C8"/>
              </a:buClr>
              <a:buNone/>
            </a:pPr>
            <a:r>
              <a:rPr lang="en-US" sz="2000" spc="-1" dirty="0">
                <a:solidFill>
                  <a:srgbClr val="0064C8"/>
                </a:solidFill>
                <a:latin typeface="Century Gothic"/>
              </a:rPr>
              <a:t>Goal: </a:t>
            </a:r>
            <a:r>
              <a:rPr lang="en-US" sz="2000" spc="-1" dirty="0">
                <a:solidFill>
                  <a:srgbClr val="000000"/>
                </a:solidFill>
                <a:latin typeface="Century Gothic"/>
              </a:rPr>
              <a:t>Demonstrate the ability of the agent to provide and compare explanations derived from different XAI methods</a:t>
            </a:r>
          </a:p>
          <a:p>
            <a:pPr>
              <a:lnSpc>
                <a:spcPct val="100000"/>
              </a:lnSpc>
              <a:spcBef>
                <a:spcPts val="400"/>
              </a:spcBef>
              <a:spcAft>
                <a:spcPts val="601"/>
              </a:spcAft>
              <a:buClr>
                <a:srgbClr val="0064C8"/>
              </a:buClr>
              <a:buFont typeface="Wingdings" panose="05000000000000000000" pitchFamily="2" charset="2"/>
              <a:buChar char="§"/>
            </a:pPr>
            <a:r>
              <a:rPr lang="en-US" sz="2000" spc="-1" dirty="0">
                <a:solidFill>
                  <a:srgbClr val="000000"/>
                </a:solidFill>
                <a:latin typeface="Century Gothic"/>
              </a:rPr>
              <a:t>Can the agent correctly interpret and compare explanations:</a:t>
            </a:r>
          </a:p>
          <a:p>
            <a:pPr lvl="1">
              <a:lnSpc>
                <a:spcPct val="100000"/>
              </a:lnSpc>
              <a:spcBef>
                <a:spcPts val="400"/>
              </a:spcBef>
              <a:spcAft>
                <a:spcPts val="601"/>
              </a:spcAft>
              <a:buClr>
                <a:srgbClr val="0064C8"/>
              </a:buClr>
              <a:buFont typeface="Wingdings" panose="05000000000000000000" pitchFamily="2" charset="2"/>
              <a:buChar char="§"/>
            </a:pPr>
            <a:r>
              <a:rPr lang="en-US" sz="1600" spc="-1" dirty="0" err="1">
                <a:solidFill>
                  <a:srgbClr val="000000"/>
                </a:solidFill>
                <a:latin typeface="Century Gothic"/>
              </a:rPr>
              <a:t>MolAnchor</a:t>
            </a:r>
            <a:r>
              <a:rPr lang="en-US" sz="1600" spc="-1" dirty="0">
                <a:solidFill>
                  <a:srgbClr val="000000"/>
                </a:solidFill>
                <a:latin typeface="Century Gothic"/>
              </a:rPr>
              <a:t> vs SHAP </a:t>
            </a:r>
          </a:p>
          <a:p>
            <a:pPr lvl="1">
              <a:lnSpc>
                <a:spcPct val="100000"/>
              </a:lnSpc>
              <a:spcBef>
                <a:spcPts val="400"/>
              </a:spcBef>
              <a:spcAft>
                <a:spcPts val="601"/>
              </a:spcAft>
              <a:buClr>
                <a:srgbClr val="0064C8"/>
              </a:buClr>
              <a:buFont typeface="Wingdings" panose="05000000000000000000" pitchFamily="2" charset="2"/>
              <a:buChar char="§"/>
            </a:pPr>
            <a:r>
              <a:rPr lang="en-US" sz="1600" spc="-1" dirty="0" err="1">
                <a:solidFill>
                  <a:srgbClr val="000000"/>
                </a:solidFill>
                <a:latin typeface="Century Gothic"/>
              </a:rPr>
              <a:t>MolCE</a:t>
            </a:r>
            <a:r>
              <a:rPr lang="en-US" sz="1600" spc="-1" dirty="0">
                <a:solidFill>
                  <a:srgbClr val="000000"/>
                </a:solidFill>
                <a:latin typeface="Century Gothic"/>
              </a:rPr>
              <a:t> vs Counterfactuals</a:t>
            </a:r>
          </a:p>
          <a:p>
            <a:pPr marL="0" indent="0">
              <a:lnSpc>
                <a:spcPct val="100000"/>
              </a:lnSpc>
              <a:spcBef>
                <a:spcPts val="400"/>
              </a:spcBef>
              <a:spcAft>
                <a:spcPts val="601"/>
              </a:spcAft>
              <a:buClr>
                <a:srgbClr val="0064C8"/>
              </a:buClr>
              <a:buNone/>
            </a:pPr>
            <a:endParaRPr lang="en-US" sz="2000" spc="-1" dirty="0">
              <a:solidFill>
                <a:srgbClr val="000000"/>
              </a:solidFill>
              <a:latin typeface="Century Gothic"/>
            </a:endParaRPr>
          </a:p>
        </p:txBody>
      </p:sp>
      <p:sp>
        <p:nvSpPr>
          <p:cNvPr id="10" name="Speech Bubble: Rectangle with Corners Rounded 9">
            <a:extLst>
              <a:ext uri="{FF2B5EF4-FFF2-40B4-BE49-F238E27FC236}">
                <a16:creationId xmlns:a16="http://schemas.microsoft.com/office/drawing/2014/main" id="{218E8154-7E95-D4BE-E8AA-D3B029A12B17}"/>
              </a:ext>
            </a:extLst>
          </p:cNvPr>
          <p:cNvSpPr/>
          <p:nvPr/>
        </p:nvSpPr>
        <p:spPr>
          <a:xfrm>
            <a:off x="2604811" y="3708378"/>
            <a:ext cx="5799718" cy="1634901"/>
          </a:xfrm>
          <a:prstGeom prst="wedgeRoundRectCallout">
            <a:avLst>
              <a:gd name="adj1" fmla="val -55595"/>
              <a:gd name="adj2" fmla="val 2375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sz="1200" dirty="0"/>
              <a:t>You are running an explainability benchmarking study for compound bioactivity prediction. The goal is to train a Deep Neural Network to distinguish compounds active against the D(2) dopamine receptor (</a:t>
            </a:r>
            <a:r>
              <a:rPr lang="en-US" sz="1200" dirty="0" err="1"/>
              <a:t>UniProt</a:t>
            </a:r>
            <a:r>
              <a:rPr lang="en-US" sz="1200" dirty="0"/>
              <a:t> P14416) from inactive compounds, evaluate its performance, and then directly compare two pairs of explainability methods on the same on the same correctly predicted active compound:  </a:t>
            </a:r>
            <a:r>
              <a:rPr lang="en-US" sz="1200" dirty="0" err="1"/>
              <a:t>Molanchor</a:t>
            </a:r>
            <a:r>
              <a:rPr lang="en-US" sz="1200" dirty="0"/>
              <a:t> vs SHAP and </a:t>
            </a:r>
            <a:r>
              <a:rPr lang="en-US" sz="1200" dirty="0" err="1"/>
              <a:t>MolCE</a:t>
            </a:r>
            <a:r>
              <a:rPr lang="en-US" sz="1200" dirty="0"/>
              <a:t> vs Counterfactuals. Summarize where the methods agree on the structural determinants of the predictions and where they disagree.</a:t>
            </a:r>
          </a:p>
        </p:txBody>
      </p:sp>
      <p:sp>
        <p:nvSpPr>
          <p:cNvPr id="3" name="Rectangle 2">
            <a:extLst>
              <a:ext uri="{FF2B5EF4-FFF2-40B4-BE49-F238E27FC236}">
                <a16:creationId xmlns:a16="http://schemas.microsoft.com/office/drawing/2014/main" id="{7AECC1FD-6496-3BE0-3B0C-48627FF24A41}"/>
              </a:ext>
            </a:extLst>
          </p:cNvPr>
          <p:cNvSpPr/>
          <p:nvPr/>
        </p:nvSpPr>
        <p:spPr>
          <a:xfrm>
            <a:off x="518417" y="3673350"/>
            <a:ext cx="1774658" cy="2310063"/>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4" name="Graphic 3" descr="Customer review with solid fill">
            <a:extLst>
              <a:ext uri="{FF2B5EF4-FFF2-40B4-BE49-F238E27FC236}">
                <a16:creationId xmlns:a16="http://schemas.microsoft.com/office/drawing/2014/main" id="{F7D73141-1ECF-4721-4066-FC995461132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7952" y="4862627"/>
            <a:ext cx="965534" cy="965534"/>
          </a:xfrm>
          <a:prstGeom prst="rect">
            <a:avLst/>
          </a:prstGeom>
        </p:spPr>
      </p:pic>
      <p:pic>
        <p:nvPicPr>
          <p:cNvPr id="5" name="Picture 4">
            <a:extLst>
              <a:ext uri="{FF2B5EF4-FFF2-40B4-BE49-F238E27FC236}">
                <a16:creationId xmlns:a16="http://schemas.microsoft.com/office/drawing/2014/main" id="{987B58D3-29C9-F047-8B20-EB4283254604}"/>
              </a:ext>
            </a:extLst>
          </p:cNvPr>
          <p:cNvPicPr>
            <a:picLocks noChangeAspect="1"/>
          </p:cNvPicPr>
          <p:nvPr/>
        </p:nvPicPr>
        <p:blipFill>
          <a:blip r:embed="rId4"/>
          <a:stretch>
            <a:fillRect/>
          </a:stretch>
        </p:blipFill>
        <p:spPr>
          <a:xfrm>
            <a:off x="654807" y="3769553"/>
            <a:ext cx="1525117" cy="996871"/>
          </a:xfrm>
          <a:prstGeom prst="rect">
            <a:avLst/>
          </a:prstGeom>
        </p:spPr>
      </p:pic>
    </p:spTree>
    <p:extLst>
      <p:ext uri="{BB962C8B-B14F-4D97-AF65-F5344CB8AC3E}">
        <p14:creationId xmlns:p14="http://schemas.microsoft.com/office/powerpoint/2010/main" val="3230935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2</a:t>
            </a:r>
            <a:endParaRPr lang="en-US" sz="3200" b="0" strike="noStrike" spc="-1" dirty="0">
              <a:solidFill>
                <a:srgbClr val="000000"/>
              </a:solidFill>
              <a:latin typeface="Century Gothic"/>
            </a:endParaRPr>
          </a:p>
        </p:txBody>
      </p:sp>
      <p:sp>
        <p:nvSpPr>
          <p:cNvPr id="2" name="TextBox 1">
            <a:extLst>
              <a:ext uri="{FF2B5EF4-FFF2-40B4-BE49-F238E27FC236}">
                <a16:creationId xmlns:a16="http://schemas.microsoft.com/office/drawing/2014/main" id="{9803C720-5E38-494F-5EED-73C1A8624CA2}"/>
              </a:ext>
            </a:extLst>
          </p:cNvPr>
          <p:cNvSpPr txBox="1"/>
          <p:nvPr/>
        </p:nvSpPr>
        <p:spPr>
          <a:xfrm>
            <a:off x="2680966" y="4461509"/>
            <a:ext cx="6176786" cy="1692771"/>
          </a:xfrm>
          <a:prstGeom prst="rect">
            <a:avLst/>
          </a:prstGeom>
          <a:noFill/>
        </p:spPr>
        <p:txBody>
          <a:bodyPr wrap="square">
            <a:spAutoFit/>
          </a:bodyPr>
          <a:lstStyle/>
          <a:p>
            <a:pPr algn="just"/>
            <a:r>
              <a:rPr lang="en-US" sz="1200" b="1" dirty="0"/>
              <a:t>Comparing XAI methods</a:t>
            </a:r>
          </a:p>
          <a:p>
            <a:pPr marL="171450" indent="-171450" algn="just">
              <a:buFont typeface="Arial" panose="020B0604020202020204" pitchFamily="34" charset="0"/>
              <a:buChar char="•"/>
            </a:pPr>
            <a:endParaRPr lang="en-US" sz="1200" b="1" dirty="0"/>
          </a:p>
          <a:p>
            <a:pPr marL="228600" indent="-228600" algn="just">
              <a:buFont typeface="+mj-lt"/>
              <a:buAutoNum type="arabicPeriod"/>
            </a:pPr>
            <a:r>
              <a:rPr lang="en-US" sz="1000" b="1" dirty="0"/>
              <a:t>Agreement: </a:t>
            </a:r>
            <a:r>
              <a:rPr lang="en-US" sz="1000" dirty="0"/>
              <a:t>Both methods </a:t>
            </a:r>
            <a:r>
              <a:rPr lang="en-US" sz="1000" b="1" dirty="0"/>
              <a:t>converge on the morpholine-like ring </a:t>
            </a:r>
            <a:r>
              <a:rPr lang="en-US" sz="1000" dirty="0"/>
              <a:t>as the critical pharmacophore. </a:t>
            </a:r>
            <a:r>
              <a:rPr lang="en-US" sz="1000" dirty="0" err="1"/>
              <a:t>MolAnchor</a:t>
            </a:r>
            <a:r>
              <a:rPr lang="en-US" sz="1000" dirty="0"/>
              <a:t> identifies the ring as a </a:t>
            </a:r>
            <a:r>
              <a:rPr lang="en-US" sz="1000" b="1" dirty="0"/>
              <a:t>cohesive unit</a:t>
            </a:r>
            <a:r>
              <a:rPr lang="en-US" sz="1000" dirty="0"/>
              <a:t>, while SHAP confirms that the </a:t>
            </a:r>
            <a:r>
              <a:rPr lang="en-US" sz="1000" b="1" dirty="0"/>
              <a:t>atoms</a:t>
            </a:r>
            <a:r>
              <a:rPr lang="en-US" sz="1000" dirty="0"/>
              <a:t> comprising this ring are indeed the most influential.</a:t>
            </a:r>
          </a:p>
          <a:p>
            <a:pPr marL="228600" indent="-228600" algn="just">
              <a:buFont typeface="+mj-lt"/>
              <a:buAutoNum type="arabicPeriod"/>
            </a:pPr>
            <a:endParaRPr lang="en-US" sz="1000" dirty="0"/>
          </a:p>
          <a:p>
            <a:pPr marL="228600" indent="-228600" algn="just">
              <a:buFont typeface="+mj-lt"/>
              <a:buAutoNum type="arabicPeriod"/>
            </a:pPr>
            <a:r>
              <a:rPr lang="en-US" sz="1000" b="1" dirty="0"/>
              <a:t>Disagreement: </a:t>
            </a:r>
            <a:r>
              <a:rPr lang="en-US" sz="1000" dirty="0" err="1"/>
              <a:t>MolAnchor</a:t>
            </a:r>
            <a:r>
              <a:rPr lang="en-US" sz="1000" dirty="0"/>
              <a:t> focuses strictly on the highest-precision fragment, potentially downplaying the contribution of the aromatic substituents (benzyl/thiophene) that SHAP would assign non-zero values to</a:t>
            </a:r>
            <a:r>
              <a:rPr lang="en-US" sz="1000" b="1" dirty="0"/>
              <a:t>. </a:t>
            </a:r>
            <a:r>
              <a:rPr lang="en-US" sz="1000" b="1" dirty="0" err="1"/>
              <a:t>MolAnchor</a:t>
            </a:r>
            <a:r>
              <a:rPr lang="en-US" sz="1000" b="1" dirty="0"/>
              <a:t> is more "binary" (is this fragment present?), while SHAP is more "continuous" (how much does each atom contribute?).</a:t>
            </a:r>
          </a:p>
        </p:txBody>
      </p:sp>
      <p:sp>
        <p:nvSpPr>
          <p:cNvPr id="7" name="Arrow: Right 6">
            <a:extLst>
              <a:ext uri="{FF2B5EF4-FFF2-40B4-BE49-F238E27FC236}">
                <a16:creationId xmlns:a16="http://schemas.microsoft.com/office/drawing/2014/main" id="{97128B13-4612-273D-93A3-BB4FE0ECD72E}"/>
              </a:ext>
            </a:extLst>
          </p:cNvPr>
          <p:cNvSpPr/>
          <p:nvPr/>
        </p:nvSpPr>
        <p:spPr>
          <a:xfrm>
            <a:off x="1942964" y="3333626"/>
            <a:ext cx="497261" cy="2796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FA4F87D-A515-0617-5B19-E065DFAAA219}"/>
              </a:ext>
            </a:extLst>
          </p:cNvPr>
          <p:cNvSpPr txBox="1"/>
          <p:nvPr/>
        </p:nvSpPr>
        <p:spPr>
          <a:xfrm>
            <a:off x="3219280" y="2291946"/>
            <a:ext cx="1823366" cy="327013"/>
          </a:xfrm>
          <a:prstGeom prst="rect">
            <a:avLst/>
          </a:prstGeom>
          <a:noFill/>
        </p:spPr>
        <p:txBody>
          <a:bodyPr wrap="square" rtlCol="0">
            <a:spAutoFit/>
          </a:bodyPr>
          <a:lstStyle/>
          <a:p>
            <a:pPr algn="ctr"/>
            <a:r>
              <a:rPr lang="en-US" sz="1600" b="1" dirty="0" err="1"/>
              <a:t>MolAnchor</a:t>
            </a:r>
            <a:endParaRPr lang="de-DE" sz="1600" b="1" dirty="0"/>
          </a:p>
        </p:txBody>
      </p:sp>
      <p:sp>
        <p:nvSpPr>
          <p:cNvPr id="9" name="TextBox 8">
            <a:extLst>
              <a:ext uri="{FF2B5EF4-FFF2-40B4-BE49-F238E27FC236}">
                <a16:creationId xmlns:a16="http://schemas.microsoft.com/office/drawing/2014/main" id="{5B5E5C40-61E5-79E5-C05A-CA9180634650}"/>
              </a:ext>
            </a:extLst>
          </p:cNvPr>
          <p:cNvSpPr txBox="1"/>
          <p:nvPr/>
        </p:nvSpPr>
        <p:spPr>
          <a:xfrm>
            <a:off x="6405757" y="2291946"/>
            <a:ext cx="1823366" cy="327013"/>
          </a:xfrm>
          <a:prstGeom prst="rect">
            <a:avLst/>
          </a:prstGeom>
          <a:noFill/>
        </p:spPr>
        <p:txBody>
          <a:bodyPr wrap="square" rtlCol="0">
            <a:spAutoFit/>
          </a:bodyPr>
          <a:lstStyle/>
          <a:p>
            <a:pPr algn="ctr"/>
            <a:r>
              <a:rPr lang="en-US" sz="1600" b="1" dirty="0"/>
              <a:t>SHAP</a:t>
            </a:r>
            <a:endParaRPr lang="de-DE" sz="1600" b="1" dirty="0"/>
          </a:p>
        </p:txBody>
      </p:sp>
      <p:pic>
        <p:nvPicPr>
          <p:cNvPr id="18" name="Picture 17" descr="A molecule of a chemical structure&#10;&#10;AI-generated content may be incorrect.">
            <a:extLst>
              <a:ext uri="{FF2B5EF4-FFF2-40B4-BE49-F238E27FC236}">
                <a16:creationId xmlns:a16="http://schemas.microsoft.com/office/drawing/2014/main" id="{B00FBE90-B9A0-71D7-78B9-0470979D39BB}"/>
              </a:ext>
            </a:extLst>
          </p:cNvPr>
          <p:cNvPicPr>
            <a:picLocks noChangeAspect="1"/>
          </p:cNvPicPr>
          <p:nvPr/>
        </p:nvPicPr>
        <p:blipFill>
          <a:blip r:embed="rId3">
            <a:extLst>
              <a:ext uri="{28A0092B-C50C-407E-A947-70E740481C1C}">
                <a14:useLocalDpi xmlns:a14="http://schemas.microsoft.com/office/drawing/2010/main" val="0"/>
              </a:ext>
            </a:extLst>
          </a:blip>
          <a:srcRect l="4101" t="21936" r="4499" b="21811"/>
          <a:stretch/>
        </p:blipFill>
        <p:spPr>
          <a:xfrm>
            <a:off x="2895914" y="2783354"/>
            <a:ext cx="2470096" cy="1520234"/>
          </a:xfrm>
          <a:prstGeom prst="rect">
            <a:avLst/>
          </a:prstGeom>
        </p:spPr>
      </p:pic>
      <p:pic>
        <p:nvPicPr>
          <p:cNvPr id="19" name="Picture 18" descr="A structure of a chemical formula&#10;&#10;AI-generated content may be incorrect.">
            <a:extLst>
              <a:ext uri="{FF2B5EF4-FFF2-40B4-BE49-F238E27FC236}">
                <a16:creationId xmlns:a16="http://schemas.microsoft.com/office/drawing/2014/main" id="{8503AC68-78EB-31F3-DB36-6A64117ACE03}"/>
              </a:ext>
            </a:extLst>
          </p:cNvPr>
          <p:cNvPicPr>
            <a:picLocks noChangeAspect="1"/>
          </p:cNvPicPr>
          <p:nvPr/>
        </p:nvPicPr>
        <p:blipFill>
          <a:blip r:embed="rId4" cstate="print">
            <a:extLst>
              <a:ext uri="{28A0092B-C50C-407E-A947-70E740481C1C}">
                <a14:useLocalDpi xmlns:a14="http://schemas.microsoft.com/office/drawing/2010/main" val="0"/>
              </a:ext>
            </a:extLst>
          </a:blip>
          <a:srcRect l="11528" t="25207" r="11064" b="25192"/>
          <a:stretch/>
        </p:blipFill>
        <p:spPr>
          <a:xfrm>
            <a:off x="6082392" y="2752090"/>
            <a:ext cx="2470096" cy="1582763"/>
          </a:xfrm>
          <a:prstGeom prst="rect">
            <a:avLst/>
          </a:prstGeom>
        </p:spPr>
      </p:pic>
      <p:sp>
        <p:nvSpPr>
          <p:cNvPr id="11" name="Rectangle 10">
            <a:extLst>
              <a:ext uri="{FF2B5EF4-FFF2-40B4-BE49-F238E27FC236}">
                <a16:creationId xmlns:a16="http://schemas.microsoft.com/office/drawing/2014/main" id="{62E252AC-775A-6161-4ACE-4D6626373358}"/>
              </a:ext>
            </a:extLst>
          </p:cNvPr>
          <p:cNvSpPr/>
          <p:nvPr/>
        </p:nvSpPr>
        <p:spPr>
          <a:xfrm>
            <a:off x="213904" y="2508874"/>
            <a:ext cx="1501215" cy="1892776"/>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12" name="Graphic 11" descr="Customer review with solid fill">
            <a:extLst>
              <a:ext uri="{FF2B5EF4-FFF2-40B4-BE49-F238E27FC236}">
                <a16:creationId xmlns:a16="http://schemas.microsoft.com/office/drawing/2014/main" id="{AA613234-A518-84E9-34A5-24B56653475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2454" y="3494921"/>
            <a:ext cx="824115" cy="824115"/>
          </a:xfrm>
          <a:prstGeom prst="rect">
            <a:avLst/>
          </a:prstGeom>
        </p:spPr>
      </p:pic>
      <p:pic>
        <p:nvPicPr>
          <p:cNvPr id="13" name="Picture 12">
            <a:extLst>
              <a:ext uri="{FF2B5EF4-FFF2-40B4-BE49-F238E27FC236}">
                <a16:creationId xmlns:a16="http://schemas.microsoft.com/office/drawing/2014/main" id="{76C71452-3AC8-C022-F545-1D46CB96F2F1}"/>
              </a:ext>
            </a:extLst>
          </p:cNvPr>
          <p:cNvPicPr>
            <a:picLocks noChangeAspect="1"/>
          </p:cNvPicPr>
          <p:nvPr/>
        </p:nvPicPr>
        <p:blipFill>
          <a:blip r:embed="rId7"/>
          <a:stretch>
            <a:fillRect/>
          </a:stretch>
        </p:blipFill>
        <p:spPr>
          <a:xfrm>
            <a:off x="334102" y="2588191"/>
            <a:ext cx="1260818" cy="824115"/>
          </a:xfrm>
          <a:prstGeom prst="rect">
            <a:avLst/>
          </a:prstGeom>
        </p:spPr>
      </p:pic>
      <p:sp>
        <p:nvSpPr>
          <p:cNvPr id="16" name="PlaceHolder 2">
            <a:extLst>
              <a:ext uri="{FF2B5EF4-FFF2-40B4-BE49-F238E27FC236}">
                <a16:creationId xmlns:a16="http://schemas.microsoft.com/office/drawing/2014/main" id="{FD17F1E1-3365-0947-4C62-C6809B56009F}"/>
              </a:ext>
            </a:extLst>
          </p:cNvPr>
          <p:cNvSpPr txBox="1">
            <a:spLocks/>
          </p:cNvSpPr>
          <p:nvPr/>
        </p:nvSpPr>
        <p:spPr>
          <a:xfrm>
            <a:off x="380879" y="1375729"/>
            <a:ext cx="8476873" cy="750880"/>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spcAft>
                <a:spcPts val="601"/>
              </a:spcAft>
              <a:buClr>
                <a:srgbClr val="0064C8"/>
              </a:buClr>
              <a:buFont typeface="Wingdings" panose="05000000000000000000" pitchFamily="2" charset="2"/>
              <a:buChar char="§"/>
            </a:pPr>
            <a:r>
              <a:rPr lang="en-US" sz="2000" spc="-1" dirty="0">
                <a:latin typeface="Century Gothic"/>
              </a:rPr>
              <a:t>Identifies morpholine-like ring structure as pharmacophore</a:t>
            </a:r>
          </a:p>
          <a:p>
            <a:pPr>
              <a:lnSpc>
                <a:spcPct val="100000"/>
              </a:lnSpc>
              <a:spcBef>
                <a:spcPts val="400"/>
              </a:spcBef>
              <a:spcAft>
                <a:spcPts val="601"/>
              </a:spcAft>
              <a:buClr>
                <a:srgbClr val="0064C8"/>
              </a:buClr>
              <a:buFont typeface="Wingdings" panose="05000000000000000000" pitchFamily="2" charset="2"/>
              <a:buChar char="§"/>
            </a:pPr>
            <a:r>
              <a:rPr lang="en-US" sz="2000" spc="-1" dirty="0">
                <a:latin typeface="Century Gothic"/>
              </a:rPr>
              <a:t>Correctly describes </a:t>
            </a:r>
            <a:r>
              <a:rPr lang="en-US" sz="2000" spc="-1" dirty="0" err="1">
                <a:latin typeface="Century Gothic"/>
              </a:rPr>
              <a:t>ulitity</a:t>
            </a:r>
            <a:r>
              <a:rPr lang="en-US" sz="2000" spc="-1" dirty="0">
                <a:latin typeface="Century Gothic"/>
              </a:rPr>
              <a:t> of </a:t>
            </a:r>
            <a:r>
              <a:rPr lang="en-US" sz="2000" spc="-1" dirty="0" err="1">
                <a:latin typeface="Century Gothic"/>
              </a:rPr>
              <a:t>MolAnchor</a:t>
            </a:r>
            <a:r>
              <a:rPr lang="en-US" sz="2000" spc="-1" dirty="0">
                <a:latin typeface="Century Gothic"/>
              </a:rPr>
              <a:t> vs SHAP</a:t>
            </a:r>
          </a:p>
          <a:p>
            <a:pPr marL="0" indent="0">
              <a:lnSpc>
                <a:spcPct val="100000"/>
              </a:lnSpc>
              <a:spcBef>
                <a:spcPts val="400"/>
              </a:spcBef>
              <a:spcAft>
                <a:spcPts val="601"/>
              </a:spcAft>
              <a:buClr>
                <a:srgbClr val="0064C8"/>
              </a:buClr>
              <a:buNone/>
            </a:pPr>
            <a:endParaRPr lang="en-US" sz="2000" spc="-1" dirty="0">
              <a:latin typeface="Century Gothic"/>
            </a:endParaRPr>
          </a:p>
          <a:p>
            <a:pPr marL="0" indent="0">
              <a:lnSpc>
                <a:spcPct val="100000"/>
              </a:lnSpc>
              <a:spcBef>
                <a:spcPts val="400"/>
              </a:spcBef>
              <a:spcAft>
                <a:spcPts val="601"/>
              </a:spcAft>
              <a:buClr>
                <a:srgbClr val="0064C8"/>
              </a:buClr>
              <a:buNone/>
            </a:pPr>
            <a:endParaRPr lang="en-US" sz="2000" spc="-1" dirty="0">
              <a:solidFill>
                <a:srgbClr val="000000"/>
              </a:solidFill>
              <a:latin typeface="Century Gothic"/>
            </a:endParaRPr>
          </a:p>
        </p:txBody>
      </p:sp>
      <p:pic>
        <p:nvPicPr>
          <p:cNvPr id="17" name="Graphic 16" descr="Question mark with solid fill">
            <a:extLst>
              <a:ext uri="{FF2B5EF4-FFF2-40B4-BE49-F238E27FC236}">
                <a16:creationId xmlns:a16="http://schemas.microsoft.com/office/drawing/2014/main" id="{FD20F88F-B226-1C7B-4154-6E8041D1DA9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17475" y="1218771"/>
            <a:ext cx="635013" cy="635013"/>
          </a:xfrm>
          <a:prstGeom prst="rect">
            <a:avLst/>
          </a:prstGeom>
        </p:spPr>
      </p:pic>
      <p:pic>
        <p:nvPicPr>
          <p:cNvPr id="21" name="Graphic 20" descr="Checkmark with solid fill">
            <a:extLst>
              <a:ext uri="{FF2B5EF4-FFF2-40B4-BE49-F238E27FC236}">
                <a16:creationId xmlns:a16="http://schemas.microsoft.com/office/drawing/2014/main" id="{D9D7B391-1020-F748-EFC2-FE4F6F59BC2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025438" y="1742710"/>
            <a:ext cx="527050" cy="527050"/>
          </a:xfrm>
          <a:prstGeom prst="rect">
            <a:avLst/>
          </a:prstGeom>
        </p:spPr>
      </p:pic>
    </p:spTree>
    <p:extLst>
      <p:ext uri="{BB962C8B-B14F-4D97-AF65-F5344CB8AC3E}">
        <p14:creationId xmlns:p14="http://schemas.microsoft.com/office/powerpoint/2010/main" val="3302856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pic>
        <p:nvPicPr>
          <p:cNvPr id="32" name="Picture 31" descr="A screenshot of a graph&#10;&#10;AI-generated content may be incorrect.">
            <a:extLst>
              <a:ext uri="{FF2B5EF4-FFF2-40B4-BE49-F238E27FC236}">
                <a16:creationId xmlns:a16="http://schemas.microsoft.com/office/drawing/2014/main" id="{5A34DEF1-BD9B-CD6A-A8D2-7AFC0C5C49C9}"/>
              </a:ext>
            </a:extLst>
          </p:cNvPr>
          <p:cNvPicPr>
            <a:picLocks noChangeAspect="1"/>
          </p:cNvPicPr>
          <p:nvPr/>
        </p:nvPicPr>
        <p:blipFill>
          <a:blip r:embed="rId3">
            <a:extLst>
              <a:ext uri="{28A0092B-C50C-407E-A947-70E740481C1C}">
                <a14:useLocalDpi xmlns:a14="http://schemas.microsoft.com/office/drawing/2010/main" val="0"/>
              </a:ext>
            </a:extLst>
          </a:blip>
          <a:srcRect l="31035" t="24006" r="53731" b="44988"/>
          <a:stretch/>
        </p:blipFill>
        <p:spPr>
          <a:xfrm>
            <a:off x="2516842" y="2534698"/>
            <a:ext cx="1593525" cy="1715588"/>
          </a:xfrm>
          <a:prstGeom prst="rect">
            <a:avLst/>
          </a:prstGeom>
        </p:spPr>
      </p:pic>
      <p:pic>
        <p:nvPicPr>
          <p:cNvPr id="30" name="Picture 29" descr="A screenshot of a graph&#10;&#10;AI-generated content may be incorrect.">
            <a:extLst>
              <a:ext uri="{FF2B5EF4-FFF2-40B4-BE49-F238E27FC236}">
                <a16:creationId xmlns:a16="http://schemas.microsoft.com/office/drawing/2014/main" id="{31CDC5D0-80F4-CF34-180C-1E2C5181119A}"/>
              </a:ext>
            </a:extLst>
          </p:cNvPr>
          <p:cNvPicPr>
            <a:picLocks noChangeAspect="1"/>
          </p:cNvPicPr>
          <p:nvPr/>
        </p:nvPicPr>
        <p:blipFill>
          <a:blip r:embed="rId3">
            <a:extLst>
              <a:ext uri="{28A0092B-C50C-407E-A947-70E740481C1C}">
                <a14:useLocalDpi xmlns:a14="http://schemas.microsoft.com/office/drawing/2010/main" val="0"/>
              </a:ext>
            </a:extLst>
          </a:blip>
          <a:srcRect l="56362" t="23416" r="29209" b="43925"/>
          <a:stretch/>
        </p:blipFill>
        <p:spPr>
          <a:xfrm>
            <a:off x="4146834" y="2563077"/>
            <a:ext cx="1458837" cy="1746700"/>
          </a:xfrm>
          <a:prstGeom prst="rect">
            <a:avLst/>
          </a:prstGeom>
        </p:spPr>
      </p:pic>
      <p:sp>
        <p:nvSpPr>
          <p:cNvPr id="29" name="TextBox 28">
            <a:extLst>
              <a:ext uri="{FF2B5EF4-FFF2-40B4-BE49-F238E27FC236}">
                <a16:creationId xmlns:a16="http://schemas.microsoft.com/office/drawing/2014/main" id="{50EF08DE-650D-84D8-23E2-83CD379C9565}"/>
              </a:ext>
            </a:extLst>
          </p:cNvPr>
          <p:cNvSpPr txBox="1"/>
          <p:nvPr/>
        </p:nvSpPr>
        <p:spPr>
          <a:xfrm>
            <a:off x="3215443" y="2225333"/>
            <a:ext cx="1820901" cy="344228"/>
          </a:xfrm>
          <a:prstGeom prst="rect">
            <a:avLst/>
          </a:prstGeom>
          <a:noFill/>
        </p:spPr>
        <p:txBody>
          <a:bodyPr wrap="square" rtlCol="0">
            <a:spAutoFit/>
          </a:bodyPr>
          <a:lstStyle/>
          <a:p>
            <a:pPr algn="ctr"/>
            <a:r>
              <a:rPr lang="en-US" sz="1600" b="1" dirty="0"/>
              <a:t>Counterfactuals</a:t>
            </a:r>
            <a:endParaRPr lang="de-DE" sz="1600" b="1" dirty="0"/>
          </a:p>
        </p:txBody>
      </p:sp>
      <p:pic>
        <p:nvPicPr>
          <p:cNvPr id="40" name="Picture 39" descr="A black and red chemical structure&#10;&#10;AI-generated content may be incorrect.">
            <a:extLst>
              <a:ext uri="{FF2B5EF4-FFF2-40B4-BE49-F238E27FC236}">
                <a16:creationId xmlns:a16="http://schemas.microsoft.com/office/drawing/2014/main" id="{13934202-8C49-5877-EAF5-D53028B5669E}"/>
              </a:ext>
            </a:extLst>
          </p:cNvPr>
          <p:cNvPicPr>
            <a:picLocks noChangeAspect="1"/>
          </p:cNvPicPr>
          <p:nvPr/>
        </p:nvPicPr>
        <p:blipFill>
          <a:blip r:embed="rId4" cstate="print">
            <a:extLst>
              <a:ext uri="{28A0092B-C50C-407E-A947-70E740481C1C}">
                <a14:useLocalDpi xmlns:a14="http://schemas.microsoft.com/office/drawing/2010/main" val="0"/>
              </a:ext>
            </a:extLst>
          </a:blip>
          <a:srcRect l="26131" t="13384" r="50592" b="35527"/>
          <a:stretch/>
        </p:blipFill>
        <p:spPr>
          <a:xfrm>
            <a:off x="5751888" y="2960638"/>
            <a:ext cx="1694040" cy="813351"/>
          </a:xfrm>
          <a:prstGeom prst="rect">
            <a:avLst/>
          </a:prstGeom>
        </p:spPr>
      </p:pic>
      <p:pic>
        <p:nvPicPr>
          <p:cNvPr id="38" name="Picture 37" descr="A black and red chemical structure&#10;&#10;AI-generated content may be incorrect.">
            <a:extLst>
              <a:ext uri="{FF2B5EF4-FFF2-40B4-BE49-F238E27FC236}">
                <a16:creationId xmlns:a16="http://schemas.microsoft.com/office/drawing/2014/main" id="{48ACB3B0-1845-ABC3-5228-376A5949FA79}"/>
              </a:ext>
            </a:extLst>
          </p:cNvPr>
          <p:cNvPicPr>
            <a:picLocks noChangeAspect="1"/>
          </p:cNvPicPr>
          <p:nvPr/>
        </p:nvPicPr>
        <p:blipFill>
          <a:blip r:embed="rId4" cstate="print">
            <a:extLst>
              <a:ext uri="{28A0092B-C50C-407E-A947-70E740481C1C}">
                <a14:useLocalDpi xmlns:a14="http://schemas.microsoft.com/office/drawing/2010/main" val="0"/>
              </a:ext>
            </a:extLst>
          </a:blip>
          <a:srcRect l="51184" t="14586" r="25463" b="34325"/>
          <a:stretch/>
        </p:blipFill>
        <p:spPr>
          <a:xfrm>
            <a:off x="7454356" y="3011593"/>
            <a:ext cx="1694040" cy="810675"/>
          </a:xfrm>
          <a:prstGeom prst="rect">
            <a:avLst/>
          </a:prstGeom>
        </p:spPr>
      </p:pic>
      <p:sp>
        <p:nvSpPr>
          <p:cNvPr id="37" name="TextBox 36">
            <a:extLst>
              <a:ext uri="{FF2B5EF4-FFF2-40B4-BE49-F238E27FC236}">
                <a16:creationId xmlns:a16="http://schemas.microsoft.com/office/drawing/2014/main" id="{A9B538AC-1716-FEE9-9303-C64FEB3A2571}"/>
              </a:ext>
            </a:extLst>
          </p:cNvPr>
          <p:cNvSpPr txBox="1"/>
          <p:nvPr/>
        </p:nvSpPr>
        <p:spPr>
          <a:xfrm>
            <a:off x="6397614" y="2225333"/>
            <a:ext cx="1820901" cy="344228"/>
          </a:xfrm>
          <a:prstGeom prst="rect">
            <a:avLst/>
          </a:prstGeom>
          <a:noFill/>
        </p:spPr>
        <p:txBody>
          <a:bodyPr wrap="square" rtlCol="0">
            <a:spAutoFit/>
          </a:bodyPr>
          <a:lstStyle/>
          <a:p>
            <a:pPr algn="ctr"/>
            <a:r>
              <a:rPr lang="en-US" sz="1600" b="1" dirty="0" err="1"/>
              <a:t>MolCE</a:t>
            </a:r>
            <a:endParaRPr lang="de-DE" sz="1600" b="1" dirty="0"/>
          </a:p>
        </p:txBody>
      </p:sp>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2</a:t>
            </a:r>
            <a:endParaRPr lang="en-US" sz="3200" b="0" strike="noStrike" spc="-1" dirty="0">
              <a:solidFill>
                <a:srgbClr val="000000"/>
              </a:solidFill>
              <a:latin typeface="Century Gothic"/>
            </a:endParaRPr>
          </a:p>
        </p:txBody>
      </p:sp>
      <p:sp>
        <p:nvSpPr>
          <p:cNvPr id="6" name="TextBox 5">
            <a:extLst>
              <a:ext uri="{FF2B5EF4-FFF2-40B4-BE49-F238E27FC236}">
                <a16:creationId xmlns:a16="http://schemas.microsoft.com/office/drawing/2014/main" id="{15287AC3-7F0E-0B38-9378-106BACD22702}"/>
              </a:ext>
            </a:extLst>
          </p:cNvPr>
          <p:cNvSpPr txBox="1"/>
          <p:nvPr/>
        </p:nvSpPr>
        <p:spPr>
          <a:xfrm>
            <a:off x="2197518" y="4269599"/>
            <a:ext cx="2232171" cy="369332"/>
          </a:xfrm>
          <a:prstGeom prst="rect">
            <a:avLst/>
          </a:prstGeom>
          <a:noFill/>
        </p:spPr>
        <p:txBody>
          <a:bodyPr wrap="square" rtlCol="0">
            <a:spAutoFit/>
          </a:bodyPr>
          <a:lstStyle/>
          <a:p>
            <a:pPr algn="ctr"/>
            <a:r>
              <a:rPr lang="en-US" sz="900" b="1" i="0" dirty="0">
                <a:solidFill>
                  <a:srgbClr val="0F0F0F"/>
                </a:solidFill>
                <a:effectLst/>
                <a:latin typeface="ui-sans-serif"/>
              </a:rPr>
              <a:t>CF #1 (substituent)</a:t>
            </a:r>
          </a:p>
          <a:p>
            <a:pPr algn="ctr"/>
            <a:r>
              <a:rPr lang="en-US" sz="900" b="1" i="0" dirty="0">
                <a:solidFill>
                  <a:srgbClr val="0F0F0F"/>
                </a:solidFill>
                <a:effectLst/>
                <a:latin typeface="ui-sans-serif"/>
              </a:rPr>
              <a:t>Predicted class: 0 | Similarity: 0.68</a:t>
            </a:r>
          </a:p>
        </p:txBody>
      </p:sp>
      <p:sp>
        <p:nvSpPr>
          <p:cNvPr id="7" name="TextBox 6">
            <a:extLst>
              <a:ext uri="{FF2B5EF4-FFF2-40B4-BE49-F238E27FC236}">
                <a16:creationId xmlns:a16="http://schemas.microsoft.com/office/drawing/2014/main" id="{841EB23C-A43D-DDA5-6AC6-03E6D94EA00D}"/>
              </a:ext>
            </a:extLst>
          </p:cNvPr>
          <p:cNvSpPr txBox="1"/>
          <p:nvPr/>
        </p:nvSpPr>
        <p:spPr>
          <a:xfrm>
            <a:off x="5482822" y="3914999"/>
            <a:ext cx="2232171" cy="369332"/>
          </a:xfrm>
          <a:prstGeom prst="rect">
            <a:avLst/>
          </a:prstGeom>
          <a:noFill/>
        </p:spPr>
        <p:txBody>
          <a:bodyPr wrap="square" rtlCol="0">
            <a:spAutoFit/>
          </a:bodyPr>
          <a:lstStyle/>
          <a:p>
            <a:pPr algn="ctr"/>
            <a:r>
              <a:rPr lang="en-US" sz="900" b="1" i="0" dirty="0">
                <a:solidFill>
                  <a:srgbClr val="0F0F0F"/>
                </a:solidFill>
                <a:effectLst/>
                <a:latin typeface="ui-sans-serif"/>
              </a:rPr>
              <a:t>Rank 1 |</a:t>
            </a:r>
            <a:r>
              <a:rPr lang="en-US" sz="900" i="0" dirty="0">
                <a:solidFill>
                  <a:srgbClr val="0F0F0F"/>
                </a:solidFill>
                <a:effectLst/>
                <a:latin typeface="ui-sans-serif"/>
              </a:rPr>
              <a:t> </a:t>
            </a:r>
            <a:r>
              <a:rPr lang="en-US" sz="900" b="1" dirty="0">
                <a:solidFill>
                  <a:srgbClr val="0F0F0F"/>
                </a:solidFill>
                <a:latin typeface="ui-sans-serif"/>
              </a:rPr>
              <a:t>S</a:t>
            </a:r>
            <a:r>
              <a:rPr lang="en-US" sz="900" b="1" i="0" dirty="0">
                <a:solidFill>
                  <a:srgbClr val="0F0F0F"/>
                </a:solidFill>
                <a:effectLst/>
                <a:latin typeface="ui-sans-serif"/>
              </a:rPr>
              <a:t>ite 1</a:t>
            </a:r>
          </a:p>
          <a:p>
            <a:pPr algn="ctr"/>
            <a:r>
              <a:rPr lang="en-US" sz="900" b="1" dirty="0">
                <a:solidFill>
                  <a:srgbClr val="0F0F0F"/>
                </a:solidFill>
                <a:latin typeface="ui-sans-serif"/>
              </a:rPr>
              <a:t>Contrast=1.000</a:t>
            </a:r>
          </a:p>
        </p:txBody>
      </p:sp>
      <p:sp>
        <p:nvSpPr>
          <p:cNvPr id="8" name="TextBox 7">
            <a:extLst>
              <a:ext uri="{FF2B5EF4-FFF2-40B4-BE49-F238E27FC236}">
                <a16:creationId xmlns:a16="http://schemas.microsoft.com/office/drawing/2014/main" id="{150DA1B1-02DE-4F73-AF01-3E3EDD2F27A3}"/>
              </a:ext>
            </a:extLst>
          </p:cNvPr>
          <p:cNvSpPr txBox="1"/>
          <p:nvPr/>
        </p:nvSpPr>
        <p:spPr>
          <a:xfrm>
            <a:off x="3917852" y="4268176"/>
            <a:ext cx="2232171" cy="369332"/>
          </a:xfrm>
          <a:prstGeom prst="rect">
            <a:avLst/>
          </a:prstGeom>
          <a:noFill/>
        </p:spPr>
        <p:txBody>
          <a:bodyPr wrap="square" rtlCol="0">
            <a:spAutoFit/>
          </a:bodyPr>
          <a:lstStyle/>
          <a:p>
            <a:pPr algn="ctr"/>
            <a:r>
              <a:rPr lang="en-US" sz="900" b="1" i="0" dirty="0">
                <a:solidFill>
                  <a:srgbClr val="0F0F0F"/>
                </a:solidFill>
                <a:effectLst/>
                <a:latin typeface="ui-sans-serif"/>
              </a:rPr>
              <a:t>CF #</a:t>
            </a:r>
            <a:r>
              <a:rPr lang="en-US" sz="900" b="1" dirty="0">
                <a:solidFill>
                  <a:srgbClr val="0F0F0F"/>
                </a:solidFill>
                <a:latin typeface="ui-sans-serif"/>
              </a:rPr>
              <a:t>2</a:t>
            </a:r>
            <a:r>
              <a:rPr lang="en-US" sz="900" b="1" i="0" dirty="0">
                <a:solidFill>
                  <a:srgbClr val="0F0F0F"/>
                </a:solidFill>
                <a:effectLst/>
                <a:latin typeface="ui-sans-serif"/>
              </a:rPr>
              <a:t> (substituent)</a:t>
            </a:r>
          </a:p>
          <a:p>
            <a:pPr algn="ctr"/>
            <a:r>
              <a:rPr lang="en-US" sz="900" b="1" i="0" dirty="0">
                <a:solidFill>
                  <a:srgbClr val="0F0F0F"/>
                </a:solidFill>
                <a:effectLst/>
                <a:latin typeface="ui-sans-serif"/>
              </a:rPr>
              <a:t>Predicted class: 0 | Similarity: 0.68</a:t>
            </a:r>
          </a:p>
        </p:txBody>
      </p:sp>
      <p:sp>
        <p:nvSpPr>
          <p:cNvPr id="9" name="TextBox 8">
            <a:extLst>
              <a:ext uri="{FF2B5EF4-FFF2-40B4-BE49-F238E27FC236}">
                <a16:creationId xmlns:a16="http://schemas.microsoft.com/office/drawing/2014/main" id="{0F0130AB-996C-A630-430B-39DF8AF93E0F}"/>
              </a:ext>
            </a:extLst>
          </p:cNvPr>
          <p:cNvSpPr txBox="1"/>
          <p:nvPr/>
        </p:nvSpPr>
        <p:spPr>
          <a:xfrm>
            <a:off x="7185290" y="3914999"/>
            <a:ext cx="2232171" cy="369332"/>
          </a:xfrm>
          <a:prstGeom prst="rect">
            <a:avLst/>
          </a:prstGeom>
          <a:noFill/>
        </p:spPr>
        <p:txBody>
          <a:bodyPr wrap="square" rtlCol="0">
            <a:spAutoFit/>
          </a:bodyPr>
          <a:lstStyle/>
          <a:p>
            <a:pPr algn="ctr"/>
            <a:r>
              <a:rPr lang="en-US" sz="900" b="1" i="0" dirty="0">
                <a:solidFill>
                  <a:srgbClr val="0F0F0F"/>
                </a:solidFill>
                <a:effectLst/>
                <a:latin typeface="ui-sans-serif"/>
              </a:rPr>
              <a:t>Rank </a:t>
            </a:r>
            <a:r>
              <a:rPr lang="en-US" sz="900" b="1" dirty="0">
                <a:solidFill>
                  <a:srgbClr val="0F0F0F"/>
                </a:solidFill>
                <a:latin typeface="ui-sans-serif"/>
              </a:rPr>
              <a:t>2</a:t>
            </a:r>
            <a:r>
              <a:rPr lang="en-US" sz="900" b="1" i="0" dirty="0">
                <a:solidFill>
                  <a:srgbClr val="0F0F0F"/>
                </a:solidFill>
                <a:effectLst/>
                <a:latin typeface="ui-sans-serif"/>
              </a:rPr>
              <a:t> |</a:t>
            </a:r>
            <a:r>
              <a:rPr lang="en-US" sz="900" i="0" dirty="0">
                <a:solidFill>
                  <a:srgbClr val="0F0F0F"/>
                </a:solidFill>
                <a:effectLst/>
                <a:latin typeface="ui-sans-serif"/>
              </a:rPr>
              <a:t> </a:t>
            </a:r>
            <a:r>
              <a:rPr lang="en-US" sz="900" b="1" dirty="0">
                <a:solidFill>
                  <a:srgbClr val="0F0F0F"/>
                </a:solidFill>
                <a:latin typeface="ui-sans-serif"/>
              </a:rPr>
              <a:t>S</a:t>
            </a:r>
            <a:r>
              <a:rPr lang="en-US" sz="900" b="1" i="0" dirty="0">
                <a:solidFill>
                  <a:srgbClr val="0F0F0F"/>
                </a:solidFill>
                <a:effectLst/>
                <a:latin typeface="ui-sans-serif"/>
              </a:rPr>
              <a:t>ite 1</a:t>
            </a:r>
          </a:p>
          <a:p>
            <a:pPr algn="ctr"/>
            <a:r>
              <a:rPr lang="en-US" sz="900" b="1" dirty="0">
                <a:solidFill>
                  <a:srgbClr val="0F0F0F"/>
                </a:solidFill>
                <a:latin typeface="ui-sans-serif"/>
              </a:rPr>
              <a:t>Contrast=1.000</a:t>
            </a:r>
          </a:p>
        </p:txBody>
      </p:sp>
      <p:sp>
        <p:nvSpPr>
          <p:cNvPr id="3" name="Rectangle 2">
            <a:extLst>
              <a:ext uri="{FF2B5EF4-FFF2-40B4-BE49-F238E27FC236}">
                <a16:creationId xmlns:a16="http://schemas.microsoft.com/office/drawing/2014/main" id="{00A7323F-D668-C1F8-4A2F-B994229B5E35}"/>
              </a:ext>
            </a:extLst>
          </p:cNvPr>
          <p:cNvSpPr/>
          <p:nvPr/>
        </p:nvSpPr>
        <p:spPr>
          <a:xfrm>
            <a:off x="213904" y="2508874"/>
            <a:ext cx="1501215" cy="1892776"/>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4" name="Graphic 3" descr="Customer review with solid fill">
            <a:extLst>
              <a:ext uri="{FF2B5EF4-FFF2-40B4-BE49-F238E27FC236}">
                <a16:creationId xmlns:a16="http://schemas.microsoft.com/office/drawing/2014/main" id="{34482535-950A-249C-76F4-08BF205BC5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2454" y="3494921"/>
            <a:ext cx="824115" cy="824115"/>
          </a:xfrm>
          <a:prstGeom prst="rect">
            <a:avLst/>
          </a:prstGeom>
        </p:spPr>
      </p:pic>
      <p:pic>
        <p:nvPicPr>
          <p:cNvPr id="5" name="Picture 4">
            <a:extLst>
              <a:ext uri="{FF2B5EF4-FFF2-40B4-BE49-F238E27FC236}">
                <a16:creationId xmlns:a16="http://schemas.microsoft.com/office/drawing/2014/main" id="{310A9FD4-3935-DD2B-7021-D29D5D72DCE6}"/>
              </a:ext>
            </a:extLst>
          </p:cNvPr>
          <p:cNvPicPr>
            <a:picLocks noChangeAspect="1"/>
          </p:cNvPicPr>
          <p:nvPr/>
        </p:nvPicPr>
        <p:blipFill>
          <a:blip r:embed="rId7"/>
          <a:stretch>
            <a:fillRect/>
          </a:stretch>
        </p:blipFill>
        <p:spPr>
          <a:xfrm>
            <a:off x="334102" y="2588191"/>
            <a:ext cx="1260818" cy="824115"/>
          </a:xfrm>
          <a:prstGeom prst="rect">
            <a:avLst/>
          </a:prstGeom>
        </p:spPr>
      </p:pic>
      <p:sp>
        <p:nvSpPr>
          <p:cNvPr id="10" name="TextBox 9">
            <a:extLst>
              <a:ext uri="{FF2B5EF4-FFF2-40B4-BE49-F238E27FC236}">
                <a16:creationId xmlns:a16="http://schemas.microsoft.com/office/drawing/2014/main" id="{9943E4AB-AD43-090F-33D6-01B7A616E470}"/>
              </a:ext>
            </a:extLst>
          </p:cNvPr>
          <p:cNvSpPr txBox="1"/>
          <p:nvPr/>
        </p:nvSpPr>
        <p:spPr>
          <a:xfrm>
            <a:off x="2663495" y="4565949"/>
            <a:ext cx="6176786" cy="1354217"/>
          </a:xfrm>
          <a:prstGeom prst="rect">
            <a:avLst/>
          </a:prstGeom>
          <a:noFill/>
        </p:spPr>
        <p:txBody>
          <a:bodyPr wrap="square">
            <a:spAutoFit/>
          </a:bodyPr>
          <a:lstStyle/>
          <a:p>
            <a:pPr marL="171450" indent="-171450" algn="just">
              <a:buFont typeface="Arial" panose="020B0604020202020204" pitchFamily="34" charset="0"/>
              <a:buChar char="•"/>
            </a:pPr>
            <a:endParaRPr lang="en-US" sz="1200" b="1" dirty="0"/>
          </a:p>
          <a:p>
            <a:pPr marL="228600" indent="-228600" algn="just">
              <a:buFont typeface="+mj-lt"/>
              <a:buAutoNum type="arabicPeriod"/>
            </a:pPr>
            <a:r>
              <a:rPr lang="en-US" sz="1000" b="1" dirty="0"/>
              <a:t>Agreement: </a:t>
            </a:r>
            <a:r>
              <a:rPr lang="en-US" sz="1000" dirty="0"/>
              <a:t>Both methods highlight that </a:t>
            </a:r>
            <a:r>
              <a:rPr lang="en-US" sz="1000" b="1" dirty="0"/>
              <a:t>modifications to the R-groups </a:t>
            </a:r>
            <a:r>
              <a:rPr lang="en-US" sz="1000" dirty="0"/>
              <a:t>attached to the </a:t>
            </a:r>
            <a:r>
              <a:rPr lang="en-US" sz="1000" b="1" dirty="0"/>
              <a:t>morpholine</a:t>
            </a:r>
            <a:r>
              <a:rPr lang="en-US" sz="1000" dirty="0"/>
              <a:t> ring are the </a:t>
            </a:r>
            <a:r>
              <a:rPr lang="en-US" sz="1000" b="1" dirty="0"/>
              <a:t>most sensitive </a:t>
            </a:r>
            <a:r>
              <a:rPr lang="en-US" sz="1000" dirty="0"/>
              <a:t>levers for changing bioactivity.</a:t>
            </a:r>
          </a:p>
          <a:p>
            <a:pPr marL="228600" indent="-228600" algn="just">
              <a:buFont typeface="+mj-lt"/>
              <a:buAutoNum type="arabicPeriod"/>
            </a:pPr>
            <a:endParaRPr lang="en-US" sz="1000" dirty="0"/>
          </a:p>
          <a:p>
            <a:pPr marL="228600" indent="-228600" algn="just">
              <a:buFont typeface="+mj-lt"/>
              <a:buAutoNum type="arabicPeriod"/>
            </a:pPr>
            <a:r>
              <a:rPr lang="en-US" sz="1000" b="1" dirty="0"/>
              <a:t>Disagreement:</a:t>
            </a:r>
            <a:r>
              <a:rPr lang="en-US" sz="1000" dirty="0"/>
              <a:t> </a:t>
            </a:r>
            <a:r>
              <a:rPr lang="en-US" sz="1000" dirty="0" err="1"/>
              <a:t>MolCE</a:t>
            </a:r>
            <a:r>
              <a:rPr lang="en-US" sz="1000" dirty="0"/>
              <a:t> provides a </a:t>
            </a:r>
            <a:r>
              <a:rPr lang="en-US" sz="1000" b="1" dirty="0"/>
              <a:t>theoretical contrastive feature</a:t>
            </a:r>
            <a:r>
              <a:rPr lang="en-US" sz="1000" dirty="0"/>
              <a:t> (a specific R-group that is "anti-activating"). Counterfactuals provides </a:t>
            </a:r>
            <a:r>
              <a:rPr lang="en-US" sz="1000" b="1" dirty="0"/>
              <a:t>concrete examples of inactive molecules</a:t>
            </a:r>
            <a:r>
              <a:rPr lang="en-US" sz="1000" dirty="0"/>
              <a:t>. </a:t>
            </a:r>
            <a:r>
              <a:rPr lang="en-US" sz="1000" dirty="0" err="1"/>
              <a:t>MolCE</a:t>
            </a:r>
            <a:r>
              <a:rPr lang="en-US" sz="1000" dirty="0"/>
              <a:t> might suggest an R-group not present in the immediate neighborhood of the query, whereas Counterfactuals are constrained by the available library of R-groups for substitution.</a:t>
            </a:r>
            <a:endParaRPr lang="en-US" sz="1000" b="1" dirty="0"/>
          </a:p>
        </p:txBody>
      </p:sp>
      <p:sp>
        <p:nvSpPr>
          <p:cNvPr id="11" name="Arrow: Right 10">
            <a:extLst>
              <a:ext uri="{FF2B5EF4-FFF2-40B4-BE49-F238E27FC236}">
                <a16:creationId xmlns:a16="http://schemas.microsoft.com/office/drawing/2014/main" id="{57A58C2B-ADB7-BE47-DF4F-3131E49FFC45}"/>
              </a:ext>
            </a:extLst>
          </p:cNvPr>
          <p:cNvSpPr/>
          <p:nvPr/>
        </p:nvSpPr>
        <p:spPr>
          <a:xfrm>
            <a:off x="1942964" y="3333626"/>
            <a:ext cx="497261" cy="2796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laceHolder 2">
            <a:extLst>
              <a:ext uri="{FF2B5EF4-FFF2-40B4-BE49-F238E27FC236}">
                <a16:creationId xmlns:a16="http://schemas.microsoft.com/office/drawing/2014/main" id="{9554CF03-80BF-5A35-ADB9-AB4D432FC59A}"/>
              </a:ext>
            </a:extLst>
          </p:cNvPr>
          <p:cNvSpPr txBox="1">
            <a:spLocks/>
          </p:cNvSpPr>
          <p:nvPr/>
        </p:nvSpPr>
        <p:spPr>
          <a:xfrm>
            <a:off x="380879" y="1375729"/>
            <a:ext cx="8476873" cy="750880"/>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spcAft>
                <a:spcPts val="601"/>
              </a:spcAft>
              <a:buClr>
                <a:srgbClr val="0064C8"/>
              </a:buClr>
              <a:buFont typeface="Wingdings" panose="05000000000000000000" pitchFamily="2" charset="2"/>
              <a:buChar char="§"/>
            </a:pPr>
            <a:r>
              <a:rPr lang="en-US" sz="2000" spc="-1" dirty="0">
                <a:latin typeface="Century Gothic"/>
              </a:rPr>
              <a:t>Morpholine ring are the most sensitive levers for bioactivity</a:t>
            </a:r>
          </a:p>
          <a:p>
            <a:pPr>
              <a:lnSpc>
                <a:spcPct val="100000"/>
              </a:lnSpc>
              <a:spcBef>
                <a:spcPts val="400"/>
              </a:spcBef>
              <a:spcAft>
                <a:spcPts val="601"/>
              </a:spcAft>
              <a:buClr>
                <a:srgbClr val="0064C8"/>
              </a:buClr>
              <a:buFont typeface="Wingdings" panose="05000000000000000000" pitchFamily="2" charset="2"/>
              <a:buChar char="§"/>
            </a:pPr>
            <a:r>
              <a:rPr lang="en-US" sz="2000" spc="-1" dirty="0">
                <a:latin typeface="Century Gothic"/>
              </a:rPr>
              <a:t>Correctly describes </a:t>
            </a:r>
            <a:r>
              <a:rPr lang="en-US" sz="2000" spc="-1" dirty="0" err="1">
                <a:latin typeface="Century Gothic"/>
              </a:rPr>
              <a:t>ulitity</a:t>
            </a:r>
            <a:r>
              <a:rPr lang="en-US" sz="2000" spc="-1" dirty="0">
                <a:latin typeface="Century Gothic"/>
              </a:rPr>
              <a:t> of </a:t>
            </a:r>
            <a:r>
              <a:rPr lang="en-US" sz="2000" spc="-1" dirty="0" err="1">
                <a:latin typeface="Century Gothic"/>
              </a:rPr>
              <a:t>MolCE</a:t>
            </a:r>
            <a:r>
              <a:rPr lang="en-US" sz="2000" spc="-1" dirty="0">
                <a:latin typeface="Century Gothic"/>
              </a:rPr>
              <a:t> vs Counterfactuals</a:t>
            </a:r>
          </a:p>
          <a:p>
            <a:pPr marL="0" indent="0">
              <a:lnSpc>
                <a:spcPct val="100000"/>
              </a:lnSpc>
              <a:spcBef>
                <a:spcPts val="400"/>
              </a:spcBef>
              <a:spcAft>
                <a:spcPts val="601"/>
              </a:spcAft>
              <a:buClr>
                <a:srgbClr val="0064C8"/>
              </a:buClr>
              <a:buNone/>
            </a:pPr>
            <a:endParaRPr lang="en-US" sz="2000" spc="-1" dirty="0">
              <a:latin typeface="Century Gothic"/>
            </a:endParaRPr>
          </a:p>
          <a:p>
            <a:pPr marL="0" indent="0">
              <a:lnSpc>
                <a:spcPct val="100000"/>
              </a:lnSpc>
              <a:spcBef>
                <a:spcPts val="400"/>
              </a:spcBef>
              <a:spcAft>
                <a:spcPts val="601"/>
              </a:spcAft>
              <a:buClr>
                <a:srgbClr val="0064C8"/>
              </a:buClr>
              <a:buNone/>
            </a:pPr>
            <a:endParaRPr lang="en-US" sz="2000" spc="-1" dirty="0">
              <a:solidFill>
                <a:srgbClr val="000000"/>
              </a:solidFill>
              <a:latin typeface="Century Gothic"/>
            </a:endParaRPr>
          </a:p>
        </p:txBody>
      </p:sp>
      <p:pic>
        <p:nvPicPr>
          <p:cNvPr id="15" name="Graphic 14" descr="Checkmark with solid fill">
            <a:extLst>
              <a:ext uri="{FF2B5EF4-FFF2-40B4-BE49-F238E27FC236}">
                <a16:creationId xmlns:a16="http://schemas.microsoft.com/office/drawing/2014/main" id="{34F9A6FD-FC90-D40C-B87B-A50FF8838EE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25438" y="1281532"/>
            <a:ext cx="527050" cy="527050"/>
          </a:xfrm>
          <a:prstGeom prst="rect">
            <a:avLst/>
          </a:prstGeom>
        </p:spPr>
      </p:pic>
      <p:pic>
        <p:nvPicPr>
          <p:cNvPr id="16" name="Graphic 15" descr="Checkmark with solid fill">
            <a:extLst>
              <a:ext uri="{FF2B5EF4-FFF2-40B4-BE49-F238E27FC236}">
                <a16:creationId xmlns:a16="http://schemas.microsoft.com/office/drawing/2014/main" id="{F84129BC-29E0-4E65-FEB2-B95C19F09EB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25438" y="1742710"/>
            <a:ext cx="527050" cy="527050"/>
          </a:xfrm>
          <a:prstGeom prst="rect">
            <a:avLst/>
          </a:prstGeom>
        </p:spPr>
      </p:pic>
    </p:spTree>
    <p:extLst>
      <p:ext uri="{BB962C8B-B14F-4D97-AF65-F5344CB8AC3E}">
        <p14:creationId xmlns:p14="http://schemas.microsoft.com/office/powerpoint/2010/main" val="3463339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3</a:t>
            </a:r>
            <a:endParaRPr lang="en-US" sz="3200" b="0" strike="noStrike" spc="-1" dirty="0">
              <a:solidFill>
                <a:srgbClr val="000000"/>
              </a:solidFill>
              <a:latin typeface="Century Gothic"/>
            </a:endParaRPr>
          </a:p>
        </p:txBody>
      </p:sp>
      <p:sp>
        <p:nvSpPr>
          <p:cNvPr id="2" name="PlaceHolder 2">
            <a:extLst>
              <a:ext uri="{FF2B5EF4-FFF2-40B4-BE49-F238E27FC236}">
                <a16:creationId xmlns:a16="http://schemas.microsoft.com/office/drawing/2014/main" id="{9FA20452-FA65-AFDC-8768-AEF2985C28BC}"/>
              </a:ext>
            </a:extLst>
          </p:cNvPr>
          <p:cNvSpPr txBox="1">
            <a:spLocks/>
          </p:cNvSpPr>
          <p:nvPr/>
        </p:nvSpPr>
        <p:spPr>
          <a:xfrm>
            <a:off x="380880" y="1375729"/>
            <a:ext cx="8380080" cy="1836598"/>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601"/>
              </a:spcAft>
              <a:buClr>
                <a:srgbClr val="0064C8"/>
              </a:buClr>
              <a:buNone/>
            </a:pPr>
            <a:r>
              <a:rPr lang="en-US" sz="2000" spc="-1" dirty="0">
                <a:solidFill>
                  <a:srgbClr val="0064C8"/>
                </a:solidFill>
                <a:latin typeface="Century Gothic"/>
              </a:rPr>
              <a:t>Goal: </a:t>
            </a:r>
            <a:r>
              <a:rPr lang="en-US" sz="2000" spc="-1" dirty="0">
                <a:solidFill>
                  <a:srgbClr val="000000"/>
                </a:solidFill>
                <a:latin typeface="Century Gothic"/>
              </a:rPr>
              <a:t>Display the capacity of the agent to compare and interpret explanations for different predictions</a:t>
            </a:r>
          </a:p>
          <a:p>
            <a:pPr>
              <a:lnSpc>
                <a:spcPct val="100000"/>
              </a:lnSpc>
              <a:spcBef>
                <a:spcPts val="400"/>
              </a:spcBef>
              <a:spcAft>
                <a:spcPts val="601"/>
              </a:spcAft>
              <a:buClr>
                <a:srgbClr val="0064C8"/>
              </a:buClr>
              <a:buFont typeface="Wingdings" panose="05000000000000000000" pitchFamily="2" charset="2"/>
              <a:buChar char="§"/>
            </a:pPr>
            <a:r>
              <a:rPr lang="en-US" sz="2000" spc="-1" dirty="0">
                <a:solidFill>
                  <a:srgbClr val="000000"/>
                </a:solidFill>
                <a:latin typeface="Century Gothic"/>
              </a:rPr>
              <a:t>Can the agent correctly compare and interpret different explanations of a GNN model for active and inactive compounds?</a:t>
            </a:r>
          </a:p>
          <a:p>
            <a:pPr marL="0" indent="0">
              <a:lnSpc>
                <a:spcPct val="100000"/>
              </a:lnSpc>
              <a:spcBef>
                <a:spcPts val="400"/>
              </a:spcBef>
              <a:spcAft>
                <a:spcPts val="601"/>
              </a:spcAft>
              <a:buClr>
                <a:srgbClr val="0064C8"/>
              </a:buClr>
              <a:buNone/>
            </a:pPr>
            <a:endParaRPr lang="en-US" sz="2000" spc="-1" dirty="0">
              <a:solidFill>
                <a:srgbClr val="000000"/>
              </a:solidFill>
              <a:latin typeface="Century Gothic"/>
            </a:endParaRPr>
          </a:p>
        </p:txBody>
      </p:sp>
      <p:sp>
        <p:nvSpPr>
          <p:cNvPr id="10" name="Speech Bubble: Rectangle with Corners Rounded 9">
            <a:extLst>
              <a:ext uri="{FF2B5EF4-FFF2-40B4-BE49-F238E27FC236}">
                <a16:creationId xmlns:a16="http://schemas.microsoft.com/office/drawing/2014/main" id="{218E8154-7E95-D4BE-E8AA-D3B029A12B17}"/>
              </a:ext>
            </a:extLst>
          </p:cNvPr>
          <p:cNvSpPr/>
          <p:nvPr/>
        </p:nvSpPr>
        <p:spPr>
          <a:xfrm>
            <a:off x="2665224" y="3920086"/>
            <a:ext cx="5124797" cy="1264517"/>
          </a:xfrm>
          <a:prstGeom prst="wedgeRoundRectCallout">
            <a:avLst>
              <a:gd name="adj1" fmla="val -55595"/>
              <a:gd name="adj2" fmla="val 2375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sz="1200" b="0" i="0" dirty="0">
                <a:effectLst/>
                <a:latin typeface="ui-sans-serif"/>
              </a:rPr>
              <a:t>Train a GNN model on a compound activity prediction dataset. Select a correctly predicted active compound and a correctly predicted inactive compound from the test set and explain the predictions using </a:t>
            </a:r>
            <a:r>
              <a:rPr lang="en-US" sz="1200" b="0" i="0" dirty="0" err="1">
                <a:effectLst/>
                <a:latin typeface="ui-sans-serif"/>
              </a:rPr>
              <a:t>EdgeSHAPer</a:t>
            </a:r>
            <a:r>
              <a:rPr lang="en-US" sz="1200" b="0" i="0" dirty="0">
                <a:effectLst/>
                <a:latin typeface="ui-sans-serif"/>
              </a:rPr>
              <a:t>. Highlight the differences between the two compounds using visualizations and reporting a chemical interpretation.</a:t>
            </a:r>
            <a:endParaRPr lang="en-US" sz="1200" dirty="0"/>
          </a:p>
        </p:txBody>
      </p:sp>
      <p:sp>
        <p:nvSpPr>
          <p:cNvPr id="3" name="Rectangle 2">
            <a:extLst>
              <a:ext uri="{FF2B5EF4-FFF2-40B4-BE49-F238E27FC236}">
                <a16:creationId xmlns:a16="http://schemas.microsoft.com/office/drawing/2014/main" id="{3829BE6E-597E-140F-0FA2-3EEC0BB31B4E}"/>
              </a:ext>
            </a:extLst>
          </p:cNvPr>
          <p:cNvSpPr/>
          <p:nvPr/>
        </p:nvSpPr>
        <p:spPr>
          <a:xfrm>
            <a:off x="518417" y="3673350"/>
            <a:ext cx="1774658" cy="2310063"/>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4" name="Graphic 3" descr="Customer review with solid fill">
            <a:extLst>
              <a:ext uri="{FF2B5EF4-FFF2-40B4-BE49-F238E27FC236}">
                <a16:creationId xmlns:a16="http://schemas.microsoft.com/office/drawing/2014/main" id="{06EE7533-D0C5-C4C9-7E25-AFB60EBD9C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7952" y="4862627"/>
            <a:ext cx="965534" cy="965534"/>
          </a:xfrm>
          <a:prstGeom prst="rect">
            <a:avLst/>
          </a:prstGeom>
        </p:spPr>
      </p:pic>
      <p:pic>
        <p:nvPicPr>
          <p:cNvPr id="5" name="Picture 4">
            <a:extLst>
              <a:ext uri="{FF2B5EF4-FFF2-40B4-BE49-F238E27FC236}">
                <a16:creationId xmlns:a16="http://schemas.microsoft.com/office/drawing/2014/main" id="{1039DE36-9B44-76A2-EAD0-324FD21DA5AE}"/>
              </a:ext>
            </a:extLst>
          </p:cNvPr>
          <p:cNvPicPr>
            <a:picLocks noChangeAspect="1"/>
          </p:cNvPicPr>
          <p:nvPr/>
        </p:nvPicPr>
        <p:blipFill>
          <a:blip r:embed="rId4"/>
          <a:stretch>
            <a:fillRect/>
          </a:stretch>
        </p:blipFill>
        <p:spPr>
          <a:xfrm>
            <a:off x="654807" y="3769553"/>
            <a:ext cx="1525117" cy="996871"/>
          </a:xfrm>
          <a:prstGeom prst="rect">
            <a:avLst/>
          </a:prstGeom>
        </p:spPr>
      </p:pic>
    </p:spTree>
    <p:extLst>
      <p:ext uri="{BB962C8B-B14F-4D97-AF65-F5344CB8AC3E}">
        <p14:creationId xmlns:p14="http://schemas.microsoft.com/office/powerpoint/2010/main" val="1364698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4" name="PlaceHolder 2">
            <a:extLst>
              <a:ext uri="{FF2B5EF4-FFF2-40B4-BE49-F238E27FC236}">
                <a16:creationId xmlns:a16="http://schemas.microsoft.com/office/drawing/2014/main" id="{358653B1-D495-4911-55CF-393D4E916619}"/>
              </a:ext>
            </a:extLst>
          </p:cNvPr>
          <p:cNvSpPr txBox="1">
            <a:spLocks/>
          </p:cNvSpPr>
          <p:nvPr/>
        </p:nvSpPr>
        <p:spPr>
          <a:xfrm>
            <a:off x="380880" y="1375728"/>
            <a:ext cx="8380080" cy="2193788"/>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spcAft>
                <a:spcPts val="601"/>
              </a:spcAft>
              <a:buClr>
                <a:srgbClr val="0064C8"/>
              </a:buClr>
              <a:buFont typeface="Wingdings" panose="05000000000000000000" pitchFamily="2" charset="2"/>
              <a:buChar char="§"/>
            </a:pPr>
            <a:r>
              <a:rPr lang="en-US" sz="2000" spc="-1" dirty="0">
                <a:latin typeface="Century Gothic"/>
              </a:rPr>
              <a:t>Identifies </a:t>
            </a:r>
            <a:r>
              <a:rPr lang="en-US" sz="2000" spc="-1" dirty="0">
                <a:solidFill>
                  <a:srgbClr val="0064C8"/>
                </a:solidFill>
                <a:latin typeface="Century Gothic"/>
              </a:rPr>
              <a:t>piperazine ring </a:t>
            </a:r>
            <a:r>
              <a:rPr lang="en-US" sz="2000" spc="-1" dirty="0">
                <a:latin typeface="Century Gothic"/>
              </a:rPr>
              <a:t>as the main prediction contributor</a:t>
            </a:r>
          </a:p>
          <a:p>
            <a:pPr>
              <a:lnSpc>
                <a:spcPct val="100000"/>
              </a:lnSpc>
              <a:spcBef>
                <a:spcPts val="400"/>
              </a:spcBef>
              <a:spcAft>
                <a:spcPts val="601"/>
              </a:spcAft>
              <a:buClr>
                <a:srgbClr val="0064C8"/>
              </a:buClr>
              <a:buFont typeface="Wingdings" panose="05000000000000000000" pitchFamily="2" charset="2"/>
              <a:buChar char="§"/>
            </a:pPr>
            <a:r>
              <a:rPr lang="en-US" sz="2000" spc="-1" dirty="0">
                <a:latin typeface="Century Gothic"/>
              </a:rPr>
              <a:t>Associates </a:t>
            </a:r>
            <a:r>
              <a:rPr lang="en-US" sz="2000" spc="-1" dirty="0" err="1">
                <a:solidFill>
                  <a:srgbClr val="0064C8"/>
                </a:solidFill>
                <a:latin typeface="Century Gothic"/>
              </a:rPr>
              <a:t>dichlorophenyl</a:t>
            </a:r>
            <a:r>
              <a:rPr lang="en-US" sz="2000" spc="-1" dirty="0">
                <a:solidFill>
                  <a:srgbClr val="0064C8"/>
                </a:solidFill>
                <a:latin typeface="Century Gothic"/>
              </a:rPr>
              <a:t> substitution </a:t>
            </a:r>
            <a:r>
              <a:rPr lang="en-US" sz="2000" spc="-1" dirty="0">
                <a:latin typeface="Century Gothic"/>
              </a:rPr>
              <a:t>with</a:t>
            </a:r>
            <a:r>
              <a:rPr lang="en-US" sz="2000" b="1" spc="-1" dirty="0">
                <a:latin typeface="Century Gothic"/>
              </a:rPr>
              <a:t> </a:t>
            </a:r>
            <a:r>
              <a:rPr lang="en-US" sz="2000" spc="-1" dirty="0">
                <a:latin typeface="Century Gothic"/>
              </a:rPr>
              <a:t>improved binding affinity (very generic)</a:t>
            </a:r>
          </a:p>
          <a:p>
            <a:pPr>
              <a:lnSpc>
                <a:spcPct val="100000"/>
              </a:lnSpc>
              <a:spcBef>
                <a:spcPts val="400"/>
              </a:spcBef>
              <a:spcAft>
                <a:spcPts val="601"/>
              </a:spcAft>
              <a:buClr>
                <a:srgbClr val="0064C8"/>
              </a:buClr>
              <a:buFont typeface="Wingdings" panose="05000000000000000000" pitchFamily="2" charset="2"/>
              <a:buChar char="§"/>
            </a:pPr>
            <a:r>
              <a:rPr lang="en-US" sz="2000" spc="-1" dirty="0">
                <a:solidFill>
                  <a:srgbClr val="0064C8"/>
                </a:solidFill>
                <a:latin typeface="Century Gothic"/>
              </a:rPr>
              <a:t>Amide-Alkene linker </a:t>
            </a:r>
            <a:r>
              <a:rPr lang="en-US" sz="2000" spc="-1" dirty="0">
                <a:latin typeface="Century Gothic"/>
              </a:rPr>
              <a:t>contributes positively, allowing for optimal positioning of pharmacophores  </a:t>
            </a:r>
          </a:p>
          <a:p>
            <a:pPr lvl="1">
              <a:lnSpc>
                <a:spcPct val="100000"/>
              </a:lnSpc>
              <a:spcBef>
                <a:spcPts val="400"/>
              </a:spcBef>
              <a:spcAft>
                <a:spcPts val="601"/>
              </a:spcAft>
              <a:buClr>
                <a:srgbClr val="0064C8"/>
              </a:buClr>
              <a:buFont typeface="Symbol" panose="05050102010706020507" pitchFamily="18" charset="2"/>
              <a:buChar char="-"/>
            </a:pPr>
            <a:endParaRPr lang="en-US" sz="1600" spc="-1" dirty="0">
              <a:latin typeface="Century Gothic"/>
            </a:endParaRPr>
          </a:p>
          <a:p>
            <a:pPr marL="0" indent="0">
              <a:lnSpc>
                <a:spcPct val="100000"/>
              </a:lnSpc>
              <a:spcBef>
                <a:spcPts val="400"/>
              </a:spcBef>
              <a:spcAft>
                <a:spcPts val="601"/>
              </a:spcAft>
              <a:buClr>
                <a:srgbClr val="0064C8"/>
              </a:buClr>
              <a:buNone/>
            </a:pPr>
            <a:endParaRPr lang="en-US" sz="2000" spc="-1" dirty="0">
              <a:latin typeface="Century Gothic"/>
            </a:endParaRPr>
          </a:p>
          <a:p>
            <a:pPr marL="0" indent="0">
              <a:lnSpc>
                <a:spcPct val="100000"/>
              </a:lnSpc>
              <a:spcBef>
                <a:spcPts val="400"/>
              </a:spcBef>
              <a:spcAft>
                <a:spcPts val="601"/>
              </a:spcAft>
              <a:buClr>
                <a:srgbClr val="0064C8"/>
              </a:buClr>
              <a:buNone/>
            </a:pPr>
            <a:endParaRPr lang="en-US" sz="2000" spc="-1" dirty="0">
              <a:solidFill>
                <a:srgbClr val="000000"/>
              </a:solidFill>
              <a:latin typeface="Century Gothic"/>
            </a:endParaRPr>
          </a:p>
        </p:txBody>
      </p:sp>
      <p:sp>
        <p:nvSpPr>
          <p:cNvPr id="25" name="Arrow: Right 24">
            <a:extLst>
              <a:ext uri="{FF2B5EF4-FFF2-40B4-BE49-F238E27FC236}">
                <a16:creationId xmlns:a16="http://schemas.microsoft.com/office/drawing/2014/main" id="{8E792690-D447-952D-A5E7-853CC5FB33BB}"/>
              </a:ext>
            </a:extLst>
          </p:cNvPr>
          <p:cNvSpPr/>
          <p:nvPr/>
        </p:nvSpPr>
        <p:spPr>
          <a:xfrm>
            <a:off x="1843877" y="4670604"/>
            <a:ext cx="496588" cy="2792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a:t>
            </a:r>
            <a:r>
              <a:rPr lang="en-US" sz="3200" spc="-1" dirty="0">
                <a:solidFill>
                  <a:srgbClr val="0064C8"/>
                </a:solidFill>
                <a:latin typeface="Century Gothic"/>
              </a:rPr>
              <a:t>3</a:t>
            </a:r>
            <a:endParaRPr lang="en-US" sz="3200" b="0" strike="noStrike" spc="-1" dirty="0">
              <a:solidFill>
                <a:srgbClr val="000000"/>
              </a:solidFill>
              <a:latin typeface="Century Gothic"/>
            </a:endParaRPr>
          </a:p>
        </p:txBody>
      </p:sp>
      <p:grpSp>
        <p:nvGrpSpPr>
          <p:cNvPr id="6" name="Group 5">
            <a:extLst>
              <a:ext uri="{FF2B5EF4-FFF2-40B4-BE49-F238E27FC236}">
                <a16:creationId xmlns:a16="http://schemas.microsoft.com/office/drawing/2014/main" id="{42A0CE60-43C7-5BDE-C34B-BCEB643B6873}"/>
              </a:ext>
            </a:extLst>
          </p:cNvPr>
          <p:cNvGrpSpPr/>
          <p:nvPr/>
        </p:nvGrpSpPr>
        <p:grpSpPr>
          <a:xfrm>
            <a:off x="2594996" y="3991045"/>
            <a:ext cx="2466493" cy="1564134"/>
            <a:chOff x="2941055" y="2758205"/>
            <a:chExt cx="2466493" cy="1564134"/>
          </a:xfrm>
        </p:grpSpPr>
        <p:sp>
          <p:nvSpPr>
            <p:cNvPr id="29" name="TextBox 28">
              <a:extLst>
                <a:ext uri="{FF2B5EF4-FFF2-40B4-BE49-F238E27FC236}">
                  <a16:creationId xmlns:a16="http://schemas.microsoft.com/office/drawing/2014/main" id="{50EF08DE-650D-84D8-23E2-83CD379C9565}"/>
                </a:ext>
              </a:extLst>
            </p:cNvPr>
            <p:cNvSpPr txBox="1"/>
            <p:nvPr/>
          </p:nvSpPr>
          <p:spPr>
            <a:xfrm>
              <a:off x="3110894" y="2758205"/>
              <a:ext cx="2126816" cy="338554"/>
            </a:xfrm>
            <a:prstGeom prst="rect">
              <a:avLst/>
            </a:prstGeom>
            <a:noFill/>
          </p:spPr>
          <p:txBody>
            <a:bodyPr wrap="square" rtlCol="0">
              <a:spAutoFit/>
            </a:bodyPr>
            <a:lstStyle/>
            <a:p>
              <a:pPr algn="ctr"/>
              <a:r>
                <a:rPr lang="en-US" sz="1600" b="1" dirty="0"/>
                <a:t>Active compound</a:t>
              </a:r>
              <a:endParaRPr lang="de-DE" sz="1600" b="1" dirty="0"/>
            </a:p>
          </p:txBody>
        </p:sp>
        <p:pic>
          <p:nvPicPr>
            <p:cNvPr id="3" name="Picture 2">
              <a:extLst>
                <a:ext uri="{FF2B5EF4-FFF2-40B4-BE49-F238E27FC236}">
                  <a16:creationId xmlns:a16="http://schemas.microsoft.com/office/drawing/2014/main" id="{DDBAFE8B-CBB0-4161-AC30-9E26A3A7D934}"/>
                </a:ext>
              </a:extLst>
            </p:cNvPr>
            <p:cNvPicPr>
              <a:picLocks noChangeAspect="1"/>
            </p:cNvPicPr>
            <p:nvPr/>
          </p:nvPicPr>
          <p:blipFill rotWithShape="1">
            <a:blip r:embed="rId3"/>
            <a:srcRect l="14178" t="23063" r="12404" b="17553"/>
            <a:stretch/>
          </p:blipFill>
          <p:spPr>
            <a:xfrm>
              <a:off x="2941055" y="3200145"/>
              <a:ext cx="2466493" cy="1122194"/>
            </a:xfrm>
            <a:prstGeom prst="rect">
              <a:avLst/>
            </a:prstGeom>
          </p:spPr>
        </p:pic>
      </p:grpSp>
      <p:sp>
        <p:nvSpPr>
          <p:cNvPr id="8" name="TextBox 7">
            <a:extLst>
              <a:ext uri="{FF2B5EF4-FFF2-40B4-BE49-F238E27FC236}">
                <a16:creationId xmlns:a16="http://schemas.microsoft.com/office/drawing/2014/main" id="{AFDF3C02-C447-FC59-76A6-9624BCA2E3FD}"/>
              </a:ext>
            </a:extLst>
          </p:cNvPr>
          <p:cNvSpPr txBox="1"/>
          <p:nvPr/>
        </p:nvSpPr>
        <p:spPr>
          <a:xfrm>
            <a:off x="5230970" y="3917644"/>
            <a:ext cx="3645438" cy="2200602"/>
          </a:xfrm>
          <a:prstGeom prst="rect">
            <a:avLst/>
          </a:prstGeom>
          <a:noFill/>
        </p:spPr>
        <p:txBody>
          <a:bodyPr wrap="square">
            <a:spAutoFit/>
          </a:bodyPr>
          <a:lstStyle/>
          <a:p>
            <a:pPr algn="ctr"/>
            <a:r>
              <a:rPr lang="en-US" sz="1100" b="1" dirty="0" err="1"/>
              <a:t>EdgeSHAPer</a:t>
            </a:r>
            <a:r>
              <a:rPr lang="en-US" sz="1100" b="1" dirty="0"/>
              <a:t> insights – Active</a:t>
            </a:r>
          </a:p>
          <a:p>
            <a:pPr marL="171450" indent="-171450" algn="just">
              <a:buFont typeface="Arial" panose="020B0604020202020204" pitchFamily="34" charset="0"/>
              <a:buChar char="•"/>
            </a:pPr>
            <a:endParaRPr lang="en-US" sz="700" b="1" dirty="0"/>
          </a:p>
          <a:p>
            <a:pPr algn="l">
              <a:buFont typeface="+mj-lt"/>
              <a:buAutoNum type="arabicPeriod"/>
            </a:pPr>
            <a:r>
              <a:rPr lang="en-US" sz="700" b="1" i="0" dirty="0">
                <a:effectLst/>
              </a:rPr>
              <a:t> Piperazine Ring Bonds Dominate</a:t>
            </a:r>
            <a:r>
              <a:rPr lang="en-US" sz="700" b="0" i="0" dirty="0">
                <a:effectLst/>
              </a:rPr>
              <a:t> (φ = 0.116, 0.101, 0.095)</a:t>
            </a:r>
          </a:p>
          <a:p>
            <a:pPr marL="628650" lvl="1" indent="-171450">
              <a:buFont typeface="Arial" panose="020B0604020202020204" pitchFamily="34" charset="0"/>
              <a:buChar char="•"/>
            </a:pPr>
            <a:r>
              <a:rPr lang="en-US" sz="700" b="0" i="0" dirty="0">
                <a:effectLst/>
              </a:rPr>
              <a:t>The C-N and C-C bonds within the </a:t>
            </a:r>
            <a:r>
              <a:rPr lang="en-US" sz="700" b="1" i="0" dirty="0">
                <a:effectLst/>
              </a:rPr>
              <a:t>piperazine ring </a:t>
            </a:r>
            <a:r>
              <a:rPr lang="en-US" sz="700" b="0" i="0" dirty="0">
                <a:effectLst/>
              </a:rPr>
              <a:t>show the highest positive SHAP values</a:t>
            </a:r>
          </a:p>
          <a:p>
            <a:pPr marL="628650" lvl="1" indent="-171450">
              <a:buFont typeface="Arial" panose="020B0604020202020204" pitchFamily="34" charset="0"/>
              <a:buChar char="•"/>
            </a:pPr>
            <a:r>
              <a:rPr lang="en-US" sz="700" b="0" i="0" dirty="0">
                <a:effectLst/>
              </a:rPr>
              <a:t>This suggests the model associates the </a:t>
            </a:r>
            <a:r>
              <a:rPr lang="en-US" sz="700" b="1" i="0" dirty="0">
                <a:effectLst/>
              </a:rPr>
              <a:t>piperazine scaffold with activity</a:t>
            </a:r>
          </a:p>
          <a:p>
            <a:pPr marL="628650" lvl="1" indent="-171450">
              <a:buFont typeface="Arial" panose="020B0604020202020204" pitchFamily="34" charset="0"/>
              <a:buChar char="•"/>
            </a:pPr>
            <a:r>
              <a:rPr lang="en-US" sz="700" b="0" i="0" dirty="0">
                <a:effectLst/>
              </a:rPr>
              <a:t>Piperazine is a </a:t>
            </a:r>
            <a:r>
              <a:rPr lang="en-US" sz="700" b="1" i="0" dirty="0">
                <a:effectLst/>
              </a:rPr>
              <a:t>common pharmacophore </a:t>
            </a:r>
            <a:r>
              <a:rPr lang="en-US" sz="700" b="0" i="0" dirty="0">
                <a:effectLst/>
              </a:rPr>
              <a:t>in bioactive molecules</a:t>
            </a:r>
          </a:p>
          <a:p>
            <a:pPr marL="628650" lvl="1" indent="-171450">
              <a:buFont typeface="Arial" panose="020B0604020202020204" pitchFamily="34" charset="0"/>
              <a:buChar char="•"/>
            </a:pPr>
            <a:endParaRPr lang="en-US" sz="700" b="0" i="0" dirty="0">
              <a:effectLst/>
            </a:endParaRPr>
          </a:p>
          <a:p>
            <a:pPr>
              <a:buFont typeface="+mj-lt"/>
              <a:buAutoNum type="arabicPeriod"/>
            </a:pPr>
            <a:r>
              <a:rPr lang="en-US" sz="700" b="1" i="0" dirty="0">
                <a:effectLst/>
              </a:rPr>
              <a:t> </a:t>
            </a:r>
            <a:r>
              <a:rPr lang="en-US" sz="700" b="1" i="0" dirty="0" err="1">
                <a:effectLst/>
              </a:rPr>
              <a:t>Dichlorophenyl</a:t>
            </a:r>
            <a:r>
              <a:rPr lang="en-US" sz="700" b="1" i="0" dirty="0">
                <a:effectLst/>
              </a:rPr>
              <a:t> Substitution Pattern</a:t>
            </a:r>
          </a:p>
          <a:p>
            <a:pPr marL="628650" lvl="1" indent="-171450">
              <a:buFont typeface="Arial" panose="020B0604020202020204" pitchFamily="34" charset="0"/>
              <a:buChar char="•"/>
            </a:pPr>
            <a:r>
              <a:rPr lang="en-US" sz="700" b="0" i="0" dirty="0">
                <a:effectLst/>
              </a:rPr>
              <a:t>The presence of </a:t>
            </a:r>
            <a:r>
              <a:rPr lang="en-US" sz="700" b="1" i="0" dirty="0">
                <a:effectLst/>
              </a:rPr>
              <a:t>two chlorine</a:t>
            </a:r>
            <a:r>
              <a:rPr lang="en-US" sz="700" b="0" i="0" dirty="0">
                <a:effectLst/>
              </a:rPr>
              <a:t> atoms on the phenyl ring contributes positively</a:t>
            </a:r>
          </a:p>
          <a:p>
            <a:pPr marL="628650" lvl="1" indent="-171450">
              <a:buFont typeface="Arial" panose="020B0604020202020204" pitchFamily="34" charset="0"/>
              <a:buChar char="•"/>
            </a:pPr>
            <a:r>
              <a:rPr lang="en-US" sz="700" b="0" i="0" dirty="0">
                <a:effectLst/>
              </a:rPr>
              <a:t>Halogenated aromatic systems are often associated with improved </a:t>
            </a:r>
            <a:r>
              <a:rPr lang="en-US" sz="700" b="1" i="0" dirty="0">
                <a:effectLst/>
              </a:rPr>
              <a:t>binding affinity</a:t>
            </a:r>
          </a:p>
          <a:p>
            <a:pPr marL="628650" lvl="1" indent="-171450">
              <a:buFont typeface="Arial" panose="020B0604020202020204" pitchFamily="34" charset="0"/>
              <a:buChar char="•"/>
            </a:pPr>
            <a:endParaRPr lang="en-US" sz="700" b="1" i="0" dirty="0">
              <a:effectLst/>
            </a:endParaRPr>
          </a:p>
          <a:p>
            <a:pPr>
              <a:buFont typeface="+mj-lt"/>
              <a:buAutoNum type="arabicPeriod"/>
            </a:pPr>
            <a:r>
              <a:rPr lang="en-US" sz="700" b="1" i="0" dirty="0">
                <a:effectLst/>
              </a:rPr>
              <a:t> Amide-Alkene Linker</a:t>
            </a:r>
            <a:endParaRPr lang="en-US" sz="700" b="0" i="0" dirty="0">
              <a:effectLst/>
            </a:endParaRPr>
          </a:p>
          <a:p>
            <a:pPr marL="628650" lvl="1" indent="-171450">
              <a:buFont typeface="Arial" panose="020B0604020202020204" pitchFamily="34" charset="0"/>
              <a:buChar char="•"/>
            </a:pPr>
            <a:r>
              <a:rPr lang="en-US" sz="700" b="1" i="0" dirty="0">
                <a:effectLst/>
              </a:rPr>
              <a:t>The C-C bonds in the alkene linker </a:t>
            </a:r>
            <a:r>
              <a:rPr lang="en-US" sz="700" b="0" i="0" dirty="0">
                <a:effectLst/>
              </a:rPr>
              <a:t>(φ = 0.089, 0.070) contribute positively</a:t>
            </a:r>
          </a:p>
          <a:p>
            <a:pPr marL="628650" lvl="1" indent="-171450">
              <a:buFont typeface="Arial" panose="020B0604020202020204" pitchFamily="34" charset="0"/>
              <a:buChar char="•"/>
            </a:pPr>
            <a:r>
              <a:rPr lang="en-US" sz="700" b="0" i="0" dirty="0">
                <a:effectLst/>
              </a:rPr>
              <a:t>This flexible </a:t>
            </a:r>
            <a:r>
              <a:rPr lang="en-US" sz="700" b="1" i="0" dirty="0">
                <a:effectLst/>
              </a:rPr>
              <a:t>linker</a:t>
            </a:r>
            <a:r>
              <a:rPr lang="en-US" sz="700" b="0" i="0" dirty="0">
                <a:effectLst/>
              </a:rPr>
              <a:t> allows optimal positioning of </a:t>
            </a:r>
            <a:r>
              <a:rPr lang="en-US" sz="700" b="1" i="0" dirty="0">
                <a:effectLst/>
              </a:rPr>
              <a:t>pharmacophores</a:t>
            </a:r>
            <a:endParaRPr lang="en-US" sz="800" b="1" i="0" dirty="0">
              <a:effectLst/>
            </a:endParaRPr>
          </a:p>
        </p:txBody>
      </p:sp>
      <p:pic>
        <p:nvPicPr>
          <p:cNvPr id="18" name="Graphic 17" descr="Checkmark with solid fill">
            <a:extLst>
              <a:ext uri="{FF2B5EF4-FFF2-40B4-BE49-F238E27FC236}">
                <a16:creationId xmlns:a16="http://schemas.microsoft.com/office/drawing/2014/main" id="{04979C52-4551-D6EA-476A-D42A18C94AE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89623" y="1274306"/>
            <a:ext cx="527050" cy="527050"/>
          </a:xfrm>
          <a:prstGeom prst="rect">
            <a:avLst/>
          </a:prstGeom>
        </p:spPr>
      </p:pic>
      <p:pic>
        <p:nvPicPr>
          <p:cNvPr id="26" name="Graphic 25" descr="Question mark with solid fill">
            <a:extLst>
              <a:ext uri="{FF2B5EF4-FFF2-40B4-BE49-F238E27FC236}">
                <a16:creationId xmlns:a16="http://schemas.microsoft.com/office/drawing/2014/main" id="{3E33E967-C3BD-4D69-1179-0889371B10E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35643" y="2498240"/>
            <a:ext cx="635013" cy="635013"/>
          </a:xfrm>
          <a:prstGeom prst="rect">
            <a:avLst/>
          </a:prstGeom>
        </p:spPr>
      </p:pic>
      <p:pic>
        <p:nvPicPr>
          <p:cNvPr id="27" name="Graphic 26" descr="Question mark with solid fill">
            <a:extLst>
              <a:ext uri="{FF2B5EF4-FFF2-40B4-BE49-F238E27FC236}">
                <a16:creationId xmlns:a16="http://schemas.microsoft.com/office/drawing/2014/main" id="{D0051B78-F499-359A-00CE-FD140196DDE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35642" y="1831219"/>
            <a:ext cx="635013" cy="635013"/>
          </a:xfrm>
          <a:prstGeom prst="rect">
            <a:avLst/>
          </a:prstGeom>
        </p:spPr>
      </p:pic>
      <p:sp>
        <p:nvSpPr>
          <p:cNvPr id="2" name="Rectangle 1">
            <a:extLst>
              <a:ext uri="{FF2B5EF4-FFF2-40B4-BE49-F238E27FC236}">
                <a16:creationId xmlns:a16="http://schemas.microsoft.com/office/drawing/2014/main" id="{24A05E0D-4323-D05F-77FC-98F77E02157A}"/>
              </a:ext>
            </a:extLst>
          </p:cNvPr>
          <p:cNvSpPr/>
          <p:nvPr/>
        </p:nvSpPr>
        <p:spPr>
          <a:xfrm>
            <a:off x="223305" y="3843276"/>
            <a:ext cx="1366041" cy="1979176"/>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5" name="Graphic 4" descr="Customer review with solid fill">
            <a:extLst>
              <a:ext uri="{FF2B5EF4-FFF2-40B4-BE49-F238E27FC236}">
                <a16:creationId xmlns:a16="http://schemas.microsoft.com/office/drawing/2014/main" id="{58B39FB0-E1EF-90C8-42A2-2EB559F74D1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2708" y="4936096"/>
            <a:ext cx="827234" cy="827234"/>
          </a:xfrm>
          <a:prstGeom prst="rect">
            <a:avLst/>
          </a:prstGeom>
        </p:spPr>
      </p:pic>
      <p:pic>
        <p:nvPicPr>
          <p:cNvPr id="7" name="Picture 6">
            <a:extLst>
              <a:ext uri="{FF2B5EF4-FFF2-40B4-BE49-F238E27FC236}">
                <a16:creationId xmlns:a16="http://schemas.microsoft.com/office/drawing/2014/main" id="{BB2A4E6A-041E-EEB7-E3B0-9667AD6A2D53}"/>
              </a:ext>
            </a:extLst>
          </p:cNvPr>
          <p:cNvPicPr>
            <a:picLocks noChangeAspect="1"/>
          </p:cNvPicPr>
          <p:nvPr/>
        </p:nvPicPr>
        <p:blipFill>
          <a:blip r:embed="rId10"/>
          <a:stretch>
            <a:fillRect/>
          </a:stretch>
        </p:blipFill>
        <p:spPr>
          <a:xfrm>
            <a:off x="323946" y="3943981"/>
            <a:ext cx="1164759" cy="761328"/>
          </a:xfrm>
          <a:prstGeom prst="rect">
            <a:avLst/>
          </a:prstGeom>
        </p:spPr>
      </p:pic>
    </p:spTree>
    <p:extLst>
      <p:ext uri="{BB962C8B-B14F-4D97-AF65-F5344CB8AC3E}">
        <p14:creationId xmlns:p14="http://schemas.microsoft.com/office/powerpoint/2010/main" val="4287584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25" name="Arrow: Right 24">
            <a:extLst>
              <a:ext uri="{FF2B5EF4-FFF2-40B4-BE49-F238E27FC236}">
                <a16:creationId xmlns:a16="http://schemas.microsoft.com/office/drawing/2014/main" id="{8E792690-D447-952D-A5E7-853CC5FB33BB}"/>
              </a:ext>
            </a:extLst>
          </p:cNvPr>
          <p:cNvSpPr/>
          <p:nvPr/>
        </p:nvSpPr>
        <p:spPr>
          <a:xfrm>
            <a:off x="1843877" y="4670604"/>
            <a:ext cx="496588" cy="2792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a:t>
            </a:r>
            <a:r>
              <a:rPr lang="en-US" sz="3200" spc="-1" dirty="0">
                <a:solidFill>
                  <a:srgbClr val="0064C8"/>
                </a:solidFill>
                <a:latin typeface="Century Gothic"/>
              </a:rPr>
              <a:t>3</a:t>
            </a:r>
            <a:endParaRPr lang="en-US" sz="3200" b="0" strike="noStrike" spc="-1" dirty="0">
              <a:solidFill>
                <a:srgbClr val="000000"/>
              </a:solidFill>
              <a:latin typeface="Century Gothic"/>
            </a:endParaRPr>
          </a:p>
        </p:txBody>
      </p:sp>
      <p:sp>
        <p:nvSpPr>
          <p:cNvPr id="4" name="PlaceHolder 2">
            <a:extLst>
              <a:ext uri="{FF2B5EF4-FFF2-40B4-BE49-F238E27FC236}">
                <a16:creationId xmlns:a16="http://schemas.microsoft.com/office/drawing/2014/main" id="{358653B1-D495-4911-55CF-393D4E916619}"/>
              </a:ext>
            </a:extLst>
          </p:cNvPr>
          <p:cNvSpPr txBox="1">
            <a:spLocks/>
          </p:cNvSpPr>
          <p:nvPr/>
        </p:nvSpPr>
        <p:spPr>
          <a:xfrm>
            <a:off x="380879" y="1375728"/>
            <a:ext cx="8172571" cy="2193788"/>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spcAft>
                <a:spcPts val="601"/>
              </a:spcAft>
              <a:buClr>
                <a:srgbClr val="0064C8"/>
              </a:buClr>
              <a:buFont typeface="Wingdings" panose="05000000000000000000" pitchFamily="2" charset="2"/>
              <a:buChar char="§"/>
            </a:pPr>
            <a:r>
              <a:rPr lang="en-US" sz="2000" spc="-1" dirty="0">
                <a:latin typeface="Century Gothic"/>
              </a:rPr>
              <a:t>Identifies the </a:t>
            </a:r>
            <a:r>
              <a:rPr lang="en-US" sz="2000" spc="-1" dirty="0">
                <a:solidFill>
                  <a:srgbClr val="0064C8"/>
                </a:solidFill>
                <a:latin typeface="Century Gothic"/>
              </a:rPr>
              <a:t>Methyl-Phenyl bond </a:t>
            </a:r>
            <a:r>
              <a:rPr lang="en-US" sz="2000" spc="-1" dirty="0">
                <a:latin typeface="Century Gothic"/>
              </a:rPr>
              <a:t>as the main positive contributor</a:t>
            </a:r>
          </a:p>
          <a:p>
            <a:pPr>
              <a:lnSpc>
                <a:spcPct val="100000"/>
              </a:lnSpc>
              <a:spcBef>
                <a:spcPts val="400"/>
              </a:spcBef>
              <a:spcAft>
                <a:spcPts val="601"/>
              </a:spcAft>
              <a:buClr>
                <a:srgbClr val="0064C8"/>
              </a:buClr>
              <a:buFont typeface="Wingdings" panose="05000000000000000000" pitchFamily="2" charset="2"/>
              <a:buChar char="§"/>
            </a:pPr>
            <a:r>
              <a:rPr lang="en-US" sz="2000" spc="-1" dirty="0">
                <a:solidFill>
                  <a:srgbClr val="0064C8"/>
                </a:solidFill>
                <a:latin typeface="Century Gothic"/>
              </a:rPr>
              <a:t>Sulfonamide group </a:t>
            </a:r>
            <a:r>
              <a:rPr lang="en-US" sz="2000" spc="-1" dirty="0">
                <a:latin typeface="Century Gothic"/>
              </a:rPr>
              <a:t>with a low positive contribution towards the active class</a:t>
            </a:r>
          </a:p>
          <a:p>
            <a:pPr>
              <a:lnSpc>
                <a:spcPct val="100000"/>
              </a:lnSpc>
              <a:spcBef>
                <a:spcPts val="400"/>
              </a:spcBef>
              <a:spcAft>
                <a:spcPts val="601"/>
              </a:spcAft>
              <a:buClr>
                <a:srgbClr val="0064C8"/>
              </a:buClr>
              <a:buFont typeface="Wingdings" panose="05000000000000000000" pitchFamily="2" charset="2"/>
              <a:buChar char="§"/>
            </a:pPr>
            <a:r>
              <a:rPr lang="en-US" sz="2000" spc="-1" dirty="0">
                <a:latin typeface="Century Gothic"/>
              </a:rPr>
              <a:t>Refers to </a:t>
            </a:r>
            <a:r>
              <a:rPr lang="en-US" sz="2000" spc="-1" dirty="0" err="1">
                <a:solidFill>
                  <a:srgbClr val="0064C8"/>
                </a:solidFill>
                <a:latin typeface="Century Gothic"/>
              </a:rPr>
              <a:t>Adamantanol</a:t>
            </a:r>
            <a:r>
              <a:rPr lang="en-US" sz="2000" b="1" spc="-1" dirty="0">
                <a:latin typeface="Century Gothic"/>
              </a:rPr>
              <a:t> </a:t>
            </a:r>
            <a:r>
              <a:rPr lang="en-US" sz="2000" spc="-1" dirty="0">
                <a:latin typeface="Century Gothic"/>
              </a:rPr>
              <a:t>as a terpenoid structure, which is not correct </a:t>
            </a:r>
          </a:p>
          <a:p>
            <a:pPr lvl="1">
              <a:lnSpc>
                <a:spcPct val="100000"/>
              </a:lnSpc>
              <a:spcBef>
                <a:spcPts val="400"/>
              </a:spcBef>
              <a:spcAft>
                <a:spcPts val="601"/>
              </a:spcAft>
              <a:buClr>
                <a:srgbClr val="0064C8"/>
              </a:buClr>
              <a:buFont typeface="Symbol" panose="05050102010706020507" pitchFamily="18" charset="2"/>
              <a:buChar char="-"/>
            </a:pPr>
            <a:endParaRPr lang="en-US" sz="1600" spc="-1" dirty="0">
              <a:latin typeface="Century Gothic"/>
            </a:endParaRPr>
          </a:p>
          <a:p>
            <a:pPr marL="0" indent="0">
              <a:lnSpc>
                <a:spcPct val="100000"/>
              </a:lnSpc>
              <a:spcBef>
                <a:spcPts val="400"/>
              </a:spcBef>
              <a:spcAft>
                <a:spcPts val="601"/>
              </a:spcAft>
              <a:buClr>
                <a:srgbClr val="0064C8"/>
              </a:buClr>
              <a:buNone/>
            </a:pPr>
            <a:endParaRPr lang="en-US" sz="2000" spc="-1" dirty="0">
              <a:latin typeface="Century Gothic"/>
            </a:endParaRPr>
          </a:p>
          <a:p>
            <a:pPr marL="0" indent="0">
              <a:lnSpc>
                <a:spcPct val="100000"/>
              </a:lnSpc>
              <a:spcBef>
                <a:spcPts val="400"/>
              </a:spcBef>
              <a:spcAft>
                <a:spcPts val="601"/>
              </a:spcAft>
              <a:buClr>
                <a:srgbClr val="0064C8"/>
              </a:buClr>
              <a:buNone/>
            </a:pPr>
            <a:endParaRPr lang="en-US" sz="2000" spc="-1" dirty="0">
              <a:solidFill>
                <a:srgbClr val="000000"/>
              </a:solidFill>
              <a:latin typeface="Century Gothic"/>
            </a:endParaRPr>
          </a:p>
        </p:txBody>
      </p:sp>
      <p:grpSp>
        <p:nvGrpSpPr>
          <p:cNvPr id="2" name="Group 1">
            <a:extLst>
              <a:ext uri="{FF2B5EF4-FFF2-40B4-BE49-F238E27FC236}">
                <a16:creationId xmlns:a16="http://schemas.microsoft.com/office/drawing/2014/main" id="{14CBD34C-FCBA-71F3-EBFC-305619AA32A9}"/>
              </a:ext>
            </a:extLst>
          </p:cNvPr>
          <p:cNvGrpSpPr/>
          <p:nvPr/>
        </p:nvGrpSpPr>
        <p:grpSpPr>
          <a:xfrm>
            <a:off x="2679784" y="3991045"/>
            <a:ext cx="2126815" cy="1725578"/>
            <a:chOff x="6076139" y="2758205"/>
            <a:chExt cx="2126815" cy="1725578"/>
          </a:xfrm>
        </p:grpSpPr>
        <p:sp>
          <p:nvSpPr>
            <p:cNvPr id="5" name="TextBox 4">
              <a:extLst>
                <a:ext uri="{FF2B5EF4-FFF2-40B4-BE49-F238E27FC236}">
                  <a16:creationId xmlns:a16="http://schemas.microsoft.com/office/drawing/2014/main" id="{0966F418-389B-3DE0-2DB8-DCD52D2966D4}"/>
                </a:ext>
              </a:extLst>
            </p:cNvPr>
            <p:cNvSpPr txBox="1"/>
            <p:nvPr/>
          </p:nvSpPr>
          <p:spPr>
            <a:xfrm>
              <a:off x="6076139" y="2758205"/>
              <a:ext cx="2126815" cy="338554"/>
            </a:xfrm>
            <a:prstGeom prst="rect">
              <a:avLst/>
            </a:prstGeom>
            <a:noFill/>
          </p:spPr>
          <p:txBody>
            <a:bodyPr wrap="square" rtlCol="0">
              <a:spAutoFit/>
            </a:bodyPr>
            <a:lstStyle/>
            <a:p>
              <a:pPr algn="ctr"/>
              <a:r>
                <a:rPr lang="en-US" sz="1600" b="1" dirty="0"/>
                <a:t>Inactive compound</a:t>
              </a:r>
              <a:endParaRPr lang="de-DE" sz="1600" b="1" dirty="0"/>
            </a:p>
          </p:txBody>
        </p:sp>
        <p:pic>
          <p:nvPicPr>
            <p:cNvPr id="7" name="Picture 6">
              <a:extLst>
                <a:ext uri="{FF2B5EF4-FFF2-40B4-BE49-F238E27FC236}">
                  <a16:creationId xmlns:a16="http://schemas.microsoft.com/office/drawing/2014/main" id="{DDF49638-4116-6653-2A71-CD1489B0FC1E}"/>
                </a:ext>
              </a:extLst>
            </p:cNvPr>
            <p:cNvPicPr>
              <a:picLocks noChangeAspect="1"/>
            </p:cNvPicPr>
            <p:nvPr/>
          </p:nvPicPr>
          <p:blipFill rotWithShape="1">
            <a:blip r:embed="rId3"/>
            <a:srcRect l="21987" t="10910" r="18256" b="12719"/>
            <a:stretch/>
          </p:blipFill>
          <p:spPr>
            <a:xfrm>
              <a:off x="6218752" y="3151584"/>
              <a:ext cx="1853106" cy="1332199"/>
            </a:xfrm>
            <a:prstGeom prst="rect">
              <a:avLst/>
            </a:prstGeom>
          </p:spPr>
        </p:pic>
      </p:grpSp>
      <p:sp>
        <p:nvSpPr>
          <p:cNvPr id="9" name="TextBox 8">
            <a:extLst>
              <a:ext uri="{FF2B5EF4-FFF2-40B4-BE49-F238E27FC236}">
                <a16:creationId xmlns:a16="http://schemas.microsoft.com/office/drawing/2014/main" id="{BD0ED0A6-6E67-1235-3A14-5224423BB05F}"/>
              </a:ext>
            </a:extLst>
          </p:cNvPr>
          <p:cNvSpPr txBox="1"/>
          <p:nvPr/>
        </p:nvSpPr>
        <p:spPr>
          <a:xfrm>
            <a:off x="5189013" y="3917644"/>
            <a:ext cx="3821378" cy="2092881"/>
          </a:xfrm>
          <a:prstGeom prst="rect">
            <a:avLst/>
          </a:prstGeom>
          <a:noFill/>
        </p:spPr>
        <p:txBody>
          <a:bodyPr wrap="square">
            <a:spAutoFit/>
          </a:bodyPr>
          <a:lstStyle/>
          <a:p>
            <a:pPr algn="ctr"/>
            <a:r>
              <a:rPr lang="en-US" sz="1100" b="1" dirty="0" err="1"/>
              <a:t>EdgeSHAPer</a:t>
            </a:r>
            <a:r>
              <a:rPr lang="en-US" sz="1100" b="1" dirty="0"/>
              <a:t> insights – Inactive</a:t>
            </a:r>
          </a:p>
          <a:p>
            <a:pPr marL="171450" indent="-171450" algn="just">
              <a:buFont typeface="Arial" panose="020B0604020202020204" pitchFamily="34" charset="0"/>
              <a:buChar char="•"/>
            </a:pPr>
            <a:endParaRPr lang="en-US" sz="700" b="1" dirty="0"/>
          </a:p>
          <a:p>
            <a:pPr algn="l">
              <a:buFont typeface="+mj-lt"/>
              <a:buAutoNum type="arabicPeriod"/>
            </a:pPr>
            <a:r>
              <a:rPr lang="en-US" sz="700" b="1" i="0" dirty="0">
                <a:effectLst/>
              </a:rPr>
              <a:t> Methyl-Phenyl Bond Dominates </a:t>
            </a:r>
            <a:r>
              <a:rPr lang="en-US" sz="700" i="0" dirty="0">
                <a:effectLst/>
              </a:rPr>
              <a:t>(φ = 0.283)</a:t>
            </a:r>
          </a:p>
          <a:p>
            <a:pPr marL="628650" lvl="1" indent="-171450">
              <a:buFont typeface="Arial" panose="020B0604020202020204" pitchFamily="34" charset="0"/>
              <a:buChar char="•"/>
            </a:pPr>
            <a:r>
              <a:rPr lang="en-US" sz="700" i="0" dirty="0">
                <a:effectLst/>
              </a:rPr>
              <a:t>The</a:t>
            </a:r>
            <a:r>
              <a:rPr lang="en-US" sz="700" b="1" i="0" dirty="0">
                <a:effectLst/>
              </a:rPr>
              <a:t> C-C bond between methyl and phenyl </a:t>
            </a:r>
            <a:r>
              <a:rPr lang="en-US" sz="700" i="0" dirty="0">
                <a:effectLst/>
              </a:rPr>
              <a:t>has an extremely </a:t>
            </a:r>
            <a:r>
              <a:rPr lang="en-US" sz="700" b="1" i="0" dirty="0">
                <a:effectLst/>
              </a:rPr>
              <a:t>high</a:t>
            </a:r>
            <a:r>
              <a:rPr lang="en-US" sz="700" i="0" dirty="0">
                <a:effectLst/>
              </a:rPr>
              <a:t> SHAP value</a:t>
            </a:r>
          </a:p>
          <a:p>
            <a:pPr marL="628650" lvl="1" indent="-171450">
              <a:buFont typeface="Arial" panose="020B0604020202020204" pitchFamily="34" charset="0"/>
              <a:buChar char="•"/>
            </a:pPr>
            <a:r>
              <a:rPr lang="en-US" sz="700" i="0" dirty="0">
                <a:effectLst/>
              </a:rPr>
              <a:t>This suggests the model associates </a:t>
            </a:r>
            <a:r>
              <a:rPr lang="en-US" sz="700" b="1" i="0" dirty="0">
                <a:effectLst/>
              </a:rPr>
              <a:t>simple alkyl-phenyl systems </a:t>
            </a:r>
            <a:r>
              <a:rPr lang="en-US" sz="700" i="0" dirty="0">
                <a:effectLst/>
              </a:rPr>
              <a:t>with inactivity</a:t>
            </a:r>
          </a:p>
          <a:p>
            <a:pPr marL="628650" lvl="1" indent="-171450">
              <a:buFont typeface="Arial" panose="020B0604020202020204" pitchFamily="34" charset="0"/>
              <a:buChar char="•"/>
            </a:pPr>
            <a:r>
              <a:rPr lang="en-US" sz="700" b="1" i="0" dirty="0">
                <a:effectLst/>
              </a:rPr>
              <a:t>Lack</a:t>
            </a:r>
            <a:r>
              <a:rPr lang="en-US" sz="700" i="0" dirty="0">
                <a:effectLst/>
              </a:rPr>
              <a:t> of </a:t>
            </a:r>
            <a:r>
              <a:rPr lang="en-US" sz="700" b="1" i="0" dirty="0">
                <a:effectLst/>
              </a:rPr>
              <a:t>complex pharmacophore </a:t>
            </a:r>
            <a:r>
              <a:rPr lang="en-US" sz="700" i="0" dirty="0">
                <a:effectLst/>
              </a:rPr>
              <a:t>reduces activity likelihood</a:t>
            </a:r>
          </a:p>
          <a:p>
            <a:pPr marL="628650" lvl="1" indent="-171450">
              <a:buFont typeface="Arial" panose="020B0604020202020204" pitchFamily="34" charset="0"/>
              <a:buChar char="•"/>
            </a:pPr>
            <a:endParaRPr lang="en-US" sz="700" i="0" dirty="0">
              <a:effectLst/>
            </a:endParaRPr>
          </a:p>
          <a:p>
            <a:pPr algn="l">
              <a:buFont typeface="+mj-lt"/>
              <a:buAutoNum type="arabicPeriod"/>
            </a:pPr>
            <a:r>
              <a:rPr lang="en-US" sz="700" b="1" i="0" dirty="0">
                <a:effectLst/>
              </a:rPr>
              <a:t> Sulfonamide Group</a:t>
            </a:r>
          </a:p>
          <a:p>
            <a:pPr marL="628650" lvl="1" indent="-171450">
              <a:buFont typeface="Arial" panose="020B0604020202020204" pitchFamily="34" charset="0"/>
              <a:buChar char="•"/>
            </a:pPr>
            <a:r>
              <a:rPr lang="en-US" sz="700" i="0" dirty="0">
                <a:effectLst/>
              </a:rPr>
              <a:t>The </a:t>
            </a:r>
            <a:r>
              <a:rPr lang="en-US" sz="700" b="1" i="0" dirty="0">
                <a:effectLst/>
              </a:rPr>
              <a:t>S-N bond </a:t>
            </a:r>
            <a:r>
              <a:rPr lang="en-US" sz="700" i="0" dirty="0">
                <a:effectLst/>
              </a:rPr>
              <a:t>(φ = 0.013) </a:t>
            </a:r>
            <a:r>
              <a:rPr lang="en-US" sz="700" b="1" i="0" dirty="0">
                <a:effectLst/>
              </a:rPr>
              <a:t>and S=O </a:t>
            </a:r>
            <a:r>
              <a:rPr lang="en-US" sz="700" i="0" dirty="0">
                <a:effectLst/>
              </a:rPr>
              <a:t>bonds (φ = 0.003) have low positive contributions</a:t>
            </a:r>
          </a:p>
          <a:p>
            <a:pPr marL="628650" lvl="1" indent="-171450">
              <a:buFont typeface="Arial" panose="020B0604020202020204" pitchFamily="34" charset="0"/>
              <a:buChar char="•"/>
            </a:pPr>
            <a:r>
              <a:rPr lang="en-US" sz="700" b="1" i="0" dirty="0">
                <a:effectLst/>
              </a:rPr>
              <a:t>Sulfonamides</a:t>
            </a:r>
            <a:r>
              <a:rPr lang="en-US" sz="700" i="0" dirty="0">
                <a:effectLst/>
              </a:rPr>
              <a:t> in this context may </a:t>
            </a:r>
            <a:r>
              <a:rPr lang="en-US" sz="700" b="1" i="0" dirty="0">
                <a:effectLst/>
              </a:rPr>
              <a:t>not</a:t>
            </a:r>
            <a:r>
              <a:rPr lang="en-US" sz="700" i="0" dirty="0">
                <a:effectLst/>
              </a:rPr>
              <a:t> </a:t>
            </a:r>
            <a:r>
              <a:rPr lang="en-US" sz="700" b="1" i="0" dirty="0">
                <a:effectLst/>
              </a:rPr>
              <a:t>contribute</a:t>
            </a:r>
            <a:r>
              <a:rPr lang="en-US" sz="700" i="0" dirty="0">
                <a:effectLst/>
              </a:rPr>
              <a:t> to the target activity</a:t>
            </a:r>
          </a:p>
          <a:p>
            <a:pPr marL="628650" lvl="1" indent="-171450">
              <a:buFont typeface="Arial" panose="020B0604020202020204" pitchFamily="34" charset="0"/>
              <a:buChar char="•"/>
            </a:pPr>
            <a:endParaRPr lang="en-US" sz="700" i="0" dirty="0">
              <a:effectLst/>
            </a:endParaRPr>
          </a:p>
          <a:p>
            <a:pPr algn="l">
              <a:buFont typeface="+mj-lt"/>
              <a:buAutoNum type="arabicPeriod"/>
            </a:pPr>
            <a:r>
              <a:rPr lang="en-US" sz="700" b="1" i="0" dirty="0">
                <a:effectLst/>
              </a:rPr>
              <a:t> Terpenoid Structure</a:t>
            </a:r>
          </a:p>
          <a:p>
            <a:pPr marL="628650" lvl="1" indent="-171450">
              <a:buFont typeface="Arial" panose="020B0604020202020204" pitchFamily="34" charset="0"/>
              <a:buChar char="•"/>
            </a:pPr>
            <a:r>
              <a:rPr lang="en-US" sz="700" i="0" dirty="0">
                <a:effectLst/>
              </a:rPr>
              <a:t>The </a:t>
            </a:r>
            <a:r>
              <a:rPr lang="en-US" sz="700" b="1" i="0" dirty="0">
                <a:effectLst/>
              </a:rPr>
              <a:t>bicyclic terpenoid structure </a:t>
            </a:r>
            <a:r>
              <a:rPr lang="en-US" sz="700" i="0" dirty="0">
                <a:effectLst/>
              </a:rPr>
              <a:t>with hydroxyl group shows minimal SHAP contribution</a:t>
            </a:r>
          </a:p>
          <a:p>
            <a:pPr marL="628650" lvl="1" indent="-171450">
              <a:buFont typeface="Arial" panose="020B0604020202020204" pitchFamily="34" charset="0"/>
              <a:buChar char="•"/>
            </a:pPr>
            <a:r>
              <a:rPr lang="en-US" sz="700" b="1" i="0" dirty="0">
                <a:effectLst/>
              </a:rPr>
              <a:t>Complex 3D </a:t>
            </a:r>
            <a:r>
              <a:rPr lang="en-US" sz="700" i="0" dirty="0">
                <a:effectLst/>
              </a:rPr>
              <a:t>structure may </a:t>
            </a:r>
            <a:r>
              <a:rPr lang="en-US" sz="700" b="1" i="0" dirty="0">
                <a:effectLst/>
              </a:rPr>
              <a:t>not align </a:t>
            </a:r>
            <a:r>
              <a:rPr lang="en-US" sz="700" i="0" dirty="0">
                <a:effectLst/>
              </a:rPr>
              <a:t>with target binding site</a:t>
            </a:r>
          </a:p>
        </p:txBody>
      </p:sp>
      <p:pic>
        <p:nvPicPr>
          <p:cNvPr id="12" name="Graphic 11" descr="Close with solid fill">
            <a:extLst>
              <a:ext uri="{FF2B5EF4-FFF2-40B4-BE49-F238E27FC236}">
                <a16:creationId xmlns:a16="http://schemas.microsoft.com/office/drawing/2014/main" id="{E5C1888B-18DC-9173-AA54-2F8A390BD04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24753" y="2891420"/>
            <a:ext cx="426266" cy="426266"/>
          </a:xfrm>
          <a:prstGeom prst="rect">
            <a:avLst/>
          </a:prstGeom>
        </p:spPr>
      </p:pic>
      <p:pic>
        <p:nvPicPr>
          <p:cNvPr id="14" name="Graphic 13" descr="Checkmark with solid fill">
            <a:extLst>
              <a:ext uri="{FF2B5EF4-FFF2-40B4-BE49-F238E27FC236}">
                <a16:creationId xmlns:a16="http://schemas.microsoft.com/office/drawing/2014/main" id="{A8688758-5D39-634F-E131-625A7F3076F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74361" y="1283590"/>
            <a:ext cx="527050" cy="527050"/>
          </a:xfrm>
          <a:prstGeom prst="rect">
            <a:avLst/>
          </a:prstGeom>
        </p:spPr>
      </p:pic>
      <p:pic>
        <p:nvPicPr>
          <p:cNvPr id="15" name="Graphic 14" descr="Checkmark with solid fill">
            <a:extLst>
              <a:ext uri="{FF2B5EF4-FFF2-40B4-BE49-F238E27FC236}">
                <a16:creationId xmlns:a16="http://schemas.microsoft.com/office/drawing/2014/main" id="{52ACF98C-197B-D9D5-355C-0AC3DAFB01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74361" y="2120048"/>
            <a:ext cx="527050" cy="527050"/>
          </a:xfrm>
          <a:prstGeom prst="rect">
            <a:avLst/>
          </a:prstGeom>
        </p:spPr>
      </p:pic>
      <p:sp>
        <p:nvSpPr>
          <p:cNvPr id="10" name="Rectangle 9">
            <a:extLst>
              <a:ext uri="{FF2B5EF4-FFF2-40B4-BE49-F238E27FC236}">
                <a16:creationId xmlns:a16="http://schemas.microsoft.com/office/drawing/2014/main" id="{AE37AA34-7138-EC42-1A14-6C807152AC02}"/>
              </a:ext>
            </a:extLst>
          </p:cNvPr>
          <p:cNvSpPr/>
          <p:nvPr/>
        </p:nvSpPr>
        <p:spPr>
          <a:xfrm>
            <a:off x="223305" y="3843276"/>
            <a:ext cx="1366041" cy="1979176"/>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11" name="Graphic 10" descr="Customer review with solid fill">
            <a:extLst>
              <a:ext uri="{FF2B5EF4-FFF2-40B4-BE49-F238E27FC236}">
                <a16:creationId xmlns:a16="http://schemas.microsoft.com/office/drawing/2014/main" id="{8CB85F61-54D1-66ED-6C35-184AECE9ED3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2708" y="4936096"/>
            <a:ext cx="827234" cy="827234"/>
          </a:xfrm>
          <a:prstGeom prst="rect">
            <a:avLst/>
          </a:prstGeom>
        </p:spPr>
      </p:pic>
      <p:pic>
        <p:nvPicPr>
          <p:cNvPr id="13" name="Picture 12">
            <a:extLst>
              <a:ext uri="{FF2B5EF4-FFF2-40B4-BE49-F238E27FC236}">
                <a16:creationId xmlns:a16="http://schemas.microsoft.com/office/drawing/2014/main" id="{A950904C-0A31-817E-63DB-B514142D7635}"/>
              </a:ext>
            </a:extLst>
          </p:cNvPr>
          <p:cNvPicPr>
            <a:picLocks noChangeAspect="1"/>
          </p:cNvPicPr>
          <p:nvPr/>
        </p:nvPicPr>
        <p:blipFill>
          <a:blip r:embed="rId10"/>
          <a:stretch>
            <a:fillRect/>
          </a:stretch>
        </p:blipFill>
        <p:spPr>
          <a:xfrm>
            <a:off x="323946" y="3943981"/>
            <a:ext cx="1164759" cy="761328"/>
          </a:xfrm>
          <a:prstGeom prst="rect">
            <a:avLst/>
          </a:prstGeom>
        </p:spPr>
      </p:pic>
    </p:spTree>
    <p:extLst>
      <p:ext uri="{BB962C8B-B14F-4D97-AF65-F5344CB8AC3E}">
        <p14:creationId xmlns:p14="http://schemas.microsoft.com/office/powerpoint/2010/main" val="1778208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4</a:t>
            </a:r>
            <a:endParaRPr lang="en-US" sz="3200" b="0" strike="noStrike" spc="-1" dirty="0">
              <a:solidFill>
                <a:srgbClr val="000000"/>
              </a:solidFill>
              <a:latin typeface="Century Gothic"/>
            </a:endParaRPr>
          </a:p>
        </p:txBody>
      </p:sp>
      <p:sp>
        <p:nvSpPr>
          <p:cNvPr id="2" name="PlaceHolder 2">
            <a:extLst>
              <a:ext uri="{FF2B5EF4-FFF2-40B4-BE49-F238E27FC236}">
                <a16:creationId xmlns:a16="http://schemas.microsoft.com/office/drawing/2014/main" id="{9FA20452-FA65-AFDC-8768-AEF2985C28BC}"/>
              </a:ext>
            </a:extLst>
          </p:cNvPr>
          <p:cNvSpPr txBox="1">
            <a:spLocks/>
          </p:cNvSpPr>
          <p:nvPr/>
        </p:nvSpPr>
        <p:spPr>
          <a:xfrm>
            <a:off x="380880" y="1375729"/>
            <a:ext cx="8380080" cy="1836598"/>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601"/>
              </a:spcAft>
              <a:buClr>
                <a:srgbClr val="0064C8"/>
              </a:buClr>
              <a:buNone/>
            </a:pPr>
            <a:r>
              <a:rPr lang="en-US" sz="2000" spc="-1" dirty="0">
                <a:solidFill>
                  <a:srgbClr val="0064C8"/>
                </a:solidFill>
                <a:latin typeface="Century Gothic"/>
              </a:rPr>
              <a:t>Goal: </a:t>
            </a:r>
            <a:r>
              <a:rPr lang="en-US" sz="2000" spc="-1" dirty="0">
                <a:solidFill>
                  <a:srgbClr val="000000"/>
                </a:solidFill>
                <a:latin typeface="Century Gothic"/>
              </a:rPr>
              <a:t>Determine whether agent is capable of analyzing and comparing the learning characteristics of distinct ML-models</a:t>
            </a:r>
          </a:p>
          <a:p>
            <a:pPr>
              <a:lnSpc>
                <a:spcPct val="100000"/>
              </a:lnSpc>
              <a:spcBef>
                <a:spcPts val="400"/>
              </a:spcBef>
              <a:spcAft>
                <a:spcPts val="601"/>
              </a:spcAft>
              <a:buClr>
                <a:srgbClr val="0064C8"/>
              </a:buClr>
              <a:buFont typeface="Wingdings" panose="05000000000000000000" pitchFamily="2" charset="2"/>
              <a:buChar char="§"/>
            </a:pPr>
            <a:r>
              <a:rPr lang="en-US" sz="2000" spc="-1" dirty="0">
                <a:solidFill>
                  <a:srgbClr val="000000"/>
                </a:solidFill>
                <a:latin typeface="Century Gothic"/>
              </a:rPr>
              <a:t>Can the agent correctly compare and interpret explanations of different GNN models on the same compound?</a:t>
            </a:r>
          </a:p>
          <a:p>
            <a:pPr marL="0" indent="0">
              <a:lnSpc>
                <a:spcPct val="100000"/>
              </a:lnSpc>
              <a:spcBef>
                <a:spcPts val="400"/>
              </a:spcBef>
              <a:spcAft>
                <a:spcPts val="601"/>
              </a:spcAft>
              <a:buClr>
                <a:srgbClr val="0064C8"/>
              </a:buClr>
              <a:buNone/>
            </a:pPr>
            <a:endParaRPr lang="en-US" sz="2000" spc="-1" dirty="0">
              <a:solidFill>
                <a:srgbClr val="000000"/>
              </a:solidFill>
              <a:latin typeface="Century Gothic"/>
            </a:endParaRPr>
          </a:p>
        </p:txBody>
      </p:sp>
      <p:sp>
        <p:nvSpPr>
          <p:cNvPr id="10" name="Speech Bubble: Rectangle with Corners Rounded 9">
            <a:extLst>
              <a:ext uri="{FF2B5EF4-FFF2-40B4-BE49-F238E27FC236}">
                <a16:creationId xmlns:a16="http://schemas.microsoft.com/office/drawing/2014/main" id="{218E8154-7E95-D4BE-E8AA-D3B029A12B17}"/>
              </a:ext>
            </a:extLst>
          </p:cNvPr>
          <p:cNvSpPr/>
          <p:nvPr/>
        </p:nvSpPr>
        <p:spPr>
          <a:xfrm>
            <a:off x="2665224" y="3920086"/>
            <a:ext cx="5124797" cy="1264517"/>
          </a:xfrm>
          <a:prstGeom prst="wedgeRoundRectCallout">
            <a:avLst>
              <a:gd name="adj1" fmla="val -55595"/>
              <a:gd name="adj2" fmla="val 2375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sz="1200" b="0" i="0" dirty="0">
                <a:effectLst/>
                <a:latin typeface="ui-sans-serif"/>
              </a:rPr>
              <a:t>Train two different GNN models on a compound activity prediction dataset and compare their performances. Select a compound from the test set correctly predicted as active by both models. Explain the predictions using </a:t>
            </a:r>
            <a:r>
              <a:rPr lang="en-US" sz="1200" b="0" i="0" dirty="0" err="1">
                <a:effectLst/>
                <a:latin typeface="ui-sans-serif"/>
              </a:rPr>
              <a:t>EdgeSHAPer</a:t>
            </a:r>
            <a:r>
              <a:rPr lang="en-US" sz="1200" b="0" i="0" dirty="0">
                <a:effectLst/>
                <a:latin typeface="ui-sans-serif"/>
              </a:rPr>
              <a:t> and highlight the differences between the learning characteristics of the models showing relevant visualizations.</a:t>
            </a:r>
            <a:endParaRPr lang="en-US" sz="1200" dirty="0"/>
          </a:p>
        </p:txBody>
      </p:sp>
      <p:sp>
        <p:nvSpPr>
          <p:cNvPr id="3" name="Rectangle 2">
            <a:extLst>
              <a:ext uri="{FF2B5EF4-FFF2-40B4-BE49-F238E27FC236}">
                <a16:creationId xmlns:a16="http://schemas.microsoft.com/office/drawing/2014/main" id="{AFDFB2BE-CF98-7E64-3D13-A230241F5290}"/>
              </a:ext>
            </a:extLst>
          </p:cNvPr>
          <p:cNvSpPr/>
          <p:nvPr/>
        </p:nvSpPr>
        <p:spPr>
          <a:xfrm>
            <a:off x="518417" y="3673350"/>
            <a:ext cx="1774658" cy="2310063"/>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4" name="Graphic 3" descr="Customer review with solid fill">
            <a:extLst>
              <a:ext uri="{FF2B5EF4-FFF2-40B4-BE49-F238E27FC236}">
                <a16:creationId xmlns:a16="http://schemas.microsoft.com/office/drawing/2014/main" id="{D567DF33-8519-07CB-38EF-01D525D9C2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7952" y="4862627"/>
            <a:ext cx="965534" cy="965534"/>
          </a:xfrm>
          <a:prstGeom prst="rect">
            <a:avLst/>
          </a:prstGeom>
        </p:spPr>
      </p:pic>
      <p:pic>
        <p:nvPicPr>
          <p:cNvPr id="5" name="Picture 4">
            <a:extLst>
              <a:ext uri="{FF2B5EF4-FFF2-40B4-BE49-F238E27FC236}">
                <a16:creationId xmlns:a16="http://schemas.microsoft.com/office/drawing/2014/main" id="{B1401BF8-F94D-938D-0D53-10F70AE695BE}"/>
              </a:ext>
            </a:extLst>
          </p:cNvPr>
          <p:cNvPicPr>
            <a:picLocks noChangeAspect="1"/>
          </p:cNvPicPr>
          <p:nvPr/>
        </p:nvPicPr>
        <p:blipFill>
          <a:blip r:embed="rId4"/>
          <a:stretch>
            <a:fillRect/>
          </a:stretch>
        </p:blipFill>
        <p:spPr>
          <a:xfrm>
            <a:off x="654807" y="3769553"/>
            <a:ext cx="1525117" cy="996871"/>
          </a:xfrm>
          <a:prstGeom prst="rect">
            <a:avLst/>
          </a:prstGeom>
        </p:spPr>
      </p:pic>
    </p:spTree>
    <p:extLst>
      <p:ext uri="{BB962C8B-B14F-4D97-AF65-F5344CB8AC3E}">
        <p14:creationId xmlns:p14="http://schemas.microsoft.com/office/powerpoint/2010/main" val="1863241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4</a:t>
            </a:r>
            <a:endParaRPr lang="en-US" sz="3200" b="0" strike="noStrike" spc="-1" dirty="0">
              <a:solidFill>
                <a:srgbClr val="000000"/>
              </a:solidFill>
              <a:latin typeface="Century Gothic"/>
            </a:endParaRPr>
          </a:p>
        </p:txBody>
      </p:sp>
      <p:sp>
        <p:nvSpPr>
          <p:cNvPr id="2" name="TextBox 1">
            <a:extLst>
              <a:ext uri="{FF2B5EF4-FFF2-40B4-BE49-F238E27FC236}">
                <a16:creationId xmlns:a16="http://schemas.microsoft.com/office/drawing/2014/main" id="{9803C720-5E38-494F-5EED-73C1A8624CA2}"/>
              </a:ext>
            </a:extLst>
          </p:cNvPr>
          <p:cNvSpPr txBox="1"/>
          <p:nvPr/>
        </p:nvSpPr>
        <p:spPr>
          <a:xfrm>
            <a:off x="290791" y="3592781"/>
            <a:ext cx="7317198" cy="276999"/>
          </a:xfrm>
          <a:prstGeom prst="rect">
            <a:avLst/>
          </a:prstGeom>
          <a:noFill/>
        </p:spPr>
        <p:txBody>
          <a:bodyPr wrap="square">
            <a:spAutoFit/>
          </a:bodyPr>
          <a:lstStyle/>
          <a:p>
            <a:pPr algn="ctr"/>
            <a:endParaRPr lang="en-US" sz="1200" b="1" dirty="0"/>
          </a:p>
        </p:txBody>
      </p:sp>
      <p:sp>
        <p:nvSpPr>
          <p:cNvPr id="7" name="Arrow: Right 6">
            <a:extLst>
              <a:ext uri="{FF2B5EF4-FFF2-40B4-BE49-F238E27FC236}">
                <a16:creationId xmlns:a16="http://schemas.microsoft.com/office/drawing/2014/main" id="{97128B13-4612-273D-93A3-BB4FE0ECD72E}"/>
              </a:ext>
            </a:extLst>
          </p:cNvPr>
          <p:cNvSpPr/>
          <p:nvPr/>
        </p:nvSpPr>
        <p:spPr>
          <a:xfrm>
            <a:off x="2016548" y="1961339"/>
            <a:ext cx="497261" cy="2796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FA4F87D-A515-0617-5B19-E065DFAAA219}"/>
              </a:ext>
            </a:extLst>
          </p:cNvPr>
          <p:cNvSpPr txBox="1"/>
          <p:nvPr/>
        </p:nvSpPr>
        <p:spPr>
          <a:xfrm>
            <a:off x="4843967" y="1066320"/>
            <a:ext cx="1823366" cy="338554"/>
          </a:xfrm>
          <a:prstGeom prst="rect">
            <a:avLst/>
          </a:prstGeom>
          <a:noFill/>
        </p:spPr>
        <p:txBody>
          <a:bodyPr wrap="square" rtlCol="0">
            <a:spAutoFit/>
          </a:bodyPr>
          <a:lstStyle/>
          <a:p>
            <a:pPr algn="ctr"/>
            <a:r>
              <a:rPr lang="en-US" sz="1600" b="1" dirty="0"/>
              <a:t>GCN vs GAT</a:t>
            </a:r>
            <a:endParaRPr lang="de-DE" sz="1600" b="1" dirty="0"/>
          </a:p>
        </p:txBody>
      </p:sp>
      <p:sp>
        <p:nvSpPr>
          <p:cNvPr id="10" name="Arrow: Right 9">
            <a:extLst>
              <a:ext uri="{FF2B5EF4-FFF2-40B4-BE49-F238E27FC236}">
                <a16:creationId xmlns:a16="http://schemas.microsoft.com/office/drawing/2014/main" id="{A3301E51-4E33-A5C6-58D1-99F3B3249BC8}"/>
              </a:ext>
            </a:extLst>
          </p:cNvPr>
          <p:cNvSpPr/>
          <p:nvPr/>
        </p:nvSpPr>
        <p:spPr>
          <a:xfrm rot="5400000">
            <a:off x="721940" y="3366893"/>
            <a:ext cx="497260" cy="2796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1609AF1-C869-43C4-A801-DADCFAA97D78}"/>
              </a:ext>
            </a:extLst>
          </p:cNvPr>
          <p:cNvSpPr txBox="1"/>
          <p:nvPr/>
        </p:nvSpPr>
        <p:spPr>
          <a:xfrm>
            <a:off x="1110455" y="6367558"/>
            <a:ext cx="1823366" cy="338554"/>
          </a:xfrm>
          <a:prstGeom prst="rect">
            <a:avLst/>
          </a:prstGeom>
          <a:noFill/>
        </p:spPr>
        <p:txBody>
          <a:bodyPr wrap="square" rtlCol="0">
            <a:spAutoFit/>
          </a:bodyPr>
          <a:lstStyle/>
          <a:p>
            <a:pPr algn="ctr"/>
            <a:r>
              <a:rPr lang="en-US" sz="1600" b="1" dirty="0"/>
              <a:t>GCN</a:t>
            </a:r>
            <a:endParaRPr lang="de-DE" sz="1600" b="1" dirty="0"/>
          </a:p>
        </p:txBody>
      </p:sp>
      <p:sp>
        <p:nvSpPr>
          <p:cNvPr id="29" name="TextBox 28">
            <a:extLst>
              <a:ext uri="{FF2B5EF4-FFF2-40B4-BE49-F238E27FC236}">
                <a16:creationId xmlns:a16="http://schemas.microsoft.com/office/drawing/2014/main" id="{FBCF2756-B344-4B47-A8E8-C0E356215CFB}"/>
              </a:ext>
            </a:extLst>
          </p:cNvPr>
          <p:cNvSpPr txBox="1"/>
          <p:nvPr/>
        </p:nvSpPr>
        <p:spPr>
          <a:xfrm>
            <a:off x="380880" y="3758675"/>
            <a:ext cx="3205030" cy="338554"/>
          </a:xfrm>
          <a:prstGeom prst="rect">
            <a:avLst/>
          </a:prstGeom>
          <a:noFill/>
        </p:spPr>
        <p:txBody>
          <a:bodyPr wrap="square" rtlCol="0">
            <a:spAutoFit/>
          </a:bodyPr>
          <a:lstStyle/>
          <a:p>
            <a:r>
              <a:rPr lang="en-US" sz="1600" b="1" dirty="0"/>
              <a:t>Compound selected for XAI</a:t>
            </a:r>
            <a:endParaRPr lang="de-DE" sz="1600" b="1" dirty="0"/>
          </a:p>
        </p:txBody>
      </p:sp>
      <p:graphicFrame>
        <p:nvGraphicFramePr>
          <p:cNvPr id="11" name="Table 10">
            <a:extLst>
              <a:ext uri="{FF2B5EF4-FFF2-40B4-BE49-F238E27FC236}">
                <a16:creationId xmlns:a16="http://schemas.microsoft.com/office/drawing/2014/main" id="{EDFFBEE0-5146-4655-A5DE-8BF02E53C369}"/>
              </a:ext>
            </a:extLst>
          </p:cNvPr>
          <p:cNvGraphicFramePr>
            <a:graphicFrameLocks noGrp="1"/>
          </p:cNvGraphicFramePr>
          <p:nvPr>
            <p:extLst>
              <p:ext uri="{D42A27DB-BD31-4B8C-83A1-F6EECF244321}">
                <p14:modId xmlns:p14="http://schemas.microsoft.com/office/powerpoint/2010/main" val="1837049921"/>
              </p:ext>
            </p:extLst>
          </p:nvPr>
        </p:nvGraphicFramePr>
        <p:xfrm>
          <a:off x="3135466" y="1563580"/>
          <a:ext cx="5240368" cy="1054165"/>
        </p:xfrm>
        <a:graphic>
          <a:graphicData uri="http://schemas.openxmlformats.org/drawingml/2006/table">
            <a:tbl>
              <a:tblPr/>
              <a:tblGrid>
                <a:gridCol w="1310092">
                  <a:extLst>
                    <a:ext uri="{9D8B030D-6E8A-4147-A177-3AD203B41FA5}">
                      <a16:colId xmlns:a16="http://schemas.microsoft.com/office/drawing/2014/main" val="1098995200"/>
                    </a:ext>
                  </a:extLst>
                </a:gridCol>
                <a:gridCol w="1310092">
                  <a:extLst>
                    <a:ext uri="{9D8B030D-6E8A-4147-A177-3AD203B41FA5}">
                      <a16:colId xmlns:a16="http://schemas.microsoft.com/office/drawing/2014/main" val="818371029"/>
                    </a:ext>
                  </a:extLst>
                </a:gridCol>
                <a:gridCol w="1310092">
                  <a:extLst>
                    <a:ext uri="{9D8B030D-6E8A-4147-A177-3AD203B41FA5}">
                      <a16:colId xmlns:a16="http://schemas.microsoft.com/office/drawing/2014/main" val="3817285525"/>
                    </a:ext>
                  </a:extLst>
                </a:gridCol>
                <a:gridCol w="1310092">
                  <a:extLst>
                    <a:ext uri="{9D8B030D-6E8A-4147-A177-3AD203B41FA5}">
                      <a16:colId xmlns:a16="http://schemas.microsoft.com/office/drawing/2014/main" val="1826563497"/>
                    </a:ext>
                  </a:extLst>
                </a:gridCol>
              </a:tblGrid>
              <a:tr h="220436">
                <a:tc>
                  <a:txBody>
                    <a:bodyPr/>
                    <a:lstStyle/>
                    <a:p>
                      <a:pPr algn="l" latinLnBrk="0"/>
                      <a:r>
                        <a:rPr lang="de-DE" sz="1000" b="1" dirty="0" err="1">
                          <a:effectLst/>
                        </a:rPr>
                        <a:t>Metric</a:t>
                      </a:r>
                      <a:endParaRPr lang="de-DE" sz="1000" b="1" dirty="0">
                        <a:effectLst/>
                      </a:endParaRPr>
                    </a:p>
                  </a:txBody>
                  <a:tcPr marL="83004" marR="83004" marT="41502" marB="41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latinLnBrk="0"/>
                      <a:r>
                        <a:rPr lang="de-DE" sz="1000" b="1">
                          <a:effectLst/>
                        </a:rPr>
                        <a:t>GCN</a:t>
                      </a:r>
                    </a:p>
                  </a:txBody>
                  <a:tcPr marL="83004" marR="83004" marT="41502" marB="41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latinLnBrk="0"/>
                      <a:r>
                        <a:rPr lang="de-DE" sz="1000" b="1">
                          <a:effectLst/>
                        </a:rPr>
                        <a:t>GAT</a:t>
                      </a:r>
                    </a:p>
                  </a:txBody>
                  <a:tcPr marL="83004" marR="83004" marT="41502" marB="41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latinLnBrk="0"/>
                      <a:r>
                        <a:rPr lang="de-DE" sz="1000" b="1">
                          <a:effectLst/>
                        </a:rPr>
                        <a:t>Winner</a:t>
                      </a:r>
                    </a:p>
                  </a:txBody>
                  <a:tcPr marL="83004" marR="83004" marT="41502" marB="415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4085305"/>
                  </a:ext>
                </a:extLst>
              </a:tr>
              <a:tr h="503853">
                <a:tc>
                  <a:txBody>
                    <a:bodyPr/>
                    <a:lstStyle/>
                    <a:p>
                      <a:pPr algn="l" fontAlgn="t" latinLnBrk="0"/>
                      <a:r>
                        <a:rPr lang="de-DE" sz="1000" b="1">
                          <a:effectLst/>
                        </a:rPr>
                        <a:t>Best Validation Accuracy</a:t>
                      </a:r>
                      <a:endParaRPr lang="de-DE" sz="1000">
                        <a:effectLst/>
                      </a:endParaRPr>
                    </a:p>
                  </a:txBody>
                  <a:tcPr marL="83004" marR="83004" marT="41502" marB="415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1000" dirty="0">
                          <a:effectLst/>
                        </a:rPr>
                        <a:t>94.54%</a:t>
                      </a:r>
                    </a:p>
                  </a:txBody>
                  <a:tcPr marL="83004" marR="83004" marT="41502" marB="415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1000">
                          <a:effectLst/>
                        </a:rPr>
                        <a:t>95.06%</a:t>
                      </a:r>
                    </a:p>
                  </a:txBody>
                  <a:tcPr marL="83004" marR="83004" marT="41502" marB="415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1000" dirty="0">
                          <a:effectLst/>
                        </a:rPr>
                        <a:t>🏆 GAT</a:t>
                      </a:r>
                    </a:p>
                  </a:txBody>
                  <a:tcPr marL="83004" marR="83004" marT="41502" marB="415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4382672"/>
                  </a:ext>
                </a:extLst>
              </a:tr>
              <a:tr h="314908">
                <a:tc>
                  <a:txBody>
                    <a:bodyPr/>
                    <a:lstStyle/>
                    <a:p>
                      <a:pPr algn="l" fontAlgn="t" latinLnBrk="0"/>
                      <a:r>
                        <a:rPr lang="de-DE" sz="1000" b="1" dirty="0">
                          <a:effectLst/>
                        </a:rPr>
                        <a:t>Test </a:t>
                      </a:r>
                      <a:r>
                        <a:rPr lang="de-DE" sz="1000" b="1" dirty="0" err="1">
                          <a:effectLst/>
                        </a:rPr>
                        <a:t>Accuracy</a:t>
                      </a:r>
                      <a:endParaRPr lang="de-DE" sz="1000" dirty="0">
                        <a:effectLst/>
                      </a:endParaRPr>
                    </a:p>
                  </a:txBody>
                  <a:tcPr marL="83004" marR="83004" marT="41502" marB="415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1000" dirty="0">
                          <a:effectLst/>
                        </a:rPr>
                        <a:t>93.89%</a:t>
                      </a:r>
                    </a:p>
                  </a:txBody>
                  <a:tcPr marL="83004" marR="83004" marT="41502" marB="415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1000">
                          <a:effectLst/>
                        </a:rPr>
                        <a:t>95.57%</a:t>
                      </a:r>
                    </a:p>
                  </a:txBody>
                  <a:tcPr marL="83004" marR="83004" marT="41502" marB="415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1000" dirty="0">
                          <a:effectLst/>
                        </a:rPr>
                        <a:t>🏆 GAT</a:t>
                      </a:r>
                    </a:p>
                  </a:txBody>
                  <a:tcPr marL="83004" marR="83004" marT="41502" marB="415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235525"/>
                  </a:ext>
                </a:extLst>
              </a:tr>
            </a:tbl>
          </a:graphicData>
        </a:graphic>
      </p:graphicFrame>
      <p:sp>
        <p:nvSpPr>
          <p:cNvPr id="21" name="TextBox 20">
            <a:extLst>
              <a:ext uri="{FF2B5EF4-FFF2-40B4-BE49-F238E27FC236}">
                <a16:creationId xmlns:a16="http://schemas.microsoft.com/office/drawing/2014/main" id="{DE733898-820F-4456-823E-05ECD33E9336}"/>
              </a:ext>
            </a:extLst>
          </p:cNvPr>
          <p:cNvSpPr txBox="1"/>
          <p:nvPr/>
        </p:nvSpPr>
        <p:spPr>
          <a:xfrm>
            <a:off x="392511" y="4445002"/>
            <a:ext cx="4572000" cy="1330557"/>
          </a:xfrm>
          <a:prstGeom prst="rect">
            <a:avLst/>
          </a:prstGeom>
          <a:noFill/>
        </p:spPr>
        <p:txBody>
          <a:bodyPr wrap="square">
            <a:spAutoFit/>
          </a:bodyPr>
          <a:lstStyle/>
          <a:p>
            <a:pPr marL="171450" indent="-171450" algn="l">
              <a:lnSpc>
                <a:spcPct val="150000"/>
              </a:lnSpc>
              <a:buFont typeface="Arial" panose="020B0604020202020204" pitchFamily="34" charset="0"/>
              <a:buChar char="•"/>
            </a:pPr>
            <a:r>
              <a:rPr lang="en-US" sz="1100" b="1" i="0" dirty="0">
                <a:effectLst/>
              </a:rPr>
              <a:t>SMILES: </a:t>
            </a:r>
            <a:r>
              <a:rPr lang="en-US" sz="1100" i="0" dirty="0">
                <a:effectLst/>
              </a:rPr>
              <a:t>COc1ccccc1N1CCN(Cc2cc(CN(C)C)c3cccccc2-3)CC1</a:t>
            </a:r>
          </a:p>
          <a:p>
            <a:pPr marL="171450" indent="-171450" algn="l">
              <a:lnSpc>
                <a:spcPct val="150000"/>
              </a:lnSpc>
              <a:buFont typeface="Arial" panose="020B0604020202020204" pitchFamily="34" charset="0"/>
              <a:buChar char="•"/>
            </a:pPr>
            <a:r>
              <a:rPr lang="en-US" sz="1100" b="1" i="0" dirty="0">
                <a:effectLst/>
              </a:rPr>
              <a:t>True Label</a:t>
            </a:r>
            <a:r>
              <a:rPr lang="en-US" sz="1100" b="0" i="0" dirty="0">
                <a:effectLst/>
              </a:rPr>
              <a:t>: Active (Class 1) ✅</a:t>
            </a:r>
          </a:p>
          <a:p>
            <a:pPr marL="171450" indent="-171450" algn="l">
              <a:lnSpc>
                <a:spcPct val="150000"/>
              </a:lnSpc>
              <a:buFont typeface="Arial" panose="020B0604020202020204" pitchFamily="34" charset="0"/>
              <a:buChar char="•"/>
            </a:pPr>
            <a:r>
              <a:rPr lang="en-US" sz="1100" b="1" i="0" dirty="0">
                <a:effectLst/>
              </a:rPr>
              <a:t>Predicted by Both Models</a:t>
            </a:r>
            <a:r>
              <a:rPr lang="en-US" sz="1100" b="0" i="0" dirty="0">
                <a:effectLst/>
              </a:rPr>
              <a:t>: Active (Class 1) ✅</a:t>
            </a:r>
          </a:p>
          <a:p>
            <a:pPr marL="171450" indent="-171450" algn="l">
              <a:lnSpc>
                <a:spcPct val="150000"/>
              </a:lnSpc>
              <a:buFont typeface="Arial" panose="020B0604020202020204" pitchFamily="34" charset="0"/>
              <a:buChar char="•"/>
            </a:pPr>
            <a:r>
              <a:rPr lang="en-US" sz="1100" b="1" i="0" dirty="0">
                <a:effectLst/>
              </a:rPr>
              <a:t>GCN Confidence</a:t>
            </a:r>
            <a:r>
              <a:rPr lang="en-US" sz="1100" b="0" i="0" dirty="0">
                <a:effectLst/>
              </a:rPr>
              <a:t>: 99.96% (Probability)</a:t>
            </a:r>
          </a:p>
          <a:p>
            <a:pPr marL="171450" indent="-171450" algn="l">
              <a:lnSpc>
                <a:spcPct val="150000"/>
              </a:lnSpc>
              <a:buFont typeface="Arial" panose="020B0604020202020204" pitchFamily="34" charset="0"/>
              <a:buChar char="•"/>
            </a:pPr>
            <a:r>
              <a:rPr lang="en-US" sz="1100" b="1" i="0" dirty="0">
                <a:effectLst/>
              </a:rPr>
              <a:t>GAT Confidence</a:t>
            </a:r>
            <a:r>
              <a:rPr lang="en-US" sz="1100" b="0" i="0" dirty="0">
                <a:effectLst/>
              </a:rPr>
              <a:t>: 99.99%</a:t>
            </a:r>
          </a:p>
        </p:txBody>
      </p:sp>
      <p:pic>
        <p:nvPicPr>
          <p:cNvPr id="12" name="Picture 11">
            <a:extLst>
              <a:ext uri="{FF2B5EF4-FFF2-40B4-BE49-F238E27FC236}">
                <a16:creationId xmlns:a16="http://schemas.microsoft.com/office/drawing/2014/main" id="{D1064FAD-E64C-9927-6E77-FA6C9832E143}"/>
              </a:ext>
            </a:extLst>
          </p:cNvPr>
          <p:cNvPicPr>
            <a:picLocks noChangeAspect="1"/>
          </p:cNvPicPr>
          <p:nvPr/>
        </p:nvPicPr>
        <p:blipFill>
          <a:blip r:embed="rId3"/>
          <a:srcRect l="20494" r="20105"/>
          <a:stretch/>
        </p:blipFill>
        <p:spPr>
          <a:xfrm>
            <a:off x="5347980" y="4280677"/>
            <a:ext cx="2118221" cy="1188664"/>
          </a:xfrm>
          <a:prstGeom prst="rect">
            <a:avLst/>
          </a:prstGeom>
        </p:spPr>
      </p:pic>
      <p:sp>
        <p:nvSpPr>
          <p:cNvPr id="9" name="Rectangle 8">
            <a:extLst>
              <a:ext uri="{FF2B5EF4-FFF2-40B4-BE49-F238E27FC236}">
                <a16:creationId xmlns:a16="http://schemas.microsoft.com/office/drawing/2014/main" id="{5330EF60-9A70-69CF-6D69-60B74F3A79F5}"/>
              </a:ext>
            </a:extLst>
          </p:cNvPr>
          <p:cNvSpPr/>
          <p:nvPr/>
        </p:nvSpPr>
        <p:spPr>
          <a:xfrm>
            <a:off x="382679" y="1398191"/>
            <a:ext cx="1175784" cy="1639986"/>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13" name="Graphic 12" descr="Customer review with solid fill">
            <a:extLst>
              <a:ext uri="{FF2B5EF4-FFF2-40B4-BE49-F238E27FC236}">
                <a16:creationId xmlns:a16="http://schemas.microsoft.com/office/drawing/2014/main" id="{AD8352DC-6BC5-233E-781F-FA58832DCD8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4561" y="2267035"/>
            <a:ext cx="712020" cy="712020"/>
          </a:xfrm>
          <a:prstGeom prst="rect">
            <a:avLst/>
          </a:prstGeom>
        </p:spPr>
      </p:pic>
      <p:pic>
        <p:nvPicPr>
          <p:cNvPr id="14" name="Picture 13">
            <a:extLst>
              <a:ext uri="{FF2B5EF4-FFF2-40B4-BE49-F238E27FC236}">
                <a16:creationId xmlns:a16="http://schemas.microsoft.com/office/drawing/2014/main" id="{3B2EAEC7-E1D8-3845-D253-77AD21BADA9E}"/>
              </a:ext>
            </a:extLst>
          </p:cNvPr>
          <p:cNvPicPr>
            <a:picLocks noChangeAspect="1"/>
          </p:cNvPicPr>
          <p:nvPr/>
        </p:nvPicPr>
        <p:blipFill>
          <a:blip r:embed="rId6"/>
          <a:stretch>
            <a:fillRect/>
          </a:stretch>
        </p:blipFill>
        <p:spPr>
          <a:xfrm>
            <a:off x="496610" y="1481546"/>
            <a:ext cx="947921" cy="619595"/>
          </a:xfrm>
          <a:prstGeom prst="rect">
            <a:avLst/>
          </a:prstGeom>
        </p:spPr>
      </p:pic>
    </p:spTree>
    <p:extLst>
      <p:ext uri="{BB962C8B-B14F-4D97-AF65-F5344CB8AC3E}">
        <p14:creationId xmlns:p14="http://schemas.microsoft.com/office/powerpoint/2010/main" val="3566053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25" name="Arrow: Right 24">
            <a:extLst>
              <a:ext uri="{FF2B5EF4-FFF2-40B4-BE49-F238E27FC236}">
                <a16:creationId xmlns:a16="http://schemas.microsoft.com/office/drawing/2014/main" id="{8E792690-D447-952D-A5E7-853CC5FB33BB}"/>
              </a:ext>
            </a:extLst>
          </p:cNvPr>
          <p:cNvSpPr/>
          <p:nvPr/>
        </p:nvSpPr>
        <p:spPr>
          <a:xfrm>
            <a:off x="1852520" y="3985392"/>
            <a:ext cx="496588" cy="2792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a:t>
            </a:r>
            <a:r>
              <a:rPr lang="en-US" sz="3200" spc="-1" dirty="0">
                <a:solidFill>
                  <a:srgbClr val="0064C8"/>
                </a:solidFill>
                <a:latin typeface="Century Gothic"/>
              </a:rPr>
              <a:t>4</a:t>
            </a:r>
            <a:endParaRPr lang="en-US" sz="3200" b="0" strike="noStrike" spc="-1" dirty="0">
              <a:solidFill>
                <a:srgbClr val="000000"/>
              </a:solidFill>
              <a:latin typeface="Century Gothic"/>
            </a:endParaRPr>
          </a:p>
        </p:txBody>
      </p:sp>
      <p:grpSp>
        <p:nvGrpSpPr>
          <p:cNvPr id="2" name="Group 1">
            <a:extLst>
              <a:ext uri="{FF2B5EF4-FFF2-40B4-BE49-F238E27FC236}">
                <a16:creationId xmlns:a16="http://schemas.microsoft.com/office/drawing/2014/main" id="{5022242F-CF3F-06C1-0134-DFEA5E0A90B8}"/>
              </a:ext>
            </a:extLst>
          </p:cNvPr>
          <p:cNvGrpSpPr>
            <a:grpSpLocks noChangeAspect="1"/>
          </p:cNvGrpSpPr>
          <p:nvPr/>
        </p:nvGrpSpPr>
        <p:grpSpPr>
          <a:xfrm>
            <a:off x="3180815" y="2457643"/>
            <a:ext cx="1980000" cy="1527749"/>
            <a:chOff x="3126534" y="1191667"/>
            <a:chExt cx="2649606" cy="2044410"/>
          </a:xfrm>
        </p:grpSpPr>
        <p:sp>
          <p:nvSpPr>
            <p:cNvPr id="29" name="TextBox 28">
              <a:extLst>
                <a:ext uri="{FF2B5EF4-FFF2-40B4-BE49-F238E27FC236}">
                  <a16:creationId xmlns:a16="http://schemas.microsoft.com/office/drawing/2014/main" id="{50EF08DE-650D-84D8-23E2-83CD379C9565}"/>
                </a:ext>
              </a:extLst>
            </p:cNvPr>
            <p:cNvSpPr txBox="1"/>
            <p:nvPr/>
          </p:nvSpPr>
          <p:spPr>
            <a:xfrm>
              <a:off x="3215443" y="1191667"/>
              <a:ext cx="2126817" cy="407744"/>
            </a:xfrm>
            <a:prstGeom prst="rect">
              <a:avLst/>
            </a:prstGeom>
            <a:noFill/>
          </p:spPr>
          <p:txBody>
            <a:bodyPr wrap="square" rtlCol="0">
              <a:spAutoFit/>
            </a:bodyPr>
            <a:lstStyle/>
            <a:p>
              <a:pPr algn="ctr"/>
              <a:r>
                <a:rPr lang="en-US" sz="1200" b="1" dirty="0"/>
                <a:t>GCN</a:t>
              </a:r>
              <a:endParaRPr lang="de-DE" sz="1200" b="1" dirty="0"/>
            </a:p>
          </p:txBody>
        </p:sp>
        <p:pic>
          <p:nvPicPr>
            <p:cNvPr id="4" name="Picture 3">
              <a:extLst>
                <a:ext uri="{FF2B5EF4-FFF2-40B4-BE49-F238E27FC236}">
                  <a16:creationId xmlns:a16="http://schemas.microsoft.com/office/drawing/2014/main" id="{2B6FC3F7-8023-4F1A-80C4-78814837030C}"/>
                </a:ext>
              </a:extLst>
            </p:cNvPr>
            <p:cNvPicPr>
              <a:picLocks noChangeAspect="1"/>
            </p:cNvPicPr>
            <p:nvPr/>
          </p:nvPicPr>
          <p:blipFill rotWithShape="1">
            <a:blip r:embed="rId3"/>
            <a:srcRect l="12757" t="8229" r="10218" b="12776"/>
            <a:stretch/>
          </p:blipFill>
          <p:spPr>
            <a:xfrm>
              <a:off x="3126534" y="1707534"/>
              <a:ext cx="2649606" cy="1528543"/>
            </a:xfrm>
            <a:prstGeom prst="rect">
              <a:avLst/>
            </a:prstGeom>
          </p:spPr>
        </p:pic>
      </p:grpSp>
      <p:grpSp>
        <p:nvGrpSpPr>
          <p:cNvPr id="3" name="Group 2">
            <a:extLst>
              <a:ext uri="{FF2B5EF4-FFF2-40B4-BE49-F238E27FC236}">
                <a16:creationId xmlns:a16="http://schemas.microsoft.com/office/drawing/2014/main" id="{ACAEA44E-32B9-801A-E228-CA9FB7D337A5}"/>
              </a:ext>
            </a:extLst>
          </p:cNvPr>
          <p:cNvGrpSpPr>
            <a:grpSpLocks noChangeAspect="1"/>
          </p:cNvGrpSpPr>
          <p:nvPr/>
        </p:nvGrpSpPr>
        <p:grpSpPr>
          <a:xfrm>
            <a:off x="6115484" y="2457643"/>
            <a:ext cx="1980000" cy="1474802"/>
            <a:chOff x="5927416" y="1191667"/>
            <a:chExt cx="2833544" cy="2110560"/>
          </a:xfrm>
        </p:grpSpPr>
        <p:sp>
          <p:nvSpPr>
            <p:cNvPr id="37" name="TextBox 36">
              <a:extLst>
                <a:ext uri="{FF2B5EF4-FFF2-40B4-BE49-F238E27FC236}">
                  <a16:creationId xmlns:a16="http://schemas.microsoft.com/office/drawing/2014/main" id="{A9B538AC-1716-FEE9-9303-C64FEB3A2571}"/>
                </a:ext>
              </a:extLst>
            </p:cNvPr>
            <p:cNvSpPr txBox="1"/>
            <p:nvPr/>
          </p:nvSpPr>
          <p:spPr>
            <a:xfrm>
              <a:off x="6180085" y="1191667"/>
              <a:ext cx="2126816" cy="436049"/>
            </a:xfrm>
            <a:prstGeom prst="rect">
              <a:avLst/>
            </a:prstGeom>
            <a:noFill/>
          </p:spPr>
          <p:txBody>
            <a:bodyPr wrap="square" rtlCol="0">
              <a:spAutoFit/>
            </a:bodyPr>
            <a:lstStyle/>
            <a:p>
              <a:pPr algn="ctr"/>
              <a:r>
                <a:rPr lang="en-US" sz="1200" b="1" dirty="0"/>
                <a:t>GAT</a:t>
              </a:r>
              <a:endParaRPr lang="de-DE" sz="1200" b="1" dirty="0"/>
            </a:p>
          </p:txBody>
        </p:sp>
        <p:pic>
          <p:nvPicPr>
            <p:cNvPr id="7" name="Picture 6">
              <a:extLst>
                <a:ext uri="{FF2B5EF4-FFF2-40B4-BE49-F238E27FC236}">
                  <a16:creationId xmlns:a16="http://schemas.microsoft.com/office/drawing/2014/main" id="{84E291A9-37A2-4845-AADE-EA756DB24E25}"/>
                </a:ext>
              </a:extLst>
            </p:cNvPr>
            <p:cNvPicPr>
              <a:picLocks noChangeAspect="1"/>
            </p:cNvPicPr>
            <p:nvPr/>
          </p:nvPicPr>
          <p:blipFill rotWithShape="1">
            <a:blip r:embed="rId4"/>
            <a:srcRect l="13677" t="11105" r="10217" b="13350"/>
            <a:stretch/>
          </p:blipFill>
          <p:spPr>
            <a:xfrm>
              <a:off x="5927416" y="1720100"/>
              <a:ext cx="2833544" cy="1582127"/>
            </a:xfrm>
            <a:prstGeom prst="rect">
              <a:avLst/>
            </a:prstGeom>
          </p:spPr>
        </p:pic>
      </p:grpSp>
      <p:sp>
        <p:nvSpPr>
          <p:cNvPr id="20" name="TextBox 19">
            <a:extLst>
              <a:ext uri="{FF2B5EF4-FFF2-40B4-BE49-F238E27FC236}">
                <a16:creationId xmlns:a16="http://schemas.microsoft.com/office/drawing/2014/main" id="{01841CB4-C14F-4C4D-9FCA-104EFC611466}"/>
              </a:ext>
            </a:extLst>
          </p:cNvPr>
          <p:cNvSpPr txBox="1"/>
          <p:nvPr/>
        </p:nvSpPr>
        <p:spPr>
          <a:xfrm>
            <a:off x="2712049" y="3986506"/>
            <a:ext cx="5912281" cy="276999"/>
          </a:xfrm>
          <a:prstGeom prst="rect">
            <a:avLst/>
          </a:prstGeom>
          <a:noFill/>
        </p:spPr>
        <p:txBody>
          <a:bodyPr wrap="square" rtlCol="0">
            <a:spAutoFit/>
          </a:bodyPr>
          <a:lstStyle/>
          <a:p>
            <a:pPr algn="ctr"/>
            <a:r>
              <a:rPr lang="en-US" sz="1200" b="1" dirty="0"/>
              <a:t>Key Differences in Learning Characteristics</a:t>
            </a:r>
            <a:endParaRPr lang="de-DE" sz="1200" b="1" dirty="0"/>
          </a:p>
        </p:txBody>
      </p:sp>
      <p:sp>
        <p:nvSpPr>
          <p:cNvPr id="26" name="TextBox 25">
            <a:extLst>
              <a:ext uri="{FF2B5EF4-FFF2-40B4-BE49-F238E27FC236}">
                <a16:creationId xmlns:a16="http://schemas.microsoft.com/office/drawing/2014/main" id="{31AF5DDE-C52A-4B6D-A9BF-07A0043EA48E}"/>
              </a:ext>
            </a:extLst>
          </p:cNvPr>
          <p:cNvSpPr txBox="1"/>
          <p:nvPr/>
        </p:nvSpPr>
        <p:spPr>
          <a:xfrm>
            <a:off x="2606373" y="4415098"/>
            <a:ext cx="3128884" cy="1731243"/>
          </a:xfrm>
          <a:prstGeom prst="rect">
            <a:avLst/>
          </a:prstGeom>
          <a:noFill/>
        </p:spPr>
        <p:txBody>
          <a:bodyPr wrap="square">
            <a:spAutoFit/>
          </a:bodyPr>
          <a:lstStyle/>
          <a:p>
            <a:pPr algn="l"/>
            <a:r>
              <a:rPr lang="en-US" sz="1050" b="1" i="0" dirty="0">
                <a:effectLst/>
              </a:rPr>
              <a:t> </a:t>
            </a:r>
            <a:r>
              <a:rPr lang="en-US" sz="900" b="1" i="0" dirty="0">
                <a:effectLst/>
              </a:rPr>
              <a:t>GCN: Fragment-Driven Learning</a:t>
            </a:r>
          </a:p>
          <a:p>
            <a:pPr algn="l"/>
            <a:endParaRPr lang="en-US" sz="900" b="1" i="0" dirty="0">
              <a:effectLst/>
            </a:endParaRPr>
          </a:p>
          <a:p>
            <a:pPr marL="171450" indent="-171450" algn="l">
              <a:spcAft>
                <a:spcPts val="600"/>
              </a:spcAft>
              <a:buFont typeface="Arial" panose="020B0604020202020204" pitchFamily="34" charset="0"/>
              <a:buChar char="•"/>
            </a:pPr>
            <a:r>
              <a:rPr lang="en-US" sz="900" b="1" i="0" dirty="0">
                <a:effectLst/>
              </a:rPr>
              <a:t>Top contributors</a:t>
            </a:r>
            <a:r>
              <a:rPr lang="en-US" sz="900" b="0" i="0" dirty="0">
                <a:effectLst/>
              </a:rPr>
              <a:t>: Aromatic ring bonds (</a:t>
            </a:r>
            <a:r>
              <a:rPr lang="en-US" sz="900" b="0" i="0" dirty="0" err="1">
                <a:effectLst/>
              </a:rPr>
              <a:t>cC</a:t>
            </a:r>
            <a:r>
              <a:rPr lang="en-US" sz="900" b="0" i="0" dirty="0">
                <a:effectLst/>
              </a:rPr>
              <a:t>) and N-C single bonds</a:t>
            </a:r>
          </a:p>
          <a:p>
            <a:pPr marL="171450" indent="-171450" algn="l">
              <a:spcAft>
                <a:spcPts val="600"/>
              </a:spcAft>
              <a:buFont typeface="Arial" panose="020B0604020202020204" pitchFamily="34" charset="0"/>
              <a:buChar char="•"/>
            </a:pPr>
            <a:r>
              <a:rPr lang="en-US" sz="900" b="1" i="0" dirty="0">
                <a:effectLst/>
              </a:rPr>
              <a:t>Learning pattern</a:t>
            </a:r>
            <a:r>
              <a:rPr lang="en-US" sz="900" b="0" i="0" dirty="0">
                <a:effectLst/>
              </a:rPr>
              <a:t>: Focuses on </a:t>
            </a:r>
            <a:r>
              <a:rPr lang="en-US" sz="900" b="1" i="0" dirty="0">
                <a:effectLst/>
              </a:rPr>
              <a:t>local atomic environments</a:t>
            </a:r>
            <a:r>
              <a:rPr lang="en-US" sz="900" b="0" i="0" dirty="0">
                <a:effectLst/>
              </a:rPr>
              <a:t> and </a:t>
            </a:r>
            <a:r>
              <a:rPr lang="en-US" sz="900" b="1" i="0" dirty="0">
                <a:effectLst/>
              </a:rPr>
              <a:t>bond types</a:t>
            </a:r>
            <a:endParaRPr lang="en-US" sz="900" b="0" i="0" dirty="0">
              <a:effectLst/>
            </a:endParaRPr>
          </a:p>
          <a:p>
            <a:pPr marL="171450" indent="-171450" algn="l">
              <a:spcAft>
                <a:spcPts val="600"/>
              </a:spcAft>
              <a:buFont typeface="Arial" panose="020B0604020202020204" pitchFamily="34" charset="0"/>
              <a:buChar char="•"/>
            </a:pPr>
            <a:r>
              <a:rPr lang="en-US" sz="900" b="1" i="0" dirty="0">
                <a:effectLst/>
              </a:rPr>
              <a:t>Mechanism</a:t>
            </a:r>
            <a:r>
              <a:rPr lang="en-US" sz="900" b="0" i="0" dirty="0">
                <a:effectLst/>
              </a:rPr>
              <a:t>: Message passing treats all neighbors equally → learns </a:t>
            </a:r>
            <a:r>
              <a:rPr lang="en-US" sz="900" b="1" i="0" dirty="0">
                <a:effectLst/>
              </a:rPr>
              <a:t>structural motifs</a:t>
            </a:r>
            <a:endParaRPr lang="en-US" sz="900" b="0" i="0" dirty="0">
              <a:effectLst/>
            </a:endParaRPr>
          </a:p>
          <a:p>
            <a:pPr marL="171450" indent="-171450" algn="l">
              <a:spcAft>
                <a:spcPts val="600"/>
              </a:spcAft>
              <a:buFont typeface="Arial" panose="020B0604020202020204" pitchFamily="34" charset="0"/>
              <a:buChar char="•"/>
            </a:pPr>
            <a:r>
              <a:rPr lang="en-US" sz="900" b="1" i="0" dirty="0">
                <a:effectLst/>
              </a:rPr>
              <a:t>Top bonds</a:t>
            </a:r>
            <a:r>
              <a:rPr lang="en-US" sz="900" b="0" i="0" dirty="0">
                <a:effectLst/>
              </a:rPr>
              <a:t>: Bonds connecting aromatic rings to alkyl chains</a:t>
            </a:r>
            <a:endParaRPr lang="en-US" sz="1000" b="0" i="0" dirty="0">
              <a:effectLst/>
            </a:endParaRPr>
          </a:p>
        </p:txBody>
      </p:sp>
      <p:sp>
        <p:nvSpPr>
          <p:cNvPr id="27" name="TextBox 26">
            <a:extLst>
              <a:ext uri="{FF2B5EF4-FFF2-40B4-BE49-F238E27FC236}">
                <a16:creationId xmlns:a16="http://schemas.microsoft.com/office/drawing/2014/main" id="{7A28ACA2-759C-42E3-8D83-A517AC66D9FE}"/>
              </a:ext>
            </a:extLst>
          </p:cNvPr>
          <p:cNvSpPr txBox="1"/>
          <p:nvPr/>
        </p:nvSpPr>
        <p:spPr>
          <a:xfrm>
            <a:off x="5735257" y="4415098"/>
            <a:ext cx="3217861" cy="1569660"/>
          </a:xfrm>
          <a:prstGeom prst="rect">
            <a:avLst/>
          </a:prstGeom>
          <a:noFill/>
        </p:spPr>
        <p:txBody>
          <a:bodyPr wrap="square">
            <a:spAutoFit/>
          </a:bodyPr>
          <a:lstStyle/>
          <a:p>
            <a:pPr algn="l"/>
            <a:r>
              <a:rPr lang="en-US" sz="900" b="1" i="0" dirty="0">
                <a:effectLst/>
              </a:rPr>
              <a:t>GAT: Context-Aware Learning</a:t>
            </a:r>
          </a:p>
          <a:p>
            <a:pPr algn="l"/>
            <a:endParaRPr lang="en-US" sz="900" b="1" i="0" dirty="0">
              <a:effectLst/>
            </a:endParaRPr>
          </a:p>
          <a:p>
            <a:pPr marL="171450" indent="-171450" algn="l">
              <a:spcAft>
                <a:spcPts val="600"/>
              </a:spcAft>
              <a:buFont typeface="Arial" panose="020B0604020202020204" pitchFamily="34" charset="0"/>
              <a:buChar char="•"/>
            </a:pPr>
            <a:r>
              <a:rPr lang="en-US" sz="900" b="1" i="0" dirty="0">
                <a:effectLst/>
              </a:rPr>
              <a:t>Top contributors</a:t>
            </a:r>
            <a:r>
              <a:rPr lang="en-US" sz="900" b="0" i="0" dirty="0">
                <a:effectLst/>
              </a:rPr>
              <a:t>: Piperazine backbone (NCCN) and aliphatic C-C bonds</a:t>
            </a:r>
          </a:p>
          <a:p>
            <a:pPr marL="171450" indent="-171450" algn="l">
              <a:spcAft>
                <a:spcPts val="600"/>
              </a:spcAft>
              <a:buFont typeface="Arial" panose="020B0604020202020204" pitchFamily="34" charset="0"/>
              <a:buChar char="•"/>
            </a:pPr>
            <a:r>
              <a:rPr lang="en-US" sz="900" b="1" i="0" dirty="0">
                <a:effectLst/>
              </a:rPr>
              <a:t>Learning pattern</a:t>
            </a:r>
            <a:r>
              <a:rPr lang="en-US" sz="900" b="0" i="0" dirty="0">
                <a:effectLst/>
              </a:rPr>
              <a:t>: Focuses on </a:t>
            </a:r>
            <a:r>
              <a:rPr lang="en-US" sz="900" b="1" i="0" dirty="0">
                <a:effectLst/>
              </a:rPr>
              <a:t>molecular backbone</a:t>
            </a:r>
            <a:r>
              <a:rPr lang="en-US" sz="900" b="0" i="0" dirty="0">
                <a:effectLst/>
              </a:rPr>
              <a:t> and </a:t>
            </a:r>
            <a:r>
              <a:rPr lang="en-US" sz="900" b="1" i="0" dirty="0">
                <a:effectLst/>
              </a:rPr>
              <a:t>connectivity patterns</a:t>
            </a:r>
            <a:endParaRPr lang="en-US" sz="900" b="0" i="0" dirty="0">
              <a:effectLst/>
            </a:endParaRPr>
          </a:p>
          <a:p>
            <a:pPr marL="171450" indent="-171450" algn="l">
              <a:spcAft>
                <a:spcPts val="600"/>
              </a:spcAft>
              <a:buFont typeface="Arial" panose="020B0604020202020204" pitchFamily="34" charset="0"/>
              <a:buChar char="•"/>
            </a:pPr>
            <a:r>
              <a:rPr lang="en-US" sz="900" b="1" i="0" dirty="0">
                <a:effectLst/>
              </a:rPr>
              <a:t>Mechanism</a:t>
            </a:r>
            <a:r>
              <a:rPr lang="en-US" sz="900" b="0" i="0" dirty="0">
                <a:effectLst/>
              </a:rPr>
              <a:t>: Attention weights allow GAT to </a:t>
            </a:r>
            <a:r>
              <a:rPr lang="en-US" sz="900" b="1" i="0" dirty="0">
                <a:effectLst/>
              </a:rPr>
              <a:t>dynamically weight</a:t>
            </a:r>
            <a:r>
              <a:rPr lang="en-US" sz="900" b="0" i="0" dirty="0">
                <a:effectLst/>
              </a:rPr>
              <a:t> important neighbors</a:t>
            </a:r>
          </a:p>
          <a:p>
            <a:pPr marL="171450" indent="-171450" algn="l">
              <a:spcAft>
                <a:spcPts val="600"/>
              </a:spcAft>
              <a:buFont typeface="Arial" panose="020B0604020202020204" pitchFamily="34" charset="0"/>
              <a:buChar char="•"/>
            </a:pPr>
            <a:r>
              <a:rPr lang="en-US" sz="900" b="1" i="0" dirty="0">
                <a:effectLst/>
              </a:rPr>
              <a:t>Top bonds</a:t>
            </a:r>
            <a:r>
              <a:rPr lang="en-US" sz="900" b="0" i="0" dirty="0">
                <a:effectLst/>
              </a:rPr>
              <a:t>: Bonds within the piperazine ring system</a:t>
            </a:r>
          </a:p>
        </p:txBody>
      </p:sp>
      <p:sp>
        <p:nvSpPr>
          <p:cNvPr id="6" name="PlaceHolder 2">
            <a:extLst>
              <a:ext uri="{FF2B5EF4-FFF2-40B4-BE49-F238E27FC236}">
                <a16:creationId xmlns:a16="http://schemas.microsoft.com/office/drawing/2014/main" id="{DED637E0-7690-D7EE-84FC-AAEDB39B6D63}"/>
              </a:ext>
            </a:extLst>
          </p:cNvPr>
          <p:cNvSpPr txBox="1">
            <a:spLocks/>
          </p:cNvSpPr>
          <p:nvPr/>
        </p:nvSpPr>
        <p:spPr>
          <a:xfrm>
            <a:off x="380879" y="1375728"/>
            <a:ext cx="8172571" cy="837720"/>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spcAft>
                <a:spcPts val="601"/>
              </a:spcAft>
              <a:buClr>
                <a:srgbClr val="0064C8"/>
              </a:buClr>
              <a:buFont typeface="Wingdings" panose="05000000000000000000" pitchFamily="2" charset="2"/>
              <a:buChar char="§"/>
            </a:pPr>
            <a:r>
              <a:rPr lang="en-US" sz="2000" spc="-1" dirty="0">
                <a:latin typeface="Century Gothic"/>
              </a:rPr>
              <a:t>Identifies different learning characteristics between the different GNN models  </a:t>
            </a:r>
            <a:endParaRPr lang="en-US" sz="1600" spc="-1" dirty="0">
              <a:latin typeface="Century Gothic"/>
            </a:endParaRPr>
          </a:p>
          <a:p>
            <a:pPr marL="0" indent="0">
              <a:lnSpc>
                <a:spcPct val="100000"/>
              </a:lnSpc>
              <a:spcBef>
                <a:spcPts val="400"/>
              </a:spcBef>
              <a:spcAft>
                <a:spcPts val="601"/>
              </a:spcAft>
              <a:buClr>
                <a:srgbClr val="0064C8"/>
              </a:buClr>
              <a:buNone/>
            </a:pPr>
            <a:endParaRPr lang="en-US" sz="2000" spc="-1" dirty="0">
              <a:latin typeface="Century Gothic"/>
            </a:endParaRPr>
          </a:p>
          <a:p>
            <a:pPr marL="0" indent="0">
              <a:lnSpc>
                <a:spcPct val="100000"/>
              </a:lnSpc>
              <a:spcBef>
                <a:spcPts val="400"/>
              </a:spcBef>
              <a:spcAft>
                <a:spcPts val="601"/>
              </a:spcAft>
              <a:buClr>
                <a:srgbClr val="0064C8"/>
              </a:buClr>
              <a:buNone/>
            </a:pPr>
            <a:endParaRPr lang="en-US" sz="2000" spc="-1" dirty="0">
              <a:solidFill>
                <a:srgbClr val="000000"/>
              </a:solidFill>
              <a:latin typeface="Century Gothic"/>
            </a:endParaRPr>
          </a:p>
        </p:txBody>
      </p:sp>
      <p:sp>
        <p:nvSpPr>
          <p:cNvPr id="8" name="Rectangle 7">
            <a:extLst>
              <a:ext uri="{FF2B5EF4-FFF2-40B4-BE49-F238E27FC236}">
                <a16:creationId xmlns:a16="http://schemas.microsoft.com/office/drawing/2014/main" id="{E93086AC-B83E-70A0-A5EA-5065760D066C}"/>
              </a:ext>
            </a:extLst>
          </p:cNvPr>
          <p:cNvSpPr/>
          <p:nvPr/>
        </p:nvSpPr>
        <p:spPr>
          <a:xfrm>
            <a:off x="285663" y="3127549"/>
            <a:ext cx="1366041" cy="1979176"/>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9" name="Graphic 8" descr="Customer review with solid fill">
            <a:extLst>
              <a:ext uri="{FF2B5EF4-FFF2-40B4-BE49-F238E27FC236}">
                <a16:creationId xmlns:a16="http://schemas.microsoft.com/office/drawing/2014/main" id="{4492FE91-E66E-7B3D-E56A-B2AE5573A0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066" y="4220369"/>
            <a:ext cx="827234" cy="827234"/>
          </a:xfrm>
          <a:prstGeom prst="rect">
            <a:avLst/>
          </a:prstGeom>
        </p:spPr>
      </p:pic>
      <p:pic>
        <p:nvPicPr>
          <p:cNvPr id="10" name="Picture 9">
            <a:extLst>
              <a:ext uri="{FF2B5EF4-FFF2-40B4-BE49-F238E27FC236}">
                <a16:creationId xmlns:a16="http://schemas.microsoft.com/office/drawing/2014/main" id="{FB06627F-A3D0-01D5-5414-353484830DA3}"/>
              </a:ext>
            </a:extLst>
          </p:cNvPr>
          <p:cNvPicPr>
            <a:picLocks noChangeAspect="1"/>
          </p:cNvPicPr>
          <p:nvPr/>
        </p:nvPicPr>
        <p:blipFill>
          <a:blip r:embed="rId7"/>
          <a:stretch>
            <a:fillRect/>
          </a:stretch>
        </p:blipFill>
        <p:spPr>
          <a:xfrm>
            <a:off x="386304" y="3228254"/>
            <a:ext cx="1164759" cy="761328"/>
          </a:xfrm>
          <a:prstGeom prst="rect">
            <a:avLst/>
          </a:prstGeom>
        </p:spPr>
      </p:pic>
    </p:spTree>
    <p:extLst>
      <p:ext uri="{BB962C8B-B14F-4D97-AF65-F5344CB8AC3E}">
        <p14:creationId xmlns:p14="http://schemas.microsoft.com/office/powerpoint/2010/main" val="2810728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50EF08DE-650D-84D8-23E2-83CD379C9565}"/>
              </a:ext>
            </a:extLst>
          </p:cNvPr>
          <p:cNvSpPr txBox="1"/>
          <p:nvPr/>
        </p:nvSpPr>
        <p:spPr>
          <a:xfrm>
            <a:off x="3215444" y="1198799"/>
            <a:ext cx="2126816" cy="338554"/>
          </a:xfrm>
          <a:prstGeom prst="rect">
            <a:avLst/>
          </a:prstGeom>
          <a:noFill/>
        </p:spPr>
        <p:txBody>
          <a:bodyPr wrap="square" rtlCol="0">
            <a:spAutoFit/>
          </a:bodyPr>
          <a:lstStyle/>
          <a:p>
            <a:pPr algn="ctr"/>
            <a:endParaRPr lang="de-DE" sz="1600" b="1" dirty="0"/>
          </a:p>
        </p:txBody>
      </p:sp>
      <p:sp>
        <p:nvSpPr>
          <p:cNvPr id="37" name="TextBox 36">
            <a:extLst>
              <a:ext uri="{FF2B5EF4-FFF2-40B4-BE49-F238E27FC236}">
                <a16:creationId xmlns:a16="http://schemas.microsoft.com/office/drawing/2014/main" id="{A9B538AC-1716-FEE9-9303-C64FEB3A2571}"/>
              </a:ext>
            </a:extLst>
          </p:cNvPr>
          <p:cNvSpPr txBox="1"/>
          <p:nvPr/>
        </p:nvSpPr>
        <p:spPr>
          <a:xfrm>
            <a:off x="6180085" y="1198799"/>
            <a:ext cx="2126815" cy="338554"/>
          </a:xfrm>
          <a:prstGeom prst="rect">
            <a:avLst/>
          </a:prstGeom>
          <a:noFill/>
        </p:spPr>
        <p:txBody>
          <a:bodyPr wrap="square" rtlCol="0">
            <a:spAutoFit/>
          </a:bodyPr>
          <a:lstStyle/>
          <a:p>
            <a:pPr algn="ctr"/>
            <a:endParaRPr lang="de-DE" sz="1600" b="1" dirty="0"/>
          </a:p>
        </p:txBody>
      </p:sp>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a:t>
            </a:r>
            <a:r>
              <a:rPr lang="en-US" sz="3200" spc="-1" dirty="0">
                <a:solidFill>
                  <a:srgbClr val="0064C8"/>
                </a:solidFill>
                <a:latin typeface="Century Gothic"/>
              </a:rPr>
              <a:t>4</a:t>
            </a:r>
            <a:endParaRPr lang="en-US" sz="3200" b="0" strike="noStrike" spc="-1" dirty="0">
              <a:solidFill>
                <a:srgbClr val="000000"/>
              </a:solidFill>
              <a:latin typeface="Century Gothic"/>
            </a:endParaRPr>
          </a:p>
        </p:txBody>
      </p:sp>
      <p:sp>
        <p:nvSpPr>
          <p:cNvPr id="54" name="TextBox 53">
            <a:extLst>
              <a:ext uri="{FF2B5EF4-FFF2-40B4-BE49-F238E27FC236}">
                <a16:creationId xmlns:a16="http://schemas.microsoft.com/office/drawing/2014/main" id="{94937509-898F-450F-9596-9686594F7DA8}"/>
              </a:ext>
            </a:extLst>
          </p:cNvPr>
          <p:cNvSpPr txBox="1"/>
          <p:nvPr/>
        </p:nvSpPr>
        <p:spPr>
          <a:xfrm>
            <a:off x="3215443" y="1191667"/>
            <a:ext cx="2126816" cy="338554"/>
          </a:xfrm>
          <a:prstGeom prst="rect">
            <a:avLst/>
          </a:prstGeom>
          <a:noFill/>
        </p:spPr>
        <p:txBody>
          <a:bodyPr wrap="square" rtlCol="0">
            <a:spAutoFit/>
          </a:bodyPr>
          <a:lstStyle/>
          <a:p>
            <a:pPr algn="ctr"/>
            <a:r>
              <a:rPr lang="en-US" sz="1600" b="1" dirty="0"/>
              <a:t>GCN</a:t>
            </a:r>
            <a:endParaRPr lang="de-DE" sz="1600" b="1" dirty="0"/>
          </a:p>
        </p:txBody>
      </p:sp>
      <p:sp>
        <p:nvSpPr>
          <p:cNvPr id="55" name="TextBox 54">
            <a:extLst>
              <a:ext uri="{FF2B5EF4-FFF2-40B4-BE49-F238E27FC236}">
                <a16:creationId xmlns:a16="http://schemas.microsoft.com/office/drawing/2014/main" id="{0FC6AAC7-E13F-47C8-9C73-B83D4169B6C3}"/>
              </a:ext>
            </a:extLst>
          </p:cNvPr>
          <p:cNvSpPr txBox="1"/>
          <p:nvPr/>
        </p:nvSpPr>
        <p:spPr>
          <a:xfrm>
            <a:off x="6180084" y="1191667"/>
            <a:ext cx="2126815" cy="338554"/>
          </a:xfrm>
          <a:prstGeom prst="rect">
            <a:avLst/>
          </a:prstGeom>
          <a:noFill/>
        </p:spPr>
        <p:txBody>
          <a:bodyPr wrap="square" rtlCol="0">
            <a:spAutoFit/>
          </a:bodyPr>
          <a:lstStyle/>
          <a:p>
            <a:pPr algn="ctr"/>
            <a:r>
              <a:rPr lang="en-US" sz="1600" b="1" dirty="0"/>
              <a:t>GAT</a:t>
            </a:r>
            <a:endParaRPr lang="de-DE" sz="1600" b="1" dirty="0"/>
          </a:p>
        </p:txBody>
      </p:sp>
      <p:sp>
        <p:nvSpPr>
          <p:cNvPr id="60" name="TextBox 59">
            <a:extLst>
              <a:ext uri="{FF2B5EF4-FFF2-40B4-BE49-F238E27FC236}">
                <a16:creationId xmlns:a16="http://schemas.microsoft.com/office/drawing/2014/main" id="{543C76E0-DAAA-492F-BA6E-687D6B295DC2}"/>
              </a:ext>
            </a:extLst>
          </p:cNvPr>
          <p:cNvSpPr txBox="1"/>
          <p:nvPr/>
        </p:nvSpPr>
        <p:spPr>
          <a:xfrm>
            <a:off x="482461" y="3969415"/>
            <a:ext cx="3949638" cy="338554"/>
          </a:xfrm>
          <a:prstGeom prst="rect">
            <a:avLst/>
          </a:prstGeom>
          <a:noFill/>
        </p:spPr>
        <p:txBody>
          <a:bodyPr wrap="square" rtlCol="0">
            <a:spAutoFit/>
          </a:bodyPr>
          <a:lstStyle/>
          <a:p>
            <a:r>
              <a:rPr lang="en-US" sz="1600" b="1" dirty="0"/>
              <a:t>Conclusion</a:t>
            </a:r>
            <a:endParaRPr lang="de-DE" sz="1600" b="1" dirty="0"/>
          </a:p>
        </p:txBody>
      </p:sp>
      <p:sp>
        <p:nvSpPr>
          <p:cNvPr id="61" name="TextBox 60">
            <a:extLst>
              <a:ext uri="{FF2B5EF4-FFF2-40B4-BE49-F238E27FC236}">
                <a16:creationId xmlns:a16="http://schemas.microsoft.com/office/drawing/2014/main" id="{9767668A-54AF-40AC-B5A4-2A353350EE2E}"/>
              </a:ext>
            </a:extLst>
          </p:cNvPr>
          <p:cNvSpPr txBox="1"/>
          <p:nvPr/>
        </p:nvSpPr>
        <p:spPr>
          <a:xfrm>
            <a:off x="482461" y="4317931"/>
            <a:ext cx="8148034" cy="830997"/>
          </a:xfrm>
          <a:prstGeom prst="rect">
            <a:avLst/>
          </a:prstGeom>
          <a:noFill/>
        </p:spPr>
        <p:txBody>
          <a:bodyPr wrap="square">
            <a:spAutoFit/>
          </a:bodyPr>
          <a:lstStyle/>
          <a:p>
            <a:r>
              <a:rPr lang="en-US" sz="1200" b="0" i="0" dirty="0">
                <a:effectLst/>
              </a:rPr>
              <a:t>While both models correctly predict this compound as active, </a:t>
            </a:r>
            <a:r>
              <a:rPr lang="en-US" sz="1200" b="1" i="0" dirty="0">
                <a:effectLst/>
              </a:rPr>
              <a:t>GAT demonstrates superior performance</a:t>
            </a:r>
            <a:r>
              <a:rPr lang="en-US" sz="1200" b="0" i="0" dirty="0">
                <a:effectLst/>
              </a:rPr>
              <a:t> and learns more sophisticated molecular representations through its attention mechanism. GAT's focus on the piperazine backbone suggests it captures </a:t>
            </a:r>
            <a:r>
              <a:rPr lang="en-US" sz="1200" b="1" i="0" dirty="0">
                <a:effectLst/>
              </a:rPr>
              <a:t>pharmacophore-relevant features</a:t>
            </a:r>
            <a:r>
              <a:rPr lang="en-US" sz="1200" b="0" i="0" dirty="0">
                <a:effectLst/>
              </a:rPr>
              <a:t> more effectively than GCN's fragment-based approach.</a:t>
            </a:r>
            <a:endParaRPr lang="de-DE" sz="1200" dirty="0"/>
          </a:p>
        </p:txBody>
      </p:sp>
      <p:pic>
        <p:nvPicPr>
          <p:cNvPr id="62" name="Picture 61">
            <a:extLst>
              <a:ext uri="{FF2B5EF4-FFF2-40B4-BE49-F238E27FC236}">
                <a16:creationId xmlns:a16="http://schemas.microsoft.com/office/drawing/2014/main" id="{FD9BA923-0A0D-496E-B5E3-37862AF11367}"/>
              </a:ext>
            </a:extLst>
          </p:cNvPr>
          <p:cNvPicPr>
            <a:picLocks noChangeAspect="1"/>
          </p:cNvPicPr>
          <p:nvPr/>
        </p:nvPicPr>
        <p:blipFill rotWithShape="1">
          <a:blip r:embed="rId3"/>
          <a:srcRect l="12757" t="8229" r="10218" b="12776"/>
          <a:stretch/>
        </p:blipFill>
        <p:spPr>
          <a:xfrm>
            <a:off x="3126534" y="1707534"/>
            <a:ext cx="2649606" cy="1528543"/>
          </a:xfrm>
          <a:prstGeom prst="rect">
            <a:avLst/>
          </a:prstGeom>
        </p:spPr>
      </p:pic>
      <p:pic>
        <p:nvPicPr>
          <p:cNvPr id="63" name="Picture 62">
            <a:extLst>
              <a:ext uri="{FF2B5EF4-FFF2-40B4-BE49-F238E27FC236}">
                <a16:creationId xmlns:a16="http://schemas.microsoft.com/office/drawing/2014/main" id="{132EE792-E031-4B62-A040-2F1AB742541A}"/>
              </a:ext>
            </a:extLst>
          </p:cNvPr>
          <p:cNvPicPr>
            <a:picLocks noChangeAspect="1"/>
          </p:cNvPicPr>
          <p:nvPr/>
        </p:nvPicPr>
        <p:blipFill rotWithShape="1">
          <a:blip r:embed="rId4"/>
          <a:srcRect l="13677" t="11105" r="10217" b="13350"/>
          <a:stretch/>
        </p:blipFill>
        <p:spPr>
          <a:xfrm>
            <a:off x="5927416" y="1720100"/>
            <a:ext cx="2833544" cy="1582127"/>
          </a:xfrm>
          <a:prstGeom prst="rect">
            <a:avLst/>
          </a:prstGeom>
        </p:spPr>
      </p:pic>
      <p:sp>
        <p:nvSpPr>
          <p:cNvPr id="64" name="TextBox 63">
            <a:extLst>
              <a:ext uri="{FF2B5EF4-FFF2-40B4-BE49-F238E27FC236}">
                <a16:creationId xmlns:a16="http://schemas.microsoft.com/office/drawing/2014/main" id="{796D7F20-3E62-4DC7-B9AE-BE93AFDFAEFB}"/>
              </a:ext>
            </a:extLst>
          </p:cNvPr>
          <p:cNvSpPr txBox="1"/>
          <p:nvPr/>
        </p:nvSpPr>
        <p:spPr>
          <a:xfrm>
            <a:off x="910795" y="5353316"/>
            <a:ext cx="7719699" cy="646331"/>
          </a:xfrm>
          <a:prstGeom prst="rect">
            <a:avLst/>
          </a:prstGeom>
          <a:noFill/>
        </p:spPr>
        <p:txBody>
          <a:bodyPr wrap="square">
            <a:spAutoFit/>
          </a:bodyPr>
          <a:lstStyle/>
          <a:p>
            <a:r>
              <a:rPr lang="en-US" sz="1200" b="1" i="0" dirty="0">
                <a:effectLst/>
              </a:rPr>
              <a:t>Note</a:t>
            </a:r>
            <a:r>
              <a:rPr lang="en-US" sz="1200" b="0" i="0" dirty="0">
                <a:effectLst/>
              </a:rPr>
              <a:t>: the agent focused on the differences, overinterpreting the results. It is clear that the models learned similar patterns (with different top bonds and magnitudes), but the agent did not mention any similarity between them.</a:t>
            </a:r>
            <a:endParaRPr lang="de-DE" sz="1200" dirty="0"/>
          </a:p>
        </p:txBody>
      </p:sp>
      <p:pic>
        <p:nvPicPr>
          <p:cNvPr id="3" name="Graphic 2" descr="Question mark with solid fill">
            <a:extLst>
              <a:ext uri="{FF2B5EF4-FFF2-40B4-BE49-F238E27FC236}">
                <a16:creationId xmlns:a16="http://schemas.microsoft.com/office/drawing/2014/main" id="{B33A209D-3182-7189-3424-2E0DC3A6255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43453" y="4333185"/>
            <a:ext cx="635013" cy="635013"/>
          </a:xfrm>
          <a:prstGeom prst="rect">
            <a:avLst/>
          </a:prstGeom>
        </p:spPr>
      </p:pic>
      <p:pic>
        <p:nvPicPr>
          <p:cNvPr id="5" name="Graphic 4" descr="Warning with solid fill">
            <a:extLst>
              <a:ext uri="{FF2B5EF4-FFF2-40B4-BE49-F238E27FC236}">
                <a16:creationId xmlns:a16="http://schemas.microsoft.com/office/drawing/2014/main" id="{9419031D-EA28-7F26-8092-8C420B4E0C4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2795" y="5422481"/>
            <a:ext cx="508000" cy="508000"/>
          </a:xfrm>
          <a:prstGeom prst="rect">
            <a:avLst/>
          </a:prstGeom>
        </p:spPr>
      </p:pic>
      <p:sp>
        <p:nvSpPr>
          <p:cNvPr id="9" name="Arrow: Right 8">
            <a:extLst>
              <a:ext uri="{FF2B5EF4-FFF2-40B4-BE49-F238E27FC236}">
                <a16:creationId xmlns:a16="http://schemas.microsoft.com/office/drawing/2014/main" id="{CF77B8D4-4A8B-4F6C-5746-9D7E810207BE}"/>
              </a:ext>
            </a:extLst>
          </p:cNvPr>
          <p:cNvSpPr/>
          <p:nvPr/>
        </p:nvSpPr>
        <p:spPr>
          <a:xfrm>
            <a:off x="2016548" y="1961339"/>
            <a:ext cx="497261" cy="2796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6F80CAC6-FED8-F0E9-836A-74DE589DF73F}"/>
              </a:ext>
            </a:extLst>
          </p:cNvPr>
          <p:cNvSpPr/>
          <p:nvPr/>
        </p:nvSpPr>
        <p:spPr>
          <a:xfrm rot="5400000">
            <a:off x="721940" y="3366893"/>
            <a:ext cx="497260" cy="2796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45F100B-EAA8-B54E-7902-7CDC0E8FC435}"/>
              </a:ext>
            </a:extLst>
          </p:cNvPr>
          <p:cNvSpPr/>
          <p:nvPr/>
        </p:nvSpPr>
        <p:spPr>
          <a:xfrm>
            <a:off x="382679" y="1398191"/>
            <a:ext cx="1175784" cy="1639986"/>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12" name="Graphic 11" descr="Customer review with solid fill">
            <a:extLst>
              <a:ext uri="{FF2B5EF4-FFF2-40B4-BE49-F238E27FC236}">
                <a16:creationId xmlns:a16="http://schemas.microsoft.com/office/drawing/2014/main" id="{2C468004-1E79-3449-66DF-35C2A9C8BC5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4561" y="2267035"/>
            <a:ext cx="712020" cy="712020"/>
          </a:xfrm>
          <a:prstGeom prst="rect">
            <a:avLst/>
          </a:prstGeom>
        </p:spPr>
      </p:pic>
      <p:pic>
        <p:nvPicPr>
          <p:cNvPr id="13" name="Picture 12">
            <a:extLst>
              <a:ext uri="{FF2B5EF4-FFF2-40B4-BE49-F238E27FC236}">
                <a16:creationId xmlns:a16="http://schemas.microsoft.com/office/drawing/2014/main" id="{C9E3E49C-1723-5EBD-1C65-48683268F9DB}"/>
              </a:ext>
            </a:extLst>
          </p:cNvPr>
          <p:cNvPicPr>
            <a:picLocks noChangeAspect="1"/>
          </p:cNvPicPr>
          <p:nvPr/>
        </p:nvPicPr>
        <p:blipFill>
          <a:blip r:embed="rId11"/>
          <a:stretch>
            <a:fillRect/>
          </a:stretch>
        </p:blipFill>
        <p:spPr>
          <a:xfrm>
            <a:off x="496610" y="1481546"/>
            <a:ext cx="947921" cy="619595"/>
          </a:xfrm>
          <a:prstGeom prst="rect">
            <a:avLst/>
          </a:prstGeom>
        </p:spPr>
      </p:pic>
    </p:spTree>
    <p:extLst>
      <p:ext uri="{BB962C8B-B14F-4D97-AF65-F5344CB8AC3E}">
        <p14:creationId xmlns:p14="http://schemas.microsoft.com/office/powerpoint/2010/main" val="9976771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Conclusion</a:t>
            </a:r>
            <a:endParaRPr lang="en-US" sz="3200" b="0" strike="noStrike" spc="-1" dirty="0">
              <a:solidFill>
                <a:srgbClr val="000000"/>
              </a:solidFill>
              <a:latin typeface="Century Gothic"/>
            </a:endParaRPr>
          </a:p>
        </p:txBody>
      </p:sp>
      <p:sp>
        <p:nvSpPr>
          <p:cNvPr id="2" name="PlaceHolder 2">
            <a:extLst>
              <a:ext uri="{FF2B5EF4-FFF2-40B4-BE49-F238E27FC236}">
                <a16:creationId xmlns:a16="http://schemas.microsoft.com/office/drawing/2014/main" id="{870990D0-7AC5-46BA-6FC4-274F8E0A3ABE}"/>
              </a:ext>
            </a:extLst>
          </p:cNvPr>
          <p:cNvSpPr txBox="1">
            <a:spLocks/>
          </p:cNvSpPr>
          <p:nvPr/>
        </p:nvSpPr>
        <p:spPr>
          <a:xfrm>
            <a:off x="380880" y="1153486"/>
            <a:ext cx="8561784" cy="4643017"/>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601"/>
              </a:spcAft>
              <a:buClr>
                <a:srgbClr val="0064C8"/>
              </a:buClr>
              <a:buNone/>
            </a:pPr>
            <a:r>
              <a:rPr lang="en-US" sz="2000" spc="-1" dirty="0">
                <a:solidFill>
                  <a:srgbClr val="0064C8"/>
                </a:solidFill>
                <a:latin typeface="Century Gothic"/>
              </a:rPr>
              <a:t>Aim: </a:t>
            </a:r>
            <a:r>
              <a:rPr lang="en-US" sz="2000" spc="-1" dirty="0">
                <a:solidFill>
                  <a:srgbClr val="000000"/>
                </a:solidFill>
                <a:latin typeface="Century Gothic"/>
              </a:rPr>
              <a:t>Design an agentic AI framework for interpretable AI applied to QSAR tasks 	</a:t>
            </a:r>
          </a:p>
          <a:p>
            <a:pPr>
              <a:lnSpc>
                <a:spcPct val="100000"/>
              </a:lnSpc>
              <a:spcBef>
                <a:spcPts val="200"/>
              </a:spcBef>
              <a:buClr>
                <a:srgbClr val="0064C8"/>
              </a:buClr>
              <a:buFont typeface="Wingdings" panose="05000000000000000000" pitchFamily="2" charset="2"/>
              <a:buChar char="§"/>
            </a:pPr>
            <a:endParaRPr lang="en-US" sz="1800" spc="-1" dirty="0">
              <a:solidFill>
                <a:srgbClr val="000000"/>
              </a:solidFill>
              <a:latin typeface="Century Gothic"/>
            </a:endParaRPr>
          </a:p>
          <a:p>
            <a:pPr>
              <a:lnSpc>
                <a:spcPct val="100000"/>
              </a:lnSpc>
              <a:spcBef>
                <a:spcPts val="200"/>
              </a:spcBef>
              <a:buClr>
                <a:srgbClr val="0064C8"/>
              </a:buClr>
              <a:buFont typeface="Wingdings" panose="05000000000000000000" pitchFamily="2" charset="2"/>
              <a:buChar char="§"/>
            </a:pPr>
            <a:r>
              <a:rPr lang="en-US" sz="1800" spc="-1" dirty="0">
                <a:solidFill>
                  <a:srgbClr val="000000"/>
                </a:solidFill>
                <a:latin typeface="Century Gothic"/>
              </a:rPr>
              <a:t>No-code framework enables the building of interpretable AI pipelines</a:t>
            </a:r>
          </a:p>
          <a:p>
            <a:pPr>
              <a:lnSpc>
                <a:spcPct val="100000"/>
              </a:lnSpc>
              <a:spcBef>
                <a:spcPts val="200"/>
              </a:spcBef>
              <a:buClr>
                <a:srgbClr val="0064C8"/>
              </a:buClr>
              <a:buFont typeface="Wingdings" panose="05000000000000000000" pitchFamily="2" charset="2"/>
              <a:buChar char="§"/>
            </a:pPr>
            <a:endParaRPr lang="en-US" sz="1800" spc="-1" dirty="0">
              <a:solidFill>
                <a:srgbClr val="000000"/>
              </a:solidFill>
              <a:latin typeface="Century Gothic"/>
            </a:endParaRPr>
          </a:p>
          <a:p>
            <a:pPr>
              <a:lnSpc>
                <a:spcPct val="100000"/>
              </a:lnSpc>
              <a:spcBef>
                <a:spcPts val="200"/>
              </a:spcBef>
              <a:buClr>
                <a:srgbClr val="0064C8"/>
              </a:buClr>
              <a:buFont typeface="Wingdings" panose="05000000000000000000" pitchFamily="2" charset="2"/>
              <a:buChar char="§"/>
            </a:pPr>
            <a:r>
              <a:rPr lang="en-US" sz="1800" spc="-1" dirty="0" err="1">
                <a:solidFill>
                  <a:srgbClr val="000000"/>
                </a:solidFill>
                <a:latin typeface="Century Gothic"/>
              </a:rPr>
              <a:t>ChemicHAL</a:t>
            </a:r>
            <a:r>
              <a:rPr lang="en-US" sz="1800" spc="-1" dirty="0">
                <a:solidFill>
                  <a:srgbClr val="000000"/>
                </a:solidFill>
                <a:latin typeface="Century Gothic"/>
              </a:rPr>
              <a:t> correctly selected tools and reproduced known results</a:t>
            </a:r>
          </a:p>
          <a:p>
            <a:pPr>
              <a:lnSpc>
                <a:spcPct val="100000"/>
              </a:lnSpc>
              <a:spcBef>
                <a:spcPts val="200"/>
              </a:spcBef>
              <a:buClr>
                <a:srgbClr val="0064C8"/>
              </a:buClr>
              <a:buFont typeface="Wingdings" panose="05000000000000000000" pitchFamily="2" charset="2"/>
              <a:buChar char="§"/>
            </a:pPr>
            <a:endParaRPr lang="en-US" sz="1800" spc="-1" dirty="0">
              <a:solidFill>
                <a:srgbClr val="000000"/>
              </a:solidFill>
              <a:latin typeface="Century Gothic"/>
            </a:endParaRPr>
          </a:p>
          <a:p>
            <a:pPr>
              <a:lnSpc>
                <a:spcPct val="100000"/>
              </a:lnSpc>
              <a:spcBef>
                <a:spcPts val="200"/>
              </a:spcBef>
              <a:buClr>
                <a:srgbClr val="0064C8"/>
              </a:buClr>
              <a:buFont typeface="Wingdings" panose="05000000000000000000" pitchFamily="2" charset="2"/>
              <a:buChar char="§"/>
            </a:pPr>
            <a:r>
              <a:rPr lang="en-US" sz="1800" spc="-1" dirty="0">
                <a:solidFill>
                  <a:srgbClr val="000000"/>
                </a:solidFill>
                <a:latin typeface="Century Gothic"/>
              </a:rPr>
              <a:t>Enables multi-model comparison and learning behavior characterization</a:t>
            </a:r>
          </a:p>
          <a:p>
            <a:pPr>
              <a:lnSpc>
                <a:spcPct val="100000"/>
              </a:lnSpc>
              <a:spcBef>
                <a:spcPts val="200"/>
              </a:spcBef>
              <a:buClr>
                <a:srgbClr val="0064C8"/>
              </a:buClr>
              <a:buFont typeface="Wingdings" panose="05000000000000000000" pitchFamily="2" charset="2"/>
              <a:buChar char="§"/>
            </a:pPr>
            <a:endParaRPr lang="en-US" sz="1800" spc="-1" dirty="0">
              <a:solidFill>
                <a:srgbClr val="000000"/>
              </a:solidFill>
              <a:latin typeface="Century Gothic"/>
            </a:endParaRPr>
          </a:p>
          <a:p>
            <a:pPr>
              <a:lnSpc>
                <a:spcPct val="100000"/>
              </a:lnSpc>
              <a:spcBef>
                <a:spcPts val="200"/>
              </a:spcBef>
              <a:buClr>
                <a:srgbClr val="0064C8"/>
              </a:buClr>
              <a:buFont typeface="Wingdings" panose="05000000000000000000" pitchFamily="2" charset="2"/>
              <a:buChar char="§"/>
            </a:pPr>
            <a:r>
              <a:rPr lang="en-US" sz="1800" spc="-1" dirty="0">
                <a:solidFill>
                  <a:srgbClr val="000000"/>
                </a:solidFill>
                <a:latin typeface="Century Gothic"/>
              </a:rPr>
              <a:t>Chemical interpretation of explanations with actionable optimization insights</a:t>
            </a:r>
          </a:p>
          <a:p>
            <a:pPr>
              <a:lnSpc>
                <a:spcPct val="100000"/>
              </a:lnSpc>
              <a:spcBef>
                <a:spcPts val="200"/>
              </a:spcBef>
              <a:buClr>
                <a:srgbClr val="0064C8"/>
              </a:buClr>
              <a:buFont typeface="Wingdings" panose="05000000000000000000" pitchFamily="2" charset="2"/>
              <a:buChar char="§"/>
            </a:pPr>
            <a:endParaRPr lang="en-US" sz="1800" spc="-1" dirty="0">
              <a:solidFill>
                <a:srgbClr val="000000"/>
              </a:solidFill>
              <a:latin typeface="Century Gothic"/>
            </a:endParaRPr>
          </a:p>
          <a:p>
            <a:pPr marL="0" indent="0">
              <a:lnSpc>
                <a:spcPct val="100000"/>
              </a:lnSpc>
              <a:spcBef>
                <a:spcPts val="200"/>
              </a:spcBef>
              <a:buClr>
                <a:srgbClr val="0064C8"/>
              </a:buClr>
              <a:buNone/>
            </a:pPr>
            <a:r>
              <a:rPr lang="en-US" sz="1800" spc="-1" dirty="0">
                <a:solidFill>
                  <a:srgbClr val="0064C8"/>
                </a:solidFill>
                <a:latin typeface="Century Gothic"/>
              </a:rPr>
              <a:t>Note</a:t>
            </a:r>
            <a:r>
              <a:rPr lang="en-US" sz="1800" b="1" spc="-1" dirty="0">
                <a:solidFill>
                  <a:srgbClr val="000000"/>
                </a:solidFill>
                <a:latin typeface="Century Gothic"/>
              </a:rPr>
              <a:t>: </a:t>
            </a:r>
            <a:r>
              <a:rPr lang="en-US" sz="1800" spc="-1" dirty="0">
                <a:solidFill>
                  <a:srgbClr val="000000"/>
                </a:solidFill>
                <a:latin typeface="Century Gothic"/>
              </a:rPr>
              <a:t>results interpretation should be considered with caution!</a:t>
            </a:r>
          </a:p>
          <a:p>
            <a:pPr>
              <a:lnSpc>
                <a:spcPct val="100000"/>
              </a:lnSpc>
              <a:spcBef>
                <a:spcPts val="400"/>
              </a:spcBef>
              <a:buClr>
                <a:srgbClr val="0064C8"/>
              </a:buClr>
            </a:pPr>
            <a:endParaRPr lang="en-US" sz="2000" spc="-1" dirty="0">
              <a:solidFill>
                <a:srgbClr val="000000"/>
              </a:solidFill>
              <a:latin typeface="Century Gothic"/>
            </a:endParaRPr>
          </a:p>
          <a:p>
            <a:pPr>
              <a:lnSpc>
                <a:spcPct val="100000"/>
              </a:lnSpc>
              <a:spcBef>
                <a:spcPts val="400"/>
              </a:spcBef>
              <a:buClr>
                <a:srgbClr val="0064C8"/>
              </a:buClr>
            </a:pPr>
            <a:endParaRPr lang="en-US" sz="2000" spc="-1" dirty="0">
              <a:solidFill>
                <a:srgbClr val="000000"/>
              </a:solidFill>
              <a:latin typeface="Century Gothic"/>
            </a:endParaRPr>
          </a:p>
          <a:p>
            <a:pPr marL="0" indent="0">
              <a:lnSpc>
                <a:spcPct val="100000"/>
              </a:lnSpc>
              <a:spcBef>
                <a:spcPts val="400"/>
              </a:spcBef>
              <a:spcAft>
                <a:spcPts val="601"/>
              </a:spcAft>
              <a:buClr>
                <a:srgbClr val="0064C8"/>
              </a:buClr>
              <a:buNone/>
            </a:pPr>
            <a:endParaRPr lang="en-US" sz="2000" b="1" spc="-1" dirty="0">
              <a:solidFill>
                <a:srgbClr val="000000"/>
              </a:solidFill>
              <a:latin typeface="Century Gothic"/>
            </a:endParaRPr>
          </a:p>
        </p:txBody>
      </p:sp>
    </p:spTree>
    <p:extLst>
      <p:ext uri="{BB962C8B-B14F-4D97-AF65-F5344CB8AC3E}">
        <p14:creationId xmlns:p14="http://schemas.microsoft.com/office/powerpoint/2010/main" val="2113963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Future perspective</a:t>
            </a:r>
            <a:endParaRPr lang="en-US" sz="3200" b="0" strike="noStrike" spc="-1" dirty="0">
              <a:solidFill>
                <a:srgbClr val="000000"/>
              </a:solidFill>
              <a:latin typeface="Century Gothic"/>
            </a:endParaRPr>
          </a:p>
        </p:txBody>
      </p:sp>
      <p:sp>
        <p:nvSpPr>
          <p:cNvPr id="2" name="PlaceHolder 2">
            <a:extLst>
              <a:ext uri="{FF2B5EF4-FFF2-40B4-BE49-F238E27FC236}">
                <a16:creationId xmlns:a16="http://schemas.microsoft.com/office/drawing/2014/main" id="{870990D0-7AC5-46BA-6FC4-274F8E0A3ABE}"/>
              </a:ext>
            </a:extLst>
          </p:cNvPr>
          <p:cNvSpPr txBox="1">
            <a:spLocks/>
          </p:cNvSpPr>
          <p:nvPr/>
        </p:nvSpPr>
        <p:spPr>
          <a:xfrm>
            <a:off x="380880" y="1375729"/>
            <a:ext cx="8380080" cy="4468480"/>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buClr>
                <a:srgbClr val="0064C8"/>
              </a:buClr>
              <a:buFont typeface="Wingdings" panose="05000000000000000000" pitchFamily="2" charset="2"/>
              <a:buChar char="§"/>
            </a:pPr>
            <a:r>
              <a:rPr lang="en-US" sz="2000" spc="-1" dirty="0">
                <a:solidFill>
                  <a:srgbClr val="000000"/>
                </a:solidFill>
                <a:latin typeface="Century Gothic"/>
              </a:rPr>
              <a:t>Make an “organization repository” available for the whole lab to ease the </a:t>
            </a:r>
            <a:r>
              <a:rPr lang="en-US" sz="2000" spc="-1" dirty="0">
                <a:solidFill>
                  <a:srgbClr val="0064C8"/>
                </a:solidFill>
                <a:latin typeface="Century Gothic"/>
              </a:rPr>
              <a:t>integration of new components</a:t>
            </a:r>
          </a:p>
          <a:p>
            <a:pPr>
              <a:lnSpc>
                <a:spcPct val="100000"/>
              </a:lnSpc>
              <a:spcBef>
                <a:spcPts val="400"/>
              </a:spcBef>
              <a:buClr>
                <a:srgbClr val="0064C8"/>
              </a:buClr>
              <a:buFont typeface="Wingdings" panose="05000000000000000000" pitchFamily="2" charset="2"/>
              <a:buChar char="§"/>
            </a:pPr>
            <a:r>
              <a:rPr lang="en-US" sz="2000" spc="-1" dirty="0">
                <a:solidFill>
                  <a:srgbClr val="000000"/>
                </a:solidFill>
                <a:latin typeface="Century Gothic"/>
              </a:rPr>
              <a:t>Create a guide for lab members for the implementation of AI agents</a:t>
            </a:r>
          </a:p>
          <a:p>
            <a:pPr marL="0" indent="0">
              <a:lnSpc>
                <a:spcPct val="100000"/>
              </a:lnSpc>
              <a:spcBef>
                <a:spcPts val="400"/>
              </a:spcBef>
              <a:buClr>
                <a:srgbClr val="0064C8"/>
              </a:buClr>
              <a:buNone/>
            </a:pPr>
            <a:endParaRPr lang="en-US" sz="2000" spc="-1" dirty="0">
              <a:solidFill>
                <a:srgbClr val="000000"/>
              </a:solidFill>
              <a:latin typeface="Century Gothic"/>
            </a:endParaRPr>
          </a:p>
          <a:p>
            <a:pPr>
              <a:lnSpc>
                <a:spcPct val="100000"/>
              </a:lnSpc>
              <a:spcBef>
                <a:spcPts val="400"/>
              </a:spcBef>
              <a:buClr>
                <a:srgbClr val="0064C8"/>
              </a:buClr>
            </a:pPr>
            <a:endParaRPr lang="en-US" sz="2000" spc="-1" dirty="0">
              <a:solidFill>
                <a:srgbClr val="000000"/>
              </a:solidFill>
              <a:latin typeface="Century Gothic"/>
            </a:endParaRPr>
          </a:p>
          <a:p>
            <a:pPr>
              <a:lnSpc>
                <a:spcPct val="100000"/>
              </a:lnSpc>
              <a:spcBef>
                <a:spcPts val="400"/>
              </a:spcBef>
              <a:buClr>
                <a:srgbClr val="0064C8"/>
              </a:buClr>
            </a:pPr>
            <a:endParaRPr lang="en-US" sz="2000" spc="-1" dirty="0">
              <a:solidFill>
                <a:srgbClr val="000000"/>
              </a:solidFill>
              <a:latin typeface="Century Gothic"/>
            </a:endParaRPr>
          </a:p>
          <a:p>
            <a:pPr marL="0" indent="0">
              <a:lnSpc>
                <a:spcPct val="100000"/>
              </a:lnSpc>
              <a:spcBef>
                <a:spcPts val="400"/>
              </a:spcBef>
              <a:spcAft>
                <a:spcPts val="601"/>
              </a:spcAft>
              <a:buClr>
                <a:srgbClr val="0064C8"/>
              </a:buClr>
              <a:buNone/>
            </a:pPr>
            <a:endParaRPr lang="en-US" sz="2000" b="1" spc="-1" dirty="0">
              <a:solidFill>
                <a:srgbClr val="000000"/>
              </a:solidFill>
              <a:latin typeface="Century Gothic"/>
            </a:endParaRPr>
          </a:p>
        </p:txBody>
      </p:sp>
      <p:pic>
        <p:nvPicPr>
          <p:cNvPr id="4" name="Picture 3">
            <a:extLst>
              <a:ext uri="{FF2B5EF4-FFF2-40B4-BE49-F238E27FC236}">
                <a16:creationId xmlns:a16="http://schemas.microsoft.com/office/drawing/2014/main" id="{A9172708-06AB-AE7A-4BC0-05B1328EE70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982609" y="2761716"/>
            <a:ext cx="7176621" cy="3082493"/>
          </a:xfrm>
          <a:prstGeom prst="rect">
            <a:avLst/>
          </a:prstGeom>
        </p:spPr>
      </p:pic>
    </p:spTree>
    <p:extLst>
      <p:ext uri="{BB962C8B-B14F-4D97-AF65-F5344CB8AC3E}">
        <p14:creationId xmlns:p14="http://schemas.microsoft.com/office/powerpoint/2010/main" val="754724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Lessons learned</a:t>
            </a:r>
            <a:endParaRPr lang="en-US" sz="3200" b="0" strike="noStrike" spc="-1" dirty="0">
              <a:solidFill>
                <a:srgbClr val="000000"/>
              </a:solidFill>
              <a:latin typeface="Century Gothic"/>
            </a:endParaRPr>
          </a:p>
        </p:txBody>
      </p:sp>
      <p:sp>
        <p:nvSpPr>
          <p:cNvPr id="7" name="PlaceHolder 2">
            <a:extLst>
              <a:ext uri="{FF2B5EF4-FFF2-40B4-BE49-F238E27FC236}">
                <a16:creationId xmlns:a16="http://schemas.microsoft.com/office/drawing/2014/main" id="{66DE14D4-64D4-6D1F-DD92-BC16D674C58B}"/>
              </a:ext>
            </a:extLst>
          </p:cNvPr>
          <p:cNvSpPr txBox="1">
            <a:spLocks/>
          </p:cNvSpPr>
          <p:nvPr/>
        </p:nvSpPr>
        <p:spPr>
          <a:xfrm>
            <a:off x="380879" y="1371598"/>
            <a:ext cx="8246285" cy="4559301"/>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buClr>
                <a:srgbClr val="0064C8"/>
              </a:buClr>
              <a:buFont typeface="Wingdings" panose="05000000000000000000" pitchFamily="2" charset="2"/>
              <a:buChar char="§"/>
            </a:pPr>
            <a:r>
              <a:rPr lang="en-US" sz="2000" spc="-1" dirty="0">
                <a:solidFill>
                  <a:srgbClr val="000000"/>
                </a:solidFill>
                <a:latin typeface="Century Gothic"/>
              </a:rPr>
              <a:t>Setup inference on a work-station (hopefully cluster in future)</a:t>
            </a:r>
          </a:p>
          <a:p>
            <a:pPr>
              <a:lnSpc>
                <a:spcPct val="100000"/>
              </a:lnSpc>
              <a:spcBef>
                <a:spcPts val="400"/>
              </a:spcBef>
              <a:buClr>
                <a:srgbClr val="0064C8"/>
              </a:buClr>
              <a:buFont typeface="Wingdings" panose="05000000000000000000" pitchFamily="2" charset="2"/>
              <a:buChar char="§"/>
            </a:pPr>
            <a:endParaRPr lang="en-US" sz="2000"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r>
              <a:rPr lang="en-US" sz="2000" spc="-1" dirty="0">
                <a:solidFill>
                  <a:srgbClr val="000000"/>
                </a:solidFill>
                <a:latin typeface="Century Gothic"/>
              </a:rPr>
              <a:t>The quality and choice of LLM matters a lot</a:t>
            </a:r>
          </a:p>
          <a:p>
            <a:pPr>
              <a:lnSpc>
                <a:spcPct val="100000"/>
              </a:lnSpc>
              <a:spcBef>
                <a:spcPts val="400"/>
              </a:spcBef>
              <a:buClr>
                <a:srgbClr val="0064C8"/>
              </a:buClr>
              <a:buFont typeface="Wingdings" panose="05000000000000000000" pitchFamily="2" charset="2"/>
              <a:buChar char="§"/>
            </a:pPr>
            <a:endParaRPr lang="en-US" sz="2000"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r>
              <a:rPr lang="en-US" sz="2000" spc="-1" dirty="0">
                <a:solidFill>
                  <a:srgbClr val="000000"/>
                </a:solidFill>
                <a:latin typeface="Century Gothic"/>
              </a:rPr>
              <a:t>Use the system prompt to nudge the LLM to desirable responses</a:t>
            </a:r>
          </a:p>
          <a:p>
            <a:pPr marL="0" indent="0">
              <a:lnSpc>
                <a:spcPct val="100000"/>
              </a:lnSpc>
              <a:spcBef>
                <a:spcPts val="400"/>
              </a:spcBef>
              <a:buClr>
                <a:srgbClr val="0064C8"/>
              </a:buClr>
              <a:buNone/>
            </a:pPr>
            <a:endParaRPr lang="en-US" sz="2000"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r>
              <a:rPr lang="en-US" sz="2000" spc="-1" dirty="0">
                <a:solidFill>
                  <a:srgbClr val="000000"/>
                </a:solidFill>
                <a:latin typeface="Century Gothic"/>
              </a:rPr>
              <a:t>Proper design of docstrings and documentation is essential</a:t>
            </a:r>
          </a:p>
          <a:p>
            <a:pPr>
              <a:lnSpc>
                <a:spcPct val="100000"/>
              </a:lnSpc>
              <a:spcBef>
                <a:spcPts val="400"/>
              </a:spcBef>
              <a:buClr>
                <a:srgbClr val="0064C8"/>
              </a:buClr>
              <a:buFont typeface="Wingdings" panose="05000000000000000000" pitchFamily="2" charset="2"/>
              <a:buChar char="§"/>
            </a:pPr>
            <a:endParaRPr lang="en-US" sz="2000"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r>
              <a:rPr lang="en-US" sz="2000" spc="-1" dirty="0">
                <a:solidFill>
                  <a:srgbClr val="000000"/>
                </a:solidFill>
                <a:latin typeface="Century Gothic"/>
              </a:rPr>
              <a:t>Using code assistants (</a:t>
            </a:r>
            <a:r>
              <a:rPr lang="en-US" sz="2000" spc="-1" dirty="0" err="1">
                <a:solidFill>
                  <a:srgbClr val="000000"/>
                </a:solidFill>
                <a:latin typeface="Century Gothic"/>
              </a:rPr>
              <a:t>eg.</a:t>
            </a:r>
            <a:r>
              <a:rPr lang="en-US" sz="2000" spc="-1" dirty="0">
                <a:solidFill>
                  <a:srgbClr val="000000"/>
                </a:solidFill>
                <a:latin typeface="Century Gothic"/>
              </a:rPr>
              <a:t> Claude code, </a:t>
            </a:r>
            <a:r>
              <a:rPr lang="en-US" sz="2000" spc="-1" dirty="0" err="1">
                <a:solidFill>
                  <a:srgbClr val="000000"/>
                </a:solidFill>
                <a:latin typeface="Century Gothic"/>
              </a:rPr>
              <a:t>Github</a:t>
            </a:r>
            <a:r>
              <a:rPr lang="en-US" sz="2000" spc="-1" dirty="0">
                <a:solidFill>
                  <a:srgbClr val="000000"/>
                </a:solidFill>
                <a:latin typeface="Century Gothic"/>
              </a:rPr>
              <a:t> CoPilot) makes the large repositories manageable</a:t>
            </a:r>
          </a:p>
          <a:p>
            <a:pPr>
              <a:lnSpc>
                <a:spcPct val="100000"/>
              </a:lnSpc>
              <a:spcBef>
                <a:spcPts val="400"/>
              </a:spcBef>
              <a:buClr>
                <a:srgbClr val="0064C8"/>
              </a:buClr>
              <a:buFont typeface="Wingdings" panose="05000000000000000000" pitchFamily="2" charset="2"/>
              <a:buChar char="§"/>
            </a:pPr>
            <a:endParaRPr lang="en-US" sz="2000"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endParaRPr lang="en-US" sz="2000"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endParaRPr lang="en-US" sz="2000"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endParaRPr lang="en-US" sz="2000" spc="-1" dirty="0">
              <a:solidFill>
                <a:srgbClr val="000000"/>
              </a:solidFill>
              <a:latin typeface="Century Gothic"/>
            </a:endParaRPr>
          </a:p>
          <a:p>
            <a:pPr marL="0" indent="0">
              <a:lnSpc>
                <a:spcPct val="100000"/>
              </a:lnSpc>
              <a:spcBef>
                <a:spcPts val="400"/>
              </a:spcBef>
              <a:buClr>
                <a:srgbClr val="0064C8"/>
              </a:buClr>
              <a:buNone/>
            </a:pPr>
            <a:endParaRPr lang="en-US" sz="2000" spc="-1" dirty="0">
              <a:solidFill>
                <a:srgbClr val="000000"/>
              </a:solidFill>
              <a:latin typeface="Century Gothic"/>
            </a:endParaRPr>
          </a:p>
          <a:p>
            <a:pPr>
              <a:lnSpc>
                <a:spcPct val="100000"/>
              </a:lnSpc>
              <a:spcBef>
                <a:spcPts val="400"/>
              </a:spcBef>
              <a:buClr>
                <a:srgbClr val="0064C8"/>
              </a:buClr>
              <a:buFont typeface="Wingdings" panose="05000000000000000000" pitchFamily="2" charset="2"/>
              <a:buChar char="§"/>
            </a:pPr>
            <a:endParaRPr lang="en-US" sz="1800" spc="-1" dirty="0">
              <a:solidFill>
                <a:srgbClr val="000000"/>
              </a:solidFill>
              <a:latin typeface="Century Gothic"/>
            </a:endParaRPr>
          </a:p>
          <a:p>
            <a:pPr marL="343080" indent="-343080">
              <a:lnSpc>
                <a:spcPct val="100000"/>
              </a:lnSpc>
              <a:spcBef>
                <a:spcPts val="400"/>
              </a:spcBef>
              <a:spcAft>
                <a:spcPts val="601"/>
              </a:spcAft>
              <a:buClr>
                <a:srgbClr val="0064C8"/>
              </a:buClr>
              <a:buFont typeface="Wingdings 2" charset="2"/>
              <a:buChar char=""/>
            </a:pPr>
            <a:endParaRPr lang="en-US" sz="2000" b="1" spc="-1" dirty="0">
              <a:solidFill>
                <a:srgbClr val="000000"/>
              </a:solidFill>
              <a:latin typeface="Century Gothic"/>
            </a:endParaRPr>
          </a:p>
        </p:txBody>
      </p:sp>
    </p:spTree>
    <p:extLst>
      <p:ext uri="{BB962C8B-B14F-4D97-AF65-F5344CB8AC3E}">
        <p14:creationId xmlns:p14="http://schemas.microsoft.com/office/powerpoint/2010/main" val="37270293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25" name="Arrow: Right 24">
            <a:extLst>
              <a:ext uri="{FF2B5EF4-FFF2-40B4-BE49-F238E27FC236}">
                <a16:creationId xmlns:a16="http://schemas.microsoft.com/office/drawing/2014/main" id="{8E792690-D447-952D-A5E7-853CC5FB33BB}"/>
              </a:ext>
            </a:extLst>
          </p:cNvPr>
          <p:cNvSpPr/>
          <p:nvPr/>
        </p:nvSpPr>
        <p:spPr>
          <a:xfrm>
            <a:off x="1940852" y="2231938"/>
            <a:ext cx="496588" cy="2792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a:t>
            </a:r>
            <a:r>
              <a:rPr lang="en-US" sz="3200" spc="-1" dirty="0">
                <a:solidFill>
                  <a:srgbClr val="0064C8"/>
                </a:solidFill>
                <a:latin typeface="Century Gothic"/>
              </a:rPr>
              <a:t>3</a:t>
            </a:r>
            <a:endParaRPr lang="en-US" sz="3200" b="0" strike="noStrike" spc="-1" dirty="0">
              <a:solidFill>
                <a:srgbClr val="000000"/>
              </a:solidFill>
              <a:latin typeface="Century Gothic"/>
            </a:endParaRPr>
          </a:p>
        </p:txBody>
      </p:sp>
      <p:sp>
        <p:nvSpPr>
          <p:cNvPr id="2" name="TextBox 1">
            <a:extLst>
              <a:ext uri="{FF2B5EF4-FFF2-40B4-BE49-F238E27FC236}">
                <a16:creationId xmlns:a16="http://schemas.microsoft.com/office/drawing/2014/main" id="{5D83377C-B5EC-1A7A-2400-AB28EA9E9168}"/>
              </a:ext>
            </a:extLst>
          </p:cNvPr>
          <p:cNvSpPr txBox="1"/>
          <p:nvPr/>
        </p:nvSpPr>
        <p:spPr>
          <a:xfrm>
            <a:off x="4499206" y="1166036"/>
            <a:ext cx="2126816" cy="338554"/>
          </a:xfrm>
          <a:prstGeom prst="rect">
            <a:avLst/>
          </a:prstGeom>
          <a:noFill/>
        </p:spPr>
        <p:txBody>
          <a:bodyPr wrap="square" rtlCol="0">
            <a:spAutoFit/>
          </a:bodyPr>
          <a:lstStyle/>
          <a:p>
            <a:pPr algn="ctr"/>
            <a:r>
              <a:rPr lang="en-US" sz="1600" b="1" dirty="0"/>
              <a:t>Key findings</a:t>
            </a:r>
            <a:endParaRPr lang="de-DE" sz="1600" b="1" dirty="0"/>
          </a:p>
        </p:txBody>
      </p:sp>
      <p:sp>
        <p:nvSpPr>
          <p:cNvPr id="4" name="TextBox 3">
            <a:extLst>
              <a:ext uri="{FF2B5EF4-FFF2-40B4-BE49-F238E27FC236}">
                <a16:creationId xmlns:a16="http://schemas.microsoft.com/office/drawing/2014/main" id="{08549A29-CC8A-50BB-3947-C6A814B9A658}"/>
              </a:ext>
            </a:extLst>
          </p:cNvPr>
          <p:cNvSpPr txBox="1"/>
          <p:nvPr/>
        </p:nvSpPr>
        <p:spPr>
          <a:xfrm>
            <a:off x="2547681" y="1614972"/>
            <a:ext cx="6213280" cy="3831818"/>
          </a:xfrm>
          <a:prstGeom prst="rect">
            <a:avLst/>
          </a:prstGeom>
          <a:noFill/>
        </p:spPr>
        <p:txBody>
          <a:bodyPr wrap="square">
            <a:spAutoFit/>
          </a:bodyPr>
          <a:lstStyle/>
          <a:p>
            <a:pPr marL="228600" indent="-228600" algn="just">
              <a:buFont typeface="+mj-lt"/>
              <a:buAutoNum type="arabicPeriod"/>
            </a:pPr>
            <a:r>
              <a:rPr lang="en-US" sz="900" b="1" dirty="0"/>
              <a:t>The GNN Model Learned Meaningful Chemical Patterns</a:t>
            </a:r>
          </a:p>
          <a:p>
            <a:pPr marL="228600" indent="-228600" algn="just">
              <a:buFont typeface="+mj-lt"/>
              <a:buAutoNum type="arabicPeriod"/>
            </a:pPr>
            <a:endParaRPr lang="en-US" sz="900" b="1" dirty="0"/>
          </a:p>
          <a:p>
            <a:pPr marL="685800" lvl="1" indent="-228600" algn="just">
              <a:buFont typeface="Arial" panose="020B0604020202020204" pitchFamily="34" charset="0"/>
              <a:buChar char="•"/>
            </a:pPr>
            <a:r>
              <a:rPr lang="en-US" sz="900" dirty="0"/>
              <a:t>The model correctly identifies piperazine-based scaffolds as activity-promoting</a:t>
            </a:r>
          </a:p>
          <a:p>
            <a:pPr marL="685800" lvl="1" indent="-228600" algn="just">
              <a:buFont typeface="Arial" panose="020B0604020202020204" pitchFamily="34" charset="0"/>
              <a:buChar char="•"/>
            </a:pPr>
            <a:r>
              <a:rPr lang="en-US" sz="900" dirty="0"/>
              <a:t>Simple alkyl-aryl systems are associated with inactivity</a:t>
            </a:r>
          </a:p>
          <a:p>
            <a:pPr marL="685800" lvl="1" indent="-228600" algn="just">
              <a:buFont typeface="Arial" panose="020B0604020202020204" pitchFamily="34" charset="0"/>
              <a:buChar char="•"/>
            </a:pPr>
            <a:endParaRPr lang="en-US" sz="900" b="1" dirty="0"/>
          </a:p>
          <a:p>
            <a:pPr marL="228600" indent="-228600" algn="just">
              <a:buFont typeface="+mj-lt"/>
              <a:buAutoNum type="arabicPeriod"/>
            </a:pPr>
            <a:r>
              <a:rPr lang="en-US" sz="900" b="1" dirty="0"/>
              <a:t>Active Compound Relies on Multiple Features</a:t>
            </a:r>
          </a:p>
          <a:p>
            <a:pPr marL="228600" indent="-228600" algn="just">
              <a:buFont typeface="Arial" panose="020B0604020202020204" pitchFamily="34" charset="0"/>
              <a:buChar char="•"/>
            </a:pPr>
            <a:endParaRPr lang="en-US" sz="900" b="1" dirty="0"/>
          </a:p>
          <a:p>
            <a:pPr marL="685800" lvl="1" indent="-228600" algn="just">
              <a:buFont typeface="Arial" panose="020B0604020202020204" pitchFamily="34" charset="0"/>
              <a:buChar char="•"/>
            </a:pPr>
            <a:r>
              <a:rPr lang="en-US" sz="900" dirty="0"/>
              <a:t>SHAP values are distributed across the piperazine ring, linker, and aromatic systems</a:t>
            </a:r>
          </a:p>
          <a:p>
            <a:pPr marL="685800" lvl="1" indent="-228600" algn="just">
              <a:buFont typeface="Arial" panose="020B0604020202020204" pitchFamily="34" charset="0"/>
              <a:buChar char="•"/>
            </a:pPr>
            <a:r>
              <a:rPr lang="en-US" sz="900" dirty="0"/>
              <a:t>This suggests the model learned a complex, multi-factor decision boundary</a:t>
            </a:r>
          </a:p>
          <a:p>
            <a:pPr marL="685800" lvl="1" indent="-228600" algn="just">
              <a:buFont typeface="Arial" panose="020B0604020202020204" pitchFamily="34" charset="0"/>
              <a:buChar char="•"/>
            </a:pPr>
            <a:endParaRPr lang="en-US" sz="900" dirty="0"/>
          </a:p>
          <a:p>
            <a:pPr marL="228600" indent="-228600" algn="just">
              <a:buFont typeface="+mj-lt"/>
              <a:buAutoNum type="arabicPeriod" startAt="3"/>
            </a:pPr>
            <a:r>
              <a:rPr lang="en-US" sz="900" b="1" dirty="0"/>
              <a:t>Inactive Compound Has Dominant Single Feature</a:t>
            </a:r>
          </a:p>
          <a:p>
            <a:pPr marL="228600" indent="-228600" algn="just">
              <a:buFont typeface="+mj-lt"/>
              <a:buAutoNum type="arabicPeriod" startAt="3"/>
            </a:pPr>
            <a:endParaRPr lang="en-US" sz="900" dirty="0"/>
          </a:p>
          <a:p>
            <a:pPr marL="685800" lvl="1" indent="-228600" algn="just">
              <a:buFont typeface="Arial" panose="020B0604020202020204" pitchFamily="34" charset="0"/>
              <a:buChar char="•"/>
            </a:pPr>
            <a:r>
              <a:rPr lang="en-US" sz="900" dirty="0"/>
              <a:t>One bond (methyl-phenyl) contributes 50%+ of the total SHAP</a:t>
            </a:r>
          </a:p>
          <a:p>
            <a:pPr marL="685800" lvl="1" indent="-228600" algn="just">
              <a:buFont typeface="Arial" panose="020B0604020202020204" pitchFamily="34" charset="0"/>
              <a:buChar char="•"/>
            </a:pPr>
            <a:r>
              <a:rPr lang="en-US" sz="900" dirty="0"/>
              <a:t>This suggests simpler, more localized decision logic</a:t>
            </a:r>
          </a:p>
          <a:p>
            <a:pPr marL="685800" lvl="1" indent="-228600" algn="just">
              <a:buFont typeface="Arial" panose="020B0604020202020204" pitchFamily="34" charset="0"/>
              <a:buChar char="•"/>
            </a:pPr>
            <a:endParaRPr lang="en-US" sz="900" dirty="0"/>
          </a:p>
          <a:p>
            <a:pPr marL="228600" indent="-228600" algn="just">
              <a:buFont typeface="+mj-lt"/>
              <a:buAutoNum type="arabicPeriod" startAt="3"/>
            </a:pPr>
            <a:r>
              <a:rPr lang="en-US" sz="900" b="1" dirty="0"/>
              <a:t>Model Trustworthiness</a:t>
            </a:r>
          </a:p>
          <a:p>
            <a:pPr marL="228600" indent="-228600" algn="just">
              <a:buFont typeface="+mj-lt"/>
              <a:buAutoNum type="arabicPeriod" startAt="3"/>
            </a:pPr>
            <a:endParaRPr lang="en-US" sz="900" b="1" dirty="0"/>
          </a:p>
          <a:p>
            <a:pPr marL="685800" lvl="1" indent="-228600" algn="just">
              <a:buFont typeface="Arial" panose="020B0604020202020204" pitchFamily="34" charset="0"/>
              <a:buChar char="•"/>
            </a:pPr>
            <a:r>
              <a:rPr lang="en-US" sz="900" dirty="0"/>
              <a:t>Active compound: Trustworthiness = 0.903</a:t>
            </a:r>
          </a:p>
          <a:p>
            <a:pPr marL="685800" lvl="1" indent="-228600" algn="just">
              <a:buFont typeface="Arial" panose="020B0604020202020204" pitchFamily="34" charset="0"/>
              <a:buChar char="•"/>
            </a:pPr>
            <a:r>
              <a:rPr lang="en-US" sz="900" dirty="0"/>
              <a:t>Inactive compound: Trustworthiness = 0.960</a:t>
            </a:r>
          </a:p>
          <a:p>
            <a:pPr marL="685800" lvl="1" indent="-228600" algn="just">
              <a:buFont typeface="Arial" panose="020B0604020202020204" pitchFamily="34" charset="0"/>
              <a:buChar char="•"/>
            </a:pPr>
            <a:r>
              <a:rPr lang="en-US" sz="900" dirty="0"/>
              <a:t>Both explanations are highly reliable</a:t>
            </a:r>
          </a:p>
          <a:p>
            <a:pPr marL="685800" lvl="1" indent="-228600" algn="just">
              <a:buFont typeface="+mj-lt"/>
              <a:buAutoNum type="arabicPeriod" startAt="3"/>
            </a:pPr>
            <a:endParaRPr lang="en-US" sz="900" b="1" i="0" dirty="0">
              <a:effectLst/>
            </a:endParaRPr>
          </a:p>
          <a:p>
            <a:pPr marL="228600" indent="-228600" algn="just">
              <a:buFont typeface="+mj-lt"/>
              <a:buAutoNum type="arabicPeriod" startAt="3"/>
            </a:pPr>
            <a:r>
              <a:rPr lang="en-US" sz="900" b="1" i="0" dirty="0">
                <a:effectLst/>
              </a:rPr>
              <a:t>Actionable Insights</a:t>
            </a:r>
            <a:endParaRPr lang="en-US" sz="900" b="0" i="0" dirty="0">
              <a:effectLst/>
            </a:endParaRPr>
          </a:p>
          <a:p>
            <a:pPr marL="228600" indent="-228600" algn="just">
              <a:buFont typeface="+mj-lt"/>
              <a:buAutoNum type="arabicPeriod" startAt="3"/>
            </a:pPr>
            <a:endParaRPr lang="en-US" sz="900" dirty="0"/>
          </a:p>
          <a:p>
            <a:pPr marL="628650" lvl="1" indent="-171450">
              <a:buFont typeface="Arial" panose="020B0604020202020204" pitchFamily="34" charset="0"/>
              <a:buChar char="•"/>
            </a:pPr>
            <a:r>
              <a:rPr lang="en-US" sz="900" b="0" i="0" dirty="0">
                <a:effectLst/>
              </a:rPr>
              <a:t>Piperazine-based scaffolds with halogenated aromatic rings are favorable</a:t>
            </a:r>
          </a:p>
          <a:p>
            <a:pPr marL="628650" lvl="1" indent="-171450">
              <a:buFont typeface="Arial" panose="020B0604020202020204" pitchFamily="34" charset="0"/>
              <a:buChar char="•"/>
            </a:pPr>
            <a:r>
              <a:rPr lang="en-US" sz="900" b="0" i="0" dirty="0">
                <a:effectLst/>
              </a:rPr>
              <a:t>Multiple balanced features contribute to activity (not just one dominant feature)</a:t>
            </a:r>
          </a:p>
          <a:p>
            <a:pPr marL="628650" lvl="1" indent="-171450">
              <a:buFont typeface="Arial" panose="020B0604020202020204" pitchFamily="34" charset="0"/>
              <a:buChar char="•"/>
            </a:pPr>
            <a:r>
              <a:rPr lang="en-US" sz="900" b="0" i="0" dirty="0">
                <a:effectLst/>
              </a:rPr>
              <a:t>Simple alkyl-aryl systems are less likely to be active</a:t>
            </a:r>
            <a:endParaRPr lang="en-US" sz="900" b="1" i="0" dirty="0">
              <a:effectLst/>
            </a:endParaRPr>
          </a:p>
        </p:txBody>
      </p:sp>
      <p:sp>
        <p:nvSpPr>
          <p:cNvPr id="11" name="Arrow: Right 10">
            <a:extLst>
              <a:ext uri="{FF2B5EF4-FFF2-40B4-BE49-F238E27FC236}">
                <a16:creationId xmlns:a16="http://schemas.microsoft.com/office/drawing/2014/main" id="{6BAC3943-B573-B8F2-C922-8C32A6293D05}"/>
              </a:ext>
            </a:extLst>
          </p:cNvPr>
          <p:cNvSpPr/>
          <p:nvPr/>
        </p:nvSpPr>
        <p:spPr>
          <a:xfrm>
            <a:off x="995990" y="4792458"/>
            <a:ext cx="1441450" cy="4826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de-DE"/>
          </a:p>
        </p:txBody>
      </p:sp>
      <p:sp>
        <p:nvSpPr>
          <p:cNvPr id="3" name="Rectangle 2">
            <a:extLst>
              <a:ext uri="{FF2B5EF4-FFF2-40B4-BE49-F238E27FC236}">
                <a16:creationId xmlns:a16="http://schemas.microsoft.com/office/drawing/2014/main" id="{6E0326BB-D0AB-07AE-BF4F-0CAB1140AC9B}"/>
              </a:ext>
            </a:extLst>
          </p:cNvPr>
          <p:cNvSpPr/>
          <p:nvPr/>
        </p:nvSpPr>
        <p:spPr>
          <a:xfrm>
            <a:off x="312969" y="1449824"/>
            <a:ext cx="1366041" cy="1979176"/>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5" name="Graphic 4" descr="Customer review with solid fill">
            <a:extLst>
              <a:ext uri="{FF2B5EF4-FFF2-40B4-BE49-F238E27FC236}">
                <a16:creationId xmlns:a16="http://schemas.microsoft.com/office/drawing/2014/main" id="{5D125139-E943-C7CD-AD65-6E9D01ADD79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2372" y="2542644"/>
            <a:ext cx="827234" cy="827234"/>
          </a:xfrm>
          <a:prstGeom prst="rect">
            <a:avLst/>
          </a:prstGeom>
        </p:spPr>
      </p:pic>
      <p:pic>
        <p:nvPicPr>
          <p:cNvPr id="6" name="Picture 5">
            <a:extLst>
              <a:ext uri="{FF2B5EF4-FFF2-40B4-BE49-F238E27FC236}">
                <a16:creationId xmlns:a16="http://schemas.microsoft.com/office/drawing/2014/main" id="{06F56307-0CD9-F99A-604A-793EA51CF6BB}"/>
              </a:ext>
            </a:extLst>
          </p:cNvPr>
          <p:cNvPicPr>
            <a:picLocks noChangeAspect="1"/>
          </p:cNvPicPr>
          <p:nvPr/>
        </p:nvPicPr>
        <p:blipFill>
          <a:blip r:embed="rId5"/>
          <a:stretch>
            <a:fillRect/>
          </a:stretch>
        </p:blipFill>
        <p:spPr>
          <a:xfrm>
            <a:off x="413610" y="1550529"/>
            <a:ext cx="1164759" cy="761328"/>
          </a:xfrm>
          <a:prstGeom prst="rect">
            <a:avLst/>
          </a:prstGeom>
        </p:spPr>
      </p:pic>
    </p:spTree>
    <p:extLst>
      <p:ext uri="{BB962C8B-B14F-4D97-AF65-F5344CB8AC3E}">
        <p14:creationId xmlns:p14="http://schemas.microsoft.com/office/powerpoint/2010/main" val="1444443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grpSp>
        <p:nvGrpSpPr>
          <p:cNvPr id="49" name="Group 48">
            <a:extLst>
              <a:ext uri="{FF2B5EF4-FFF2-40B4-BE49-F238E27FC236}">
                <a16:creationId xmlns:a16="http://schemas.microsoft.com/office/drawing/2014/main" id="{C31E6F76-4E7C-1639-9021-CCC76ADA5882}"/>
              </a:ext>
            </a:extLst>
          </p:cNvPr>
          <p:cNvGrpSpPr>
            <a:grpSpLocks noChangeAspect="1"/>
          </p:cNvGrpSpPr>
          <p:nvPr/>
        </p:nvGrpSpPr>
        <p:grpSpPr>
          <a:xfrm>
            <a:off x="380879" y="1191667"/>
            <a:ext cx="7977270" cy="2040145"/>
            <a:chOff x="232995" y="406630"/>
            <a:chExt cx="10710708" cy="2739208"/>
          </a:xfrm>
        </p:grpSpPr>
        <p:grpSp>
          <p:nvGrpSpPr>
            <p:cNvPr id="21" name="Group 20">
              <a:extLst>
                <a:ext uri="{FF2B5EF4-FFF2-40B4-BE49-F238E27FC236}">
                  <a16:creationId xmlns:a16="http://schemas.microsoft.com/office/drawing/2014/main" id="{851E801A-07D0-EC46-EC69-B1E3BDC4A0EE}"/>
                </a:ext>
              </a:extLst>
            </p:cNvPr>
            <p:cNvGrpSpPr/>
            <p:nvPr/>
          </p:nvGrpSpPr>
          <p:grpSpPr>
            <a:xfrm>
              <a:off x="232995" y="835775"/>
              <a:ext cx="1774658" cy="2310063"/>
              <a:chOff x="990492" y="2511372"/>
              <a:chExt cx="1774658" cy="2310063"/>
            </a:xfrm>
          </p:grpSpPr>
          <p:sp>
            <p:nvSpPr>
              <p:cNvPr id="22" name="Rectangle 21">
                <a:extLst>
                  <a:ext uri="{FF2B5EF4-FFF2-40B4-BE49-F238E27FC236}">
                    <a16:creationId xmlns:a16="http://schemas.microsoft.com/office/drawing/2014/main" id="{6A221BB0-FFBC-E869-34CB-BC594E5B0490}"/>
                  </a:ext>
                </a:extLst>
              </p:cNvPr>
              <p:cNvSpPr/>
              <p:nvPr/>
            </p:nvSpPr>
            <p:spPr>
              <a:xfrm>
                <a:off x="990492" y="2511372"/>
                <a:ext cx="1774658" cy="2310063"/>
              </a:xfrm>
              <a:prstGeom prst="rect">
                <a:avLst/>
              </a:prstGeom>
              <a:solidFill>
                <a:schemeClr val="accent1">
                  <a:lumMod val="20000"/>
                  <a:lumOff val="8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Graphic 22" descr="Customer review with solid fill">
                <a:extLst>
                  <a:ext uri="{FF2B5EF4-FFF2-40B4-BE49-F238E27FC236}">
                    <a16:creationId xmlns:a16="http://schemas.microsoft.com/office/drawing/2014/main" id="{0FAB87FB-66B8-682E-AC05-EA6B56D8F4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0027" y="3700649"/>
                <a:ext cx="965534" cy="965534"/>
              </a:xfrm>
              <a:prstGeom prst="rect">
                <a:avLst/>
              </a:prstGeom>
            </p:spPr>
          </p:pic>
          <p:pic>
            <p:nvPicPr>
              <p:cNvPr id="24" name="Picture 23">
                <a:extLst>
                  <a:ext uri="{FF2B5EF4-FFF2-40B4-BE49-F238E27FC236}">
                    <a16:creationId xmlns:a16="http://schemas.microsoft.com/office/drawing/2014/main" id="{5AFB6878-0F86-C45A-E83E-50BAC05BCEF5}"/>
                  </a:ext>
                </a:extLst>
              </p:cNvPr>
              <p:cNvPicPr>
                <a:picLocks noChangeAspect="1"/>
              </p:cNvPicPr>
              <p:nvPr/>
            </p:nvPicPr>
            <p:blipFill>
              <a:blip r:embed="rId5"/>
              <a:stretch>
                <a:fillRect/>
              </a:stretch>
            </p:blipFill>
            <p:spPr>
              <a:xfrm>
                <a:off x="1126882" y="2607575"/>
                <a:ext cx="1525117" cy="996871"/>
              </a:xfrm>
              <a:prstGeom prst="rect">
                <a:avLst/>
              </a:prstGeom>
            </p:spPr>
          </p:pic>
        </p:grpSp>
        <p:sp>
          <p:nvSpPr>
            <p:cNvPr id="25" name="Arrow: Right 24">
              <a:extLst>
                <a:ext uri="{FF2B5EF4-FFF2-40B4-BE49-F238E27FC236}">
                  <a16:creationId xmlns:a16="http://schemas.microsoft.com/office/drawing/2014/main" id="{8E792690-D447-952D-A5E7-853CC5FB33BB}"/>
                </a:ext>
              </a:extLst>
            </p:cNvPr>
            <p:cNvSpPr/>
            <p:nvPr/>
          </p:nvSpPr>
          <p:spPr>
            <a:xfrm>
              <a:off x="2327498" y="1803354"/>
              <a:ext cx="666746" cy="3749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0EF08DE-650D-84D8-23E2-83CD379C9565}"/>
                </a:ext>
              </a:extLst>
            </p:cNvPr>
            <p:cNvSpPr txBox="1"/>
            <p:nvPr/>
          </p:nvSpPr>
          <p:spPr>
            <a:xfrm>
              <a:off x="3926617" y="406630"/>
              <a:ext cx="2855577" cy="454561"/>
            </a:xfrm>
            <a:prstGeom prst="rect">
              <a:avLst/>
            </a:prstGeom>
            <a:noFill/>
          </p:spPr>
          <p:txBody>
            <a:bodyPr wrap="square" rtlCol="0">
              <a:spAutoFit/>
            </a:bodyPr>
            <a:lstStyle/>
            <a:p>
              <a:pPr algn="ctr"/>
              <a:r>
                <a:rPr lang="en-US" sz="1600" b="1" dirty="0"/>
                <a:t>Active compound</a:t>
              </a:r>
              <a:endParaRPr lang="de-DE" sz="1600" b="1" dirty="0"/>
            </a:p>
          </p:txBody>
        </p:sp>
        <p:sp>
          <p:nvSpPr>
            <p:cNvPr id="37" name="TextBox 36">
              <a:extLst>
                <a:ext uri="{FF2B5EF4-FFF2-40B4-BE49-F238E27FC236}">
                  <a16:creationId xmlns:a16="http://schemas.microsoft.com/office/drawing/2014/main" id="{A9B538AC-1716-FEE9-9303-C64FEB3A2571}"/>
                </a:ext>
              </a:extLst>
            </p:cNvPr>
            <p:cNvSpPr txBox="1"/>
            <p:nvPr/>
          </p:nvSpPr>
          <p:spPr>
            <a:xfrm>
              <a:off x="8088128" y="406630"/>
              <a:ext cx="2855575" cy="454561"/>
            </a:xfrm>
            <a:prstGeom prst="rect">
              <a:avLst/>
            </a:prstGeom>
            <a:noFill/>
          </p:spPr>
          <p:txBody>
            <a:bodyPr wrap="square" rtlCol="0">
              <a:spAutoFit/>
            </a:bodyPr>
            <a:lstStyle/>
            <a:p>
              <a:pPr algn="ctr"/>
              <a:r>
                <a:rPr lang="en-US" sz="1600" b="1" dirty="0"/>
                <a:t>Inactive compound</a:t>
              </a:r>
              <a:endParaRPr lang="de-DE" sz="1600" b="1" dirty="0"/>
            </a:p>
          </p:txBody>
        </p:sp>
      </p:grpSp>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a:t>
            </a:r>
            <a:r>
              <a:rPr lang="en-US" sz="3200" spc="-1" dirty="0">
                <a:solidFill>
                  <a:srgbClr val="0064C8"/>
                </a:solidFill>
                <a:latin typeface="Century Gothic"/>
              </a:rPr>
              <a:t>3</a:t>
            </a:r>
            <a:endParaRPr lang="en-US" sz="3200" b="0" strike="noStrike" spc="-1" dirty="0">
              <a:solidFill>
                <a:srgbClr val="000000"/>
              </a:solidFill>
              <a:latin typeface="Century Gothic"/>
            </a:endParaRPr>
          </a:p>
        </p:txBody>
      </p:sp>
      <p:pic>
        <p:nvPicPr>
          <p:cNvPr id="3" name="Picture 2">
            <a:extLst>
              <a:ext uri="{FF2B5EF4-FFF2-40B4-BE49-F238E27FC236}">
                <a16:creationId xmlns:a16="http://schemas.microsoft.com/office/drawing/2014/main" id="{DDBAFE8B-CBB0-4161-AC30-9E26A3A7D934}"/>
              </a:ext>
            </a:extLst>
          </p:cNvPr>
          <p:cNvPicPr>
            <a:picLocks noChangeAspect="1"/>
          </p:cNvPicPr>
          <p:nvPr/>
        </p:nvPicPr>
        <p:blipFill rotWithShape="1">
          <a:blip r:embed="rId6"/>
          <a:srcRect l="14178" t="23063" r="12404" b="17553"/>
          <a:stretch/>
        </p:blipFill>
        <p:spPr>
          <a:xfrm>
            <a:off x="2590751" y="1773239"/>
            <a:ext cx="3209046" cy="1460038"/>
          </a:xfrm>
          <a:prstGeom prst="rect">
            <a:avLst/>
          </a:prstGeom>
        </p:spPr>
      </p:pic>
      <p:pic>
        <p:nvPicPr>
          <p:cNvPr id="5" name="Picture 4">
            <a:extLst>
              <a:ext uri="{FF2B5EF4-FFF2-40B4-BE49-F238E27FC236}">
                <a16:creationId xmlns:a16="http://schemas.microsoft.com/office/drawing/2014/main" id="{61399038-507A-42DF-8F43-F758B7EB7F76}"/>
              </a:ext>
            </a:extLst>
          </p:cNvPr>
          <p:cNvPicPr>
            <a:picLocks noChangeAspect="1"/>
          </p:cNvPicPr>
          <p:nvPr/>
        </p:nvPicPr>
        <p:blipFill rotWithShape="1">
          <a:blip r:embed="rId7"/>
          <a:srcRect l="21987" t="10910" r="18256" b="12719"/>
          <a:stretch/>
        </p:blipFill>
        <p:spPr>
          <a:xfrm>
            <a:off x="6180084" y="1695510"/>
            <a:ext cx="2229316" cy="1602656"/>
          </a:xfrm>
          <a:prstGeom prst="rect">
            <a:avLst/>
          </a:prstGeom>
        </p:spPr>
      </p:pic>
      <p:sp>
        <p:nvSpPr>
          <p:cNvPr id="51" name="TextBox 50">
            <a:extLst>
              <a:ext uri="{FF2B5EF4-FFF2-40B4-BE49-F238E27FC236}">
                <a16:creationId xmlns:a16="http://schemas.microsoft.com/office/drawing/2014/main" id="{DF18DC75-5559-4AE8-827D-B973B6EC4160}"/>
              </a:ext>
            </a:extLst>
          </p:cNvPr>
          <p:cNvSpPr txBox="1"/>
          <p:nvPr/>
        </p:nvSpPr>
        <p:spPr>
          <a:xfrm>
            <a:off x="2176943" y="3425339"/>
            <a:ext cx="3573710" cy="2262158"/>
          </a:xfrm>
          <a:prstGeom prst="rect">
            <a:avLst/>
          </a:prstGeom>
          <a:noFill/>
        </p:spPr>
        <p:txBody>
          <a:bodyPr wrap="square">
            <a:spAutoFit/>
          </a:bodyPr>
          <a:lstStyle/>
          <a:p>
            <a:pPr algn="ctr"/>
            <a:r>
              <a:rPr lang="en-US" sz="1400" b="1" dirty="0" err="1"/>
              <a:t>EdgeSHAPer</a:t>
            </a:r>
            <a:r>
              <a:rPr lang="en-US" sz="1400" b="1" dirty="0"/>
              <a:t> insights</a:t>
            </a:r>
          </a:p>
          <a:p>
            <a:pPr marL="171450" indent="-171450" algn="just">
              <a:buFont typeface="Arial" panose="020B0604020202020204" pitchFamily="34" charset="0"/>
              <a:buChar char="•"/>
            </a:pPr>
            <a:endParaRPr lang="en-US" sz="800" b="1" dirty="0"/>
          </a:p>
          <a:p>
            <a:pPr algn="l">
              <a:spcAft>
                <a:spcPts val="600"/>
              </a:spcAft>
              <a:buFont typeface="+mj-lt"/>
              <a:buAutoNum type="arabicPeriod"/>
            </a:pPr>
            <a:r>
              <a:rPr lang="en-US" sz="900" b="1" i="0" dirty="0">
                <a:effectLst/>
              </a:rPr>
              <a:t> Piperazine Ring Bonds Dominate</a:t>
            </a:r>
            <a:r>
              <a:rPr lang="en-US" sz="900" b="0" i="0" dirty="0">
                <a:effectLst/>
              </a:rPr>
              <a:t> (φ = 0.116, 0.101, 0.095)</a:t>
            </a:r>
          </a:p>
          <a:p>
            <a:pPr marL="628650" lvl="1" indent="-171450">
              <a:spcAft>
                <a:spcPts val="600"/>
              </a:spcAft>
              <a:buFont typeface="Arial" panose="020B0604020202020204" pitchFamily="34" charset="0"/>
              <a:buChar char="•"/>
            </a:pPr>
            <a:r>
              <a:rPr lang="en-US" sz="900" b="0" i="0" dirty="0">
                <a:effectLst/>
              </a:rPr>
              <a:t>The C-N and C-C bonds within the </a:t>
            </a:r>
            <a:r>
              <a:rPr lang="en-US" sz="900" b="1" i="0" dirty="0">
                <a:effectLst/>
              </a:rPr>
              <a:t>piperazine ring </a:t>
            </a:r>
            <a:r>
              <a:rPr lang="en-US" sz="900" b="0" i="0" dirty="0">
                <a:effectLst/>
              </a:rPr>
              <a:t>show the highest positive SHAP values</a:t>
            </a:r>
          </a:p>
          <a:p>
            <a:pPr marL="628650" lvl="1" indent="-171450">
              <a:buFont typeface="Arial" panose="020B0604020202020204" pitchFamily="34" charset="0"/>
              <a:buChar char="•"/>
            </a:pPr>
            <a:r>
              <a:rPr lang="en-US" sz="900" b="0" i="0" dirty="0">
                <a:effectLst/>
              </a:rPr>
              <a:t>This suggests the model associates the </a:t>
            </a:r>
            <a:r>
              <a:rPr lang="en-US" sz="900" b="1" i="0" dirty="0">
                <a:effectLst/>
              </a:rPr>
              <a:t>piperazine scaffold with activity</a:t>
            </a:r>
          </a:p>
          <a:p>
            <a:pPr lvl="1" algn="l"/>
            <a:endParaRPr lang="en-US" sz="900" b="0" i="0" dirty="0">
              <a:effectLst/>
            </a:endParaRPr>
          </a:p>
          <a:p>
            <a:pPr>
              <a:spcAft>
                <a:spcPts val="600"/>
              </a:spcAft>
              <a:buFont typeface="+mj-lt"/>
              <a:buAutoNum type="arabicPeriod"/>
            </a:pPr>
            <a:r>
              <a:rPr lang="en-US" sz="900" b="1" i="0" dirty="0">
                <a:effectLst/>
              </a:rPr>
              <a:t> Amide-Alkene Linker</a:t>
            </a:r>
            <a:endParaRPr lang="en-US" sz="900" b="0" i="0" dirty="0">
              <a:effectLst/>
            </a:endParaRPr>
          </a:p>
          <a:p>
            <a:pPr marL="742950" lvl="1" indent="-285750">
              <a:spcAft>
                <a:spcPts val="600"/>
              </a:spcAft>
              <a:buFont typeface="Arial" panose="020B0604020202020204" pitchFamily="34" charset="0"/>
              <a:buChar char="•"/>
            </a:pPr>
            <a:r>
              <a:rPr lang="en-US" sz="900" b="1" i="0" dirty="0">
                <a:effectLst/>
              </a:rPr>
              <a:t>The C-C bonds in the alkene linker </a:t>
            </a:r>
            <a:r>
              <a:rPr lang="en-US" sz="900" b="0" i="0" dirty="0">
                <a:effectLst/>
              </a:rPr>
              <a:t>(φ = 0.089, 0.070) contribute positively</a:t>
            </a:r>
          </a:p>
          <a:p>
            <a:pPr marL="742950" lvl="1" indent="-285750">
              <a:spcAft>
                <a:spcPts val="600"/>
              </a:spcAft>
              <a:buFont typeface="Arial" panose="020B0604020202020204" pitchFamily="34" charset="0"/>
              <a:buChar char="•"/>
            </a:pPr>
            <a:r>
              <a:rPr lang="en-US" sz="900" b="0" i="0" dirty="0">
                <a:effectLst/>
              </a:rPr>
              <a:t>This flexible </a:t>
            </a:r>
            <a:r>
              <a:rPr lang="en-US" sz="900" b="1" i="0" dirty="0">
                <a:effectLst/>
              </a:rPr>
              <a:t>linker</a:t>
            </a:r>
            <a:r>
              <a:rPr lang="en-US" sz="900" b="0" i="0" dirty="0">
                <a:effectLst/>
              </a:rPr>
              <a:t> allows optimal positioning of </a:t>
            </a:r>
            <a:r>
              <a:rPr lang="en-US" sz="900" b="1" i="0" dirty="0">
                <a:effectLst/>
              </a:rPr>
              <a:t>pharmacophores</a:t>
            </a:r>
          </a:p>
        </p:txBody>
      </p:sp>
      <p:sp>
        <p:nvSpPr>
          <p:cNvPr id="52" name="TextBox 51">
            <a:extLst>
              <a:ext uri="{FF2B5EF4-FFF2-40B4-BE49-F238E27FC236}">
                <a16:creationId xmlns:a16="http://schemas.microsoft.com/office/drawing/2014/main" id="{F922DABE-82AE-48AF-85C5-9440C52C0694}"/>
              </a:ext>
            </a:extLst>
          </p:cNvPr>
          <p:cNvSpPr txBox="1"/>
          <p:nvPr/>
        </p:nvSpPr>
        <p:spPr>
          <a:xfrm>
            <a:off x="5641515" y="3425339"/>
            <a:ext cx="3306452" cy="2693045"/>
          </a:xfrm>
          <a:prstGeom prst="rect">
            <a:avLst/>
          </a:prstGeom>
          <a:noFill/>
        </p:spPr>
        <p:txBody>
          <a:bodyPr wrap="square">
            <a:spAutoFit/>
          </a:bodyPr>
          <a:lstStyle/>
          <a:p>
            <a:pPr algn="ctr"/>
            <a:r>
              <a:rPr lang="en-US" sz="1400" b="1" dirty="0" err="1"/>
              <a:t>EdgeSHAPer</a:t>
            </a:r>
            <a:r>
              <a:rPr lang="en-US" sz="1400" b="1" dirty="0"/>
              <a:t> insights</a:t>
            </a:r>
          </a:p>
          <a:p>
            <a:endParaRPr lang="en-US" sz="800" b="1" dirty="0"/>
          </a:p>
          <a:p>
            <a:pPr algn="l">
              <a:spcAft>
                <a:spcPts val="600"/>
              </a:spcAft>
              <a:buFont typeface="+mj-lt"/>
              <a:buAutoNum type="arabicPeriod"/>
            </a:pPr>
            <a:r>
              <a:rPr lang="en-US" sz="900" b="1" i="0" dirty="0">
                <a:effectLst/>
              </a:rPr>
              <a:t> Methyl-Phenyl Bond Dominates </a:t>
            </a:r>
            <a:r>
              <a:rPr lang="en-US" sz="900" i="0" dirty="0">
                <a:effectLst/>
              </a:rPr>
              <a:t>(φ = 0.283)</a:t>
            </a:r>
          </a:p>
          <a:p>
            <a:pPr marL="628650" lvl="1" indent="-171450">
              <a:spcAft>
                <a:spcPts val="600"/>
              </a:spcAft>
              <a:buFont typeface="Arial" panose="020B0604020202020204" pitchFamily="34" charset="0"/>
              <a:buChar char="•"/>
            </a:pPr>
            <a:r>
              <a:rPr lang="en-US" sz="900" i="0" dirty="0">
                <a:effectLst/>
              </a:rPr>
              <a:t>The</a:t>
            </a:r>
            <a:r>
              <a:rPr lang="en-US" sz="900" b="1" i="0" dirty="0">
                <a:effectLst/>
              </a:rPr>
              <a:t> C-C bond between methyl and phenyl </a:t>
            </a:r>
            <a:r>
              <a:rPr lang="en-US" sz="900" i="0" dirty="0">
                <a:effectLst/>
              </a:rPr>
              <a:t>has an extremely </a:t>
            </a:r>
            <a:r>
              <a:rPr lang="en-US" sz="900" b="1" i="0" dirty="0">
                <a:effectLst/>
              </a:rPr>
              <a:t>high</a:t>
            </a:r>
            <a:r>
              <a:rPr lang="en-US" sz="900" i="0" dirty="0">
                <a:effectLst/>
              </a:rPr>
              <a:t> SHAP value</a:t>
            </a:r>
          </a:p>
          <a:p>
            <a:pPr marL="628650" lvl="1" indent="-171450">
              <a:spcAft>
                <a:spcPts val="600"/>
              </a:spcAft>
              <a:buFont typeface="Arial" panose="020B0604020202020204" pitchFamily="34" charset="0"/>
              <a:buChar char="•"/>
            </a:pPr>
            <a:r>
              <a:rPr lang="en-US" sz="900" i="0" dirty="0">
                <a:effectLst/>
              </a:rPr>
              <a:t>This suggests the model associates </a:t>
            </a:r>
            <a:r>
              <a:rPr lang="en-US" sz="900" b="1" i="0" dirty="0">
                <a:effectLst/>
              </a:rPr>
              <a:t>simple alkyl-phenyl systems </a:t>
            </a:r>
            <a:r>
              <a:rPr lang="en-US" sz="900" i="0" dirty="0">
                <a:effectLst/>
              </a:rPr>
              <a:t>with inactivity</a:t>
            </a:r>
          </a:p>
          <a:p>
            <a:pPr marL="628650" lvl="1" indent="-171450">
              <a:spcAft>
                <a:spcPts val="600"/>
              </a:spcAft>
              <a:buFont typeface="Arial" panose="020B0604020202020204" pitchFamily="34" charset="0"/>
              <a:buChar char="•"/>
            </a:pPr>
            <a:r>
              <a:rPr lang="en-US" sz="900" b="1" i="0" dirty="0">
                <a:effectLst/>
              </a:rPr>
              <a:t>Lack</a:t>
            </a:r>
            <a:r>
              <a:rPr lang="en-US" sz="900" i="0" dirty="0">
                <a:effectLst/>
              </a:rPr>
              <a:t> of </a:t>
            </a:r>
            <a:r>
              <a:rPr lang="en-US" sz="900" b="1" i="0" dirty="0">
                <a:effectLst/>
              </a:rPr>
              <a:t>complex pharmacophore </a:t>
            </a:r>
            <a:r>
              <a:rPr lang="en-US" sz="900" i="0" dirty="0">
                <a:effectLst/>
              </a:rPr>
              <a:t>reduces activity likelihood</a:t>
            </a:r>
          </a:p>
          <a:p>
            <a:pPr marL="628650" lvl="1" indent="-171450">
              <a:buFont typeface="Arial" panose="020B0604020202020204" pitchFamily="34" charset="0"/>
              <a:buChar char="•"/>
            </a:pPr>
            <a:endParaRPr lang="en-US" sz="900" i="0" dirty="0">
              <a:effectLst/>
            </a:endParaRPr>
          </a:p>
          <a:p>
            <a:pPr algn="l">
              <a:spcAft>
                <a:spcPts val="600"/>
              </a:spcAft>
              <a:buFont typeface="+mj-lt"/>
              <a:buAutoNum type="arabicPeriod"/>
            </a:pPr>
            <a:r>
              <a:rPr lang="en-US" sz="900" b="1" i="0" dirty="0">
                <a:effectLst/>
              </a:rPr>
              <a:t> Terpenoid Structure</a:t>
            </a:r>
          </a:p>
          <a:p>
            <a:pPr marL="628650" lvl="1" indent="-171450">
              <a:spcAft>
                <a:spcPts val="600"/>
              </a:spcAft>
              <a:buFont typeface="Arial" panose="020B0604020202020204" pitchFamily="34" charset="0"/>
              <a:buChar char="•"/>
            </a:pPr>
            <a:r>
              <a:rPr lang="en-US" sz="900" i="0" dirty="0">
                <a:effectLst/>
              </a:rPr>
              <a:t>The </a:t>
            </a:r>
            <a:r>
              <a:rPr lang="en-US" sz="900" b="1" i="0" dirty="0">
                <a:effectLst/>
              </a:rPr>
              <a:t>bicyclic terpenoid structure </a:t>
            </a:r>
            <a:r>
              <a:rPr lang="en-US" sz="900" i="0" dirty="0">
                <a:effectLst/>
              </a:rPr>
              <a:t>with hydroxyl group shows minimal SHAP contribution</a:t>
            </a:r>
          </a:p>
          <a:p>
            <a:pPr marL="628650" lvl="1" indent="-171450">
              <a:spcAft>
                <a:spcPts val="600"/>
              </a:spcAft>
              <a:buFont typeface="Arial" panose="020B0604020202020204" pitchFamily="34" charset="0"/>
              <a:buChar char="•"/>
            </a:pPr>
            <a:r>
              <a:rPr lang="en-US" sz="900" b="1" i="0" dirty="0">
                <a:effectLst/>
              </a:rPr>
              <a:t>Complex 3D </a:t>
            </a:r>
            <a:r>
              <a:rPr lang="en-US" sz="900" i="0" dirty="0">
                <a:effectLst/>
              </a:rPr>
              <a:t>structure may </a:t>
            </a:r>
            <a:r>
              <a:rPr lang="en-US" sz="900" b="1" i="0" dirty="0">
                <a:effectLst/>
              </a:rPr>
              <a:t>not align </a:t>
            </a:r>
            <a:r>
              <a:rPr lang="en-US" sz="900" i="0" dirty="0">
                <a:effectLst/>
              </a:rPr>
              <a:t>with target binding site</a:t>
            </a:r>
          </a:p>
        </p:txBody>
      </p:sp>
      <p:sp>
        <p:nvSpPr>
          <p:cNvPr id="2" name="Arrow: Right 1">
            <a:extLst>
              <a:ext uri="{FF2B5EF4-FFF2-40B4-BE49-F238E27FC236}">
                <a16:creationId xmlns:a16="http://schemas.microsoft.com/office/drawing/2014/main" id="{AE310E2B-3177-4459-7DBE-1E9CB21EC7D7}"/>
              </a:ext>
            </a:extLst>
          </p:cNvPr>
          <p:cNvSpPr/>
          <p:nvPr/>
        </p:nvSpPr>
        <p:spPr>
          <a:xfrm rot="2598933">
            <a:off x="1646497" y="3450727"/>
            <a:ext cx="496588" cy="2792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55464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a:t>
            </a:r>
            <a:r>
              <a:rPr lang="en-US" sz="3200" spc="-1" dirty="0">
                <a:solidFill>
                  <a:srgbClr val="0064C8"/>
                </a:solidFill>
                <a:latin typeface="Century Gothic"/>
              </a:rPr>
              <a:t>4</a:t>
            </a:r>
            <a:endParaRPr lang="en-US" sz="3200" b="0" strike="noStrike" spc="-1" dirty="0">
              <a:solidFill>
                <a:srgbClr val="000000"/>
              </a:solidFill>
              <a:latin typeface="Century Gothic"/>
            </a:endParaRPr>
          </a:p>
        </p:txBody>
      </p:sp>
      <p:grpSp>
        <p:nvGrpSpPr>
          <p:cNvPr id="2" name="Group 1">
            <a:extLst>
              <a:ext uri="{FF2B5EF4-FFF2-40B4-BE49-F238E27FC236}">
                <a16:creationId xmlns:a16="http://schemas.microsoft.com/office/drawing/2014/main" id="{5022242F-CF3F-06C1-0134-DFEA5E0A90B8}"/>
              </a:ext>
            </a:extLst>
          </p:cNvPr>
          <p:cNvGrpSpPr>
            <a:grpSpLocks noChangeAspect="1"/>
          </p:cNvGrpSpPr>
          <p:nvPr/>
        </p:nvGrpSpPr>
        <p:grpSpPr>
          <a:xfrm>
            <a:off x="3180815" y="2457643"/>
            <a:ext cx="1980000" cy="1527749"/>
            <a:chOff x="3126534" y="1191667"/>
            <a:chExt cx="2649606" cy="2044410"/>
          </a:xfrm>
        </p:grpSpPr>
        <p:sp>
          <p:nvSpPr>
            <p:cNvPr id="29" name="TextBox 28">
              <a:extLst>
                <a:ext uri="{FF2B5EF4-FFF2-40B4-BE49-F238E27FC236}">
                  <a16:creationId xmlns:a16="http://schemas.microsoft.com/office/drawing/2014/main" id="{50EF08DE-650D-84D8-23E2-83CD379C9565}"/>
                </a:ext>
              </a:extLst>
            </p:cNvPr>
            <p:cNvSpPr txBox="1"/>
            <p:nvPr/>
          </p:nvSpPr>
          <p:spPr>
            <a:xfrm>
              <a:off x="3215443" y="1191667"/>
              <a:ext cx="2126817" cy="407744"/>
            </a:xfrm>
            <a:prstGeom prst="rect">
              <a:avLst/>
            </a:prstGeom>
            <a:noFill/>
          </p:spPr>
          <p:txBody>
            <a:bodyPr wrap="square" rtlCol="0">
              <a:spAutoFit/>
            </a:bodyPr>
            <a:lstStyle/>
            <a:p>
              <a:pPr algn="ctr"/>
              <a:r>
                <a:rPr lang="en-US" sz="1200" b="1" dirty="0"/>
                <a:t>GCN</a:t>
              </a:r>
              <a:endParaRPr lang="de-DE" sz="1200" b="1" dirty="0"/>
            </a:p>
          </p:txBody>
        </p:sp>
        <p:pic>
          <p:nvPicPr>
            <p:cNvPr id="4" name="Picture 3">
              <a:extLst>
                <a:ext uri="{FF2B5EF4-FFF2-40B4-BE49-F238E27FC236}">
                  <a16:creationId xmlns:a16="http://schemas.microsoft.com/office/drawing/2014/main" id="{2B6FC3F7-8023-4F1A-80C4-78814837030C}"/>
                </a:ext>
              </a:extLst>
            </p:cNvPr>
            <p:cNvPicPr>
              <a:picLocks noChangeAspect="1"/>
            </p:cNvPicPr>
            <p:nvPr/>
          </p:nvPicPr>
          <p:blipFill rotWithShape="1">
            <a:blip r:embed="rId3"/>
            <a:srcRect l="12757" t="8229" r="10218" b="12776"/>
            <a:stretch/>
          </p:blipFill>
          <p:spPr>
            <a:xfrm>
              <a:off x="3126534" y="1707534"/>
              <a:ext cx="2649606" cy="1528543"/>
            </a:xfrm>
            <a:prstGeom prst="rect">
              <a:avLst/>
            </a:prstGeom>
          </p:spPr>
        </p:pic>
      </p:grpSp>
      <p:grpSp>
        <p:nvGrpSpPr>
          <p:cNvPr id="3" name="Group 2">
            <a:extLst>
              <a:ext uri="{FF2B5EF4-FFF2-40B4-BE49-F238E27FC236}">
                <a16:creationId xmlns:a16="http://schemas.microsoft.com/office/drawing/2014/main" id="{ACAEA44E-32B9-801A-E228-CA9FB7D337A5}"/>
              </a:ext>
            </a:extLst>
          </p:cNvPr>
          <p:cNvGrpSpPr>
            <a:grpSpLocks noChangeAspect="1"/>
          </p:cNvGrpSpPr>
          <p:nvPr/>
        </p:nvGrpSpPr>
        <p:grpSpPr>
          <a:xfrm>
            <a:off x="6115484" y="2457643"/>
            <a:ext cx="1980000" cy="1474802"/>
            <a:chOff x="5927416" y="1191667"/>
            <a:chExt cx="2833544" cy="2110560"/>
          </a:xfrm>
        </p:grpSpPr>
        <p:sp>
          <p:nvSpPr>
            <p:cNvPr id="37" name="TextBox 36">
              <a:extLst>
                <a:ext uri="{FF2B5EF4-FFF2-40B4-BE49-F238E27FC236}">
                  <a16:creationId xmlns:a16="http://schemas.microsoft.com/office/drawing/2014/main" id="{A9B538AC-1716-FEE9-9303-C64FEB3A2571}"/>
                </a:ext>
              </a:extLst>
            </p:cNvPr>
            <p:cNvSpPr txBox="1"/>
            <p:nvPr/>
          </p:nvSpPr>
          <p:spPr>
            <a:xfrm>
              <a:off x="6180085" y="1191667"/>
              <a:ext cx="2126816" cy="436049"/>
            </a:xfrm>
            <a:prstGeom prst="rect">
              <a:avLst/>
            </a:prstGeom>
            <a:noFill/>
          </p:spPr>
          <p:txBody>
            <a:bodyPr wrap="square" rtlCol="0">
              <a:spAutoFit/>
            </a:bodyPr>
            <a:lstStyle/>
            <a:p>
              <a:pPr algn="ctr"/>
              <a:r>
                <a:rPr lang="en-US" sz="1200" b="1" dirty="0"/>
                <a:t>GAT</a:t>
              </a:r>
              <a:endParaRPr lang="de-DE" sz="1200" b="1" dirty="0"/>
            </a:p>
          </p:txBody>
        </p:sp>
        <p:pic>
          <p:nvPicPr>
            <p:cNvPr id="7" name="Picture 6">
              <a:extLst>
                <a:ext uri="{FF2B5EF4-FFF2-40B4-BE49-F238E27FC236}">
                  <a16:creationId xmlns:a16="http://schemas.microsoft.com/office/drawing/2014/main" id="{84E291A9-37A2-4845-AADE-EA756DB24E25}"/>
                </a:ext>
              </a:extLst>
            </p:cNvPr>
            <p:cNvPicPr>
              <a:picLocks noChangeAspect="1"/>
            </p:cNvPicPr>
            <p:nvPr/>
          </p:nvPicPr>
          <p:blipFill rotWithShape="1">
            <a:blip r:embed="rId4"/>
            <a:srcRect l="13677" t="11105" r="10217" b="13350"/>
            <a:stretch/>
          </p:blipFill>
          <p:spPr>
            <a:xfrm>
              <a:off x="5927416" y="1720100"/>
              <a:ext cx="2833544" cy="1582127"/>
            </a:xfrm>
            <a:prstGeom prst="rect">
              <a:avLst/>
            </a:prstGeom>
          </p:spPr>
        </p:pic>
      </p:grpSp>
      <p:sp>
        <p:nvSpPr>
          <p:cNvPr id="6" name="PlaceHolder 2">
            <a:extLst>
              <a:ext uri="{FF2B5EF4-FFF2-40B4-BE49-F238E27FC236}">
                <a16:creationId xmlns:a16="http://schemas.microsoft.com/office/drawing/2014/main" id="{DED637E0-7690-D7EE-84FC-AAEDB39B6D63}"/>
              </a:ext>
            </a:extLst>
          </p:cNvPr>
          <p:cNvSpPr txBox="1">
            <a:spLocks/>
          </p:cNvSpPr>
          <p:nvPr/>
        </p:nvSpPr>
        <p:spPr>
          <a:xfrm>
            <a:off x="380879" y="1375728"/>
            <a:ext cx="8172571" cy="837720"/>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spcAft>
                <a:spcPts val="601"/>
              </a:spcAft>
              <a:buClr>
                <a:srgbClr val="0064C8"/>
              </a:buClr>
              <a:buFont typeface="Wingdings" panose="05000000000000000000" pitchFamily="2" charset="2"/>
              <a:buChar char="§"/>
            </a:pPr>
            <a:r>
              <a:rPr lang="en-US" sz="2000" spc="-1" dirty="0">
                <a:latin typeface="Century Gothic"/>
              </a:rPr>
              <a:t>Identifies different learning characteristics between the different GNN models  </a:t>
            </a:r>
            <a:endParaRPr lang="en-US" sz="1600" spc="-1" dirty="0">
              <a:latin typeface="Century Gothic"/>
            </a:endParaRPr>
          </a:p>
          <a:p>
            <a:pPr marL="0" indent="0">
              <a:lnSpc>
                <a:spcPct val="100000"/>
              </a:lnSpc>
              <a:spcBef>
                <a:spcPts val="400"/>
              </a:spcBef>
              <a:spcAft>
                <a:spcPts val="601"/>
              </a:spcAft>
              <a:buClr>
                <a:srgbClr val="0064C8"/>
              </a:buClr>
              <a:buNone/>
            </a:pPr>
            <a:endParaRPr lang="en-US" sz="2000" spc="-1" dirty="0">
              <a:latin typeface="Century Gothic"/>
            </a:endParaRPr>
          </a:p>
          <a:p>
            <a:pPr marL="0" indent="0">
              <a:lnSpc>
                <a:spcPct val="100000"/>
              </a:lnSpc>
              <a:spcBef>
                <a:spcPts val="400"/>
              </a:spcBef>
              <a:spcAft>
                <a:spcPts val="601"/>
              </a:spcAft>
              <a:buClr>
                <a:srgbClr val="0064C8"/>
              </a:buClr>
              <a:buNone/>
            </a:pPr>
            <a:endParaRPr lang="en-US" sz="2000" spc="-1" dirty="0">
              <a:solidFill>
                <a:srgbClr val="000000"/>
              </a:solidFill>
              <a:latin typeface="Century Gothic"/>
            </a:endParaRPr>
          </a:p>
        </p:txBody>
      </p:sp>
      <p:grpSp>
        <p:nvGrpSpPr>
          <p:cNvPr id="8" name="Group 7">
            <a:extLst>
              <a:ext uri="{FF2B5EF4-FFF2-40B4-BE49-F238E27FC236}">
                <a16:creationId xmlns:a16="http://schemas.microsoft.com/office/drawing/2014/main" id="{8658B6C9-19AA-A91B-F2A8-F73C6081A198}"/>
              </a:ext>
            </a:extLst>
          </p:cNvPr>
          <p:cNvGrpSpPr/>
          <p:nvPr/>
        </p:nvGrpSpPr>
        <p:grpSpPr>
          <a:xfrm>
            <a:off x="2796202" y="4150511"/>
            <a:ext cx="6034968" cy="1816952"/>
            <a:chOff x="2793723" y="3435324"/>
            <a:chExt cx="6034968" cy="1816952"/>
          </a:xfrm>
        </p:grpSpPr>
        <p:sp>
          <p:nvSpPr>
            <p:cNvPr id="9" name="TextBox 8">
              <a:extLst>
                <a:ext uri="{FF2B5EF4-FFF2-40B4-BE49-F238E27FC236}">
                  <a16:creationId xmlns:a16="http://schemas.microsoft.com/office/drawing/2014/main" id="{EA7F42AF-7D3D-1CA8-D822-26E2EBBCFF40}"/>
                </a:ext>
              </a:extLst>
            </p:cNvPr>
            <p:cNvSpPr txBox="1"/>
            <p:nvPr/>
          </p:nvSpPr>
          <p:spPr>
            <a:xfrm>
              <a:off x="2819999" y="3435324"/>
              <a:ext cx="5912281" cy="276999"/>
            </a:xfrm>
            <a:prstGeom prst="rect">
              <a:avLst/>
            </a:prstGeom>
            <a:noFill/>
          </p:spPr>
          <p:txBody>
            <a:bodyPr wrap="square" rtlCol="0">
              <a:spAutoFit/>
            </a:bodyPr>
            <a:lstStyle/>
            <a:p>
              <a:pPr algn="ctr"/>
              <a:r>
                <a:rPr lang="en-US" sz="1200" b="1" dirty="0"/>
                <a:t>Interpretation of learning patterns</a:t>
              </a:r>
              <a:endParaRPr lang="de-DE" sz="1200" b="1" dirty="0"/>
            </a:p>
          </p:txBody>
        </p:sp>
        <p:sp>
          <p:nvSpPr>
            <p:cNvPr id="10" name="TextBox 9">
              <a:extLst>
                <a:ext uri="{FF2B5EF4-FFF2-40B4-BE49-F238E27FC236}">
                  <a16:creationId xmlns:a16="http://schemas.microsoft.com/office/drawing/2014/main" id="{6C665949-EDB5-9033-542E-BECF245B15D2}"/>
                </a:ext>
              </a:extLst>
            </p:cNvPr>
            <p:cNvSpPr txBox="1"/>
            <p:nvPr/>
          </p:nvSpPr>
          <p:spPr>
            <a:xfrm>
              <a:off x="2793723" y="3913448"/>
              <a:ext cx="2970255" cy="1338828"/>
            </a:xfrm>
            <a:prstGeom prst="rect">
              <a:avLst/>
            </a:prstGeom>
            <a:noFill/>
          </p:spPr>
          <p:txBody>
            <a:bodyPr wrap="square">
              <a:spAutoFit/>
            </a:bodyPr>
            <a:lstStyle/>
            <a:p>
              <a:pPr algn="l"/>
              <a:r>
                <a:rPr lang="en-US" sz="900" b="1" i="0" dirty="0">
                  <a:effectLst/>
                </a:rPr>
                <a:t>GCN</a:t>
              </a:r>
              <a:r>
                <a:rPr lang="en-US" sz="900" b="0" i="0" dirty="0">
                  <a:effectLst/>
                </a:rPr>
                <a:t> identifies </a:t>
              </a:r>
              <a:r>
                <a:rPr lang="en-US" sz="900" b="1" i="0" dirty="0">
                  <a:effectLst/>
                </a:rPr>
                <a:t>aromatic-alkyl connections</a:t>
              </a:r>
              <a:r>
                <a:rPr lang="en-US" sz="900" b="0" i="0" dirty="0">
                  <a:effectLst/>
                </a:rPr>
                <a:t> as most important. This suggests GCN has learned that:</a:t>
              </a:r>
            </a:p>
            <a:p>
              <a:pPr algn="l"/>
              <a:endParaRPr lang="en-US" sz="900" b="0" i="0" dirty="0">
                <a:effectLst/>
              </a:endParaRPr>
            </a:p>
            <a:p>
              <a:pPr marL="171450" indent="-171450" algn="l">
                <a:buFont typeface="Arial" panose="020B0604020202020204" pitchFamily="34" charset="0"/>
                <a:buChar char="•"/>
              </a:pPr>
              <a:r>
                <a:rPr lang="en-US" sz="900" b="0" i="0" dirty="0">
                  <a:effectLst/>
                </a:rPr>
                <a:t>The link between aromatic rings and aliphatic chains is critical for activity</a:t>
              </a:r>
            </a:p>
            <a:p>
              <a:pPr marL="171450" indent="-171450" algn="l">
                <a:buFont typeface="Arial" panose="020B0604020202020204" pitchFamily="34" charset="0"/>
                <a:buChar char="•"/>
              </a:pPr>
              <a:r>
                <a:rPr lang="en-US" sz="900" b="0" i="0" dirty="0">
                  <a:effectLst/>
                </a:rPr>
                <a:t>Bond polarity and hybridization changes drive predictions</a:t>
              </a:r>
            </a:p>
            <a:p>
              <a:pPr marL="171450" indent="-171450" algn="l">
                <a:buFont typeface="Arial" panose="020B0604020202020204" pitchFamily="34" charset="0"/>
                <a:buChar char="•"/>
              </a:pPr>
              <a:r>
                <a:rPr lang="en-US" sz="900" b="0" i="0" dirty="0">
                  <a:effectLst/>
                </a:rPr>
                <a:t>GCN learns </a:t>
              </a:r>
              <a:r>
                <a:rPr lang="en-US" sz="900" b="1" i="0" dirty="0">
                  <a:effectLst/>
                </a:rPr>
                <a:t>local structural features </a:t>
              </a:r>
              <a:r>
                <a:rPr lang="en-US" sz="900" b="0" i="0" dirty="0">
                  <a:effectLst/>
                </a:rPr>
                <a:t>more effectively</a:t>
              </a:r>
            </a:p>
          </p:txBody>
        </p:sp>
        <p:sp>
          <p:nvSpPr>
            <p:cNvPr id="11" name="TextBox 10">
              <a:extLst>
                <a:ext uri="{FF2B5EF4-FFF2-40B4-BE49-F238E27FC236}">
                  <a16:creationId xmlns:a16="http://schemas.microsoft.com/office/drawing/2014/main" id="{9C48A6E8-D253-3F9A-3897-AC2BD11A8953}"/>
                </a:ext>
              </a:extLst>
            </p:cNvPr>
            <p:cNvSpPr txBox="1"/>
            <p:nvPr/>
          </p:nvSpPr>
          <p:spPr>
            <a:xfrm>
              <a:off x="5763979" y="3889856"/>
              <a:ext cx="3064712" cy="1338828"/>
            </a:xfrm>
            <a:prstGeom prst="rect">
              <a:avLst/>
            </a:prstGeom>
            <a:noFill/>
          </p:spPr>
          <p:txBody>
            <a:bodyPr wrap="square">
              <a:spAutoFit/>
            </a:bodyPr>
            <a:lstStyle/>
            <a:p>
              <a:pPr algn="l"/>
              <a:r>
                <a:rPr lang="en-US" sz="900" b="1" i="0" dirty="0">
                  <a:effectLst/>
                </a:rPr>
                <a:t>GAT</a:t>
              </a:r>
              <a:r>
                <a:rPr lang="en-US" sz="900" b="0" i="0" dirty="0">
                  <a:effectLst/>
                </a:rPr>
                <a:t> identifies the </a:t>
              </a:r>
              <a:r>
                <a:rPr lang="en-US" sz="900" b="1" i="0" dirty="0">
                  <a:effectLst/>
                </a:rPr>
                <a:t>piperazine backbone as most important</a:t>
              </a:r>
              <a:r>
                <a:rPr lang="en-US" sz="900" b="0" i="0" dirty="0">
                  <a:effectLst/>
                </a:rPr>
                <a:t>. This suggests GAT has learned that:</a:t>
              </a:r>
            </a:p>
            <a:p>
              <a:pPr algn="l"/>
              <a:endParaRPr lang="en-US" sz="900" b="0" i="0" dirty="0">
                <a:effectLst/>
              </a:endParaRPr>
            </a:p>
            <a:p>
              <a:pPr marL="171450" indent="-171450" algn="l">
                <a:buFont typeface="Arial" panose="020B0604020202020204" pitchFamily="34" charset="0"/>
                <a:buChar char="•"/>
              </a:pPr>
              <a:r>
                <a:rPr lang="en-US" sz="900" b="0" i="0" dirty="0">
                  <a:effectLst/>
                </a:rPr>
                <a:t>The central scaffold connectivity is key to activity prediction</a:t>
              </a:r>
            </a:p>
            <a:p>
              <a:pPr marL="171450" indent="-171450" algn="l">
                <a:buFont typeface="Arial" panose="020B0604020202020204" pitchFamily="34" charset="0"/>
                <a:buChar char="•"/>
              </a:pPr>
              <a:r>
                <a:rPr lang="en-US" sz="900" b="0" i="0" dirty="0">
                  <a:effectLst/>
                </a:rPr>
                <a:t>Molecular topology and ring systems are weighted more heavily</a:t>
              </a:r>
            </a:p>
            <a:p>
              <a:pPr marL="171450" indent="-171450" algn="l">
                <a:buFont typeface="Arial" panose="020B0604020202020204" pitchFamily="34" charset="0"/>
                <a:buChar char="•"/>
              </a:pPr>
              <a:r>
                <a:rPr lang="en-US" sz="900" b="0" i="0" dirty="0">
                  <a:effectLst/>
                </a:rPr>
                <a:t>GAT learns </a:t>
              </a:r>
              <a:r>
                <a:rPr lang="en-US" sz="900" b="1" i="0" dirty="0">
                  <a:effectLst/>
                </a:rPr>
                <a:t>global structural patterns </a:t>
              </a:r>
              <a:r>
                <a:rPr lang="en-US" sz="900" b="0" i="0" dirty="0">
                  <a:effectLst/>
                </a:rPr>
                <a:t>through attention</a:t>
              </a:r>
            </a:p>
          </p:txBody>
        </p:sp>
      </p:grpSp>
      <p:sp>
        <p:nvSpPr>
          <p:cNvPr id="12" name="Arrow: Right 11">
            <a:extLst>
              <a:ext uri="{FF2B5EF4-FFF2-40B4-BE49-F238E27FC236}">
                <a16:creationId xmlns:a16="http://schemas.microsoft.com/office/drawing/2014/main" id="{CFCE8736-45DE-0547-77BD-0A4E91D097D9}"/>
              </a:ext>
            </a:extLst>
          </p:cNvPr>
          <p:cNvSpPr/>
          <p:nvPr/>
        </p:nvSpPr>
        <p:spPr>
          <a:xfrm>
            <a:off x="1852520" y="3985392"/>
            <a:ext cx="496588" cy="2792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11024AA-C308-9BA1-EBF2-9FC074C7573B}"/>
              </a:ext>
            </a:extLst>
          </p:cNvPr>
          <p:cNvSpPr/>
          <p:nvPr/>
        </p:nvSpPr>
        <p:spPr>
          <a:xfrm>
            <a:off x="285663" y="3127549"/>
            <a:ext cx="1366041" cy="1979176"/>
          </a:xfrm>
          <a:prstGeom prst="rect">
            <a:avLst/>
          </a:prstGeom>
          <a:solidFill>
            <a:srgbClr val="156082">
              <a:lumMod val="20000"/>
              <a:lumOff val="80000"/>
            </a:srgbClr>
          </a:solidFill>
          <a:ln w="19050" cap="flat" cmpd="sng" algn="ctr">
            <a:solidFill>
              <a:srgbClr val="0E2841">
                <a:lumMod val="25000"/>
                <a:lumOff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pic>
        <p:nvPicPr>
          <p:cNvPr id="14" name="Graphic 13" descr="Customer review with solid fill">
            <a:extLst>
              <a:ext uri="{FF2B5EF4-FFF2-40B4-BE49-F238E27FC236}">
                <a16:creationId xmlns:a16="http://schemas.microsoft.com/office/drawing/2014/main" id="{B17CF2F2-BA3F-46EB-B63D-224E4E67601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066" y="4220369"/>
            <a:ext cx="827234" cy="827234"/>
          </a:xfrm>
          <a:prstGeom prst="rect">
            <a:avLst/>
          </a:prstGeom>
        </p:spPr>
      </p:pic>
      <p:pic>
        <p:nvPicPr>
          <p:cNvPr id="15" name="Picture 14">
            <a:extLst>
              <a:ext uri="{FF2B5EF4-FFF2-40B4-BE49-F238E27FC236}">
                <a16:creationId xmlns:a16="http://schemas.microsoft.com/office/drawing/2014/main" id="{F814525B-E458-BA37-3234-1AFBCE3569B3}"/>
              </a:ext>
            </a:extLst>
          </p:cNvPr>
          <p:cNvPicPr>
            <a:picLocks noChangeAspect="1"/>
          </p:cNvPicPr>
          <p:nvPr/>
        </p:nvPicPr>
        <p:blipFill>
          <a:blip r:embed="rId7"/>
          <a:stretch>
            <a:fillRect/>
          </a:stretch>
        </p:blipFill>
        <p:spPr>
          <a:xfrm>
            <a:off x="386304" y="3228254"/>
            <a:ext cx="1164759" cy="761328"/>
          </a:xfrm>
          <a:prstGeom prst="rect">
            <a:avLst/>
          </a:prstGeom>
        </p:spPr>
      </p:pic>
    </p:spTree>
    <p:extLst>
      <p:ext uri="{BB962C8B-B14F-4D97-AF65-F5344CB8AC3E}">
        <p14:creationId xmlns:p14="http://schemas.microsoft.com/office/powerpoint/2010/main" val="3567131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grpSp>
        <p:nvGrpSpPr>
          <p:cNvPr id="49" name="Group 48">
            <a:extLst>
              <a:ext uri="{FF2B5EF4-FFF2-40B4-BE49-F238E27FC236}">
                <a16:creationId xmlns:a16="http://schemas.microsoft.com/office/drawing/2014/main" id="{C31E6F76-4E7C-1639-9021-CCC76ADA5882}"/>
              </a:ext>
            </a:extLst>
          </p:cNvPr>
          <p:cNvGrpSpPr>
            <a:grpSpLocks noChangeAspect="1"/>
          </p:cNvGrpSpPr>
          <p:nvPr/>
        </p:nvGrpSpPr>
        <p:grpSpPr>
          <a:xfrm>
            <a:off x="187189" y="1166036"/>
            <a:ext cx="6438833" cy="2867565"/>
            <a:chOff x="-27063" y="372216"/>
            <a:chExt cx="8645121" cy="3850146"/>
          </a:xfrm>
        </p:grpSpPr>
        <p:grpSp>
          <p:nvGrpSpPr>
            <p:cNvPr id="21" name="Group 20">
              <a:extLst>
                <a:ext uri="{FF2B5EF4-FFF2-40B4-BE49-F238E27FC236}">
                  <a16:creationId xmlns:a16="http://schemas.microsoft.com/office/drawing/2014/main" id="{851E801A-07D0-EC46-EC69-B1E3BDC4A0EE}"/>
                </a:ext>
              </a:extLst>
            </p:cNvPr>
            <p:cNvGrpSpPr/>
            <p:nvPr/>
          </p:nvGrpSpPr>
          <p:grpSpPr>
            <a:xfrm>
              <a:off x="-27063" y="1912300"/>
              <a:ext cx="1774658" cy="2310062"/>
              <a:chOff x="730434" y="3587897"/>
              <a:chExt cx="1774658" cy="2310062"/>
            </a:xfrm>
          </p:grpSpPr>
          <p:sp>
            <p:nvSpPr>
              <p:cNvPr id="22" name="Rectangle 21">
                <a:extLst>
                  <a:ext uri="{FF2B5EF4-FFF2-40B4-BE49-F238E27FC236}">
                    <a16:creationId xmlns:a16="http://schemas.microsoft.com/office/drawing/2014/main" id="{6A221BB0-FFBC-E869-34CB-BC594E5B0490}"/>
                  </a:ext>
                </a:extLst>
              </p:cNvPr>
              <p:cNvSpPr/>
              <p:nvPr/>
            </p:nvSpPr>
            <p:spPr>
              <a:xfrm>
                <a:off x="730434" y="3587897"/>
                <a:ext cx="1774658" cy="2310062"/>
              </a:xfrm>
              <a:prstGeom prst="rect">
                <a:avLst/>
              </a:prstGeom>
              <a:solidFill>
                <a:schemeClr val="accent1">
                  <a:lumMod val="20000"/>
                  <a:lumOff val="8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Graphic 22" descr="Customer review with solid fill">
                <a:extLst>
                  <a:ext uri="{FF2B5EF4-FFF2-40B4-BE49-F238E27FC236}">
                    <a16:creationId xmlns:a16="http://schemas.microsoft.com/office/drawing/2014/main" id="{0FAB87FB-66B8-682E-AC05-EA6B56D8F4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9968" y="4777174"/>
                <a:ext cx="965534" cy="965533"/>
              </a:xfrm>
              <a:prstGeom prst="rect">
                <a:avLst/>
              </a:prstGeom>
            </p:spPr>
          </p:pic>
          <p:pic>
            <p:nvPicPr>
              <p:cNvPr id="24" name="Picture 23">
                <a:extLst>
                  <a:ext uri="{FF2B5EF4-FFF2-40B4-BE49-F238E27FC236}">
                    <a16:creationId xmlns:a16="http://schemas.microsoft.com/office/drawing/2014/main" id="{5AFB6878-0F86-C45A-E83E-50BAC05BCEF5}"/>
                  </a:ext>
                </a:extLst>
              </p:cNvPr>
              <p:cNvPicPr>
                <a:picLocks noChangeAspect="1"/>
              </p:cNvPicPr>
              <p:nvPr/>
            </p:nvPicPr>
            <p:blipFill>
              <a:blip r:embed="rId5"/>
              <a:stretch>
                <a:fillRect/>
              </a:stretch>
            </p:blipFill>
            <p:spPr>
              <a:xfrm>
                <a:off x="866823" y="3684100"/>
                <a:ext cx="1525116" cy="996871"/>
              </a:xfrm>
              <a:prstGeom prst="rect">
                <a:avLst/>
              </a:prstGeom>
            </p:spPr>
          </p:pic>
        </p:grpSp>
        <p:sp>
          <p:nvSpPr>
            <p:cNvPr id="25" name="Arrow: Right 24">
              <a:extLst>
                <a:ext uri="{FF2B5EF4-FFF2-40B4-BE49-F238E27FC236}">
                  <a16:creationId xmlns:a16="http://schemas.microsoft.com/office/drawing/2014/main" id="{8E792690-D447-952D-A5E7-853CC5FB33BB}"/>
                </a:ext>
              </a:extLst>
            </p:cNvPr>
            <p:cNvSpPr/>
            <p:nvPr/>
          </p:nvSpPr>
          <p:spPr>
            <a:xfrm>
              <a:off x="2051097" y="2879879"/>
              <a:ext cx="666746" cy="3749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0EF08DE-650D-84D8-23E2-83CD379C9565}"/>
                </a:ext>
              </a:extLst>
            </p:cNvPr>
            <p:cNvSpPr txBox="1"/>
            <p:nvPr/>
          </p:nvSpPr>
          <p:spPr>
            <a:xfrm>
              <a:off x="5762481" y="372216"/>
              <a:ext cx="2855577" cy="454561"/>
            </a:xfrm>
            <a:prstGeom prst="rect">
              <a:avLst/>
            </a:prstGeom>
            <a:noFill/>
          </p:spPr>
          <p:txBody>
            <a:bodyPr wrap="square" rtlCol="0">
              <a:spAutoFit/>
            </a:bodyPr>
            <a:lstStyle/>
            <a:p>
              <a:pPr algn="ctr"/>
              <a:r>
                <a:rPr lang="en-US" sz="1600" b="1" dirty="0"/>
                <a:t>Key findings</a:t>
              </a:r>
              <a:endParaRPr lang="de-DE" sz="1600" b="1" dirty="0"/>
            </a:p>
          </p:txBody>
        </p:sp>
      </p:grpSp>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a:t>
            </a:r>
            <a:r>
              <a:rPr lang="en-US" sz="3200" spc="-1" dirty="0">
                <a:solidFill>
                  <a:srgbClr val="0064C8"/>
                </a:solidFill>
                <a:latin typeface="Century Gothic"/>
              </a:rPr>
              <a:t>3</a:t>
            </a:r>
            <a:endParaRPr lang="en-US" sz="3200" b="0" strike="noStrike" spc="-1" dirty="0">
              <a:solidFill>
                <a:srgbClr val="000000"/>
              </a:solidFill>
              <a:latin typeface="Century Gothic"/>
            </a:endParaRPr>
          </a:p>
        </p:txBody>
      </p:sp>
      <p:sp>
        <p:nvSpPr>
          <p:cNvPr id="17" name="TextBox 16">
            <a:extLst>
              <a:ext uri="{FF2B5EF4-FFF2-40B4-BE49-F238E27FC236}">
                <a16:creationId xmlns:a16="http://schemas.microsoft.com/office/drawing/2014/main" id="{1FD145F5-DEF8-4992-9E27-8D5A49D46088}"/>
              </a:ext>
            </a:extLst>
          </p:cNvPr>
          <p:cNvSpPr txBox="1"/>
          <p:nvPr/>
        </p:nvSpPr>
        <p:spPr>
          <a:xfrm>
            <a:off x="2547681" y="1614972"/>
            <a:ext cx="3220644" cy="2169825"/>
          </a:xfrm>
          <a:prstGeom prst="rect">
            <a:avLst/>
          </a:prstGeom>
          <a:noFill/>
        </p:spPr>
        <p:txBody>
          <a:bodyPr wrap="square">
            <a:spAutoFit/>
          </a:bodyPr>
          <a:lstStyle/>
          <a:p>
            <a:pPr marL="228600" indent="-228600" algn="just">
              <a:buFont typeface="+mj-lt"/>
              <a:buAutoNum type="arabicPeriod"/>
            </a:pPr>
            <a:r>
              <a:rPr lang="en-US" sz="900" b="1" dirty="0"/>
              <a:t>The GNN Model Learned Meaningful Chemical Patterns</a:t>
            </a:r>
          </a:p>
          <a:p>
            <a:pPr marL="228600" indent="-228600" algn="just">
              <a:buFont typeface="+mj-lt"/>
              <a:buAutoNum type="arabicPeriod"/>
            </a:pPr>
            <a:endParaRPr lang="en-US" sz="900" b="1" dirty="0"/>
          </a:p>
          <a:p>
            <a:pPr marL="685800" lvl="1" indent="-228600" algn="just">
              <a:buFont typeface="Arial" panose="020B0604020202020204" pitchFamily="34" charset="0"/>
              <a:buChar char="•"/>
            </a:pPr>
            <a:r>
              <a:rPr lang="en-US" sz="900" dirty="0"/>
              <a:t>The model correctly identifies piperazine-based scaffolds as activity-promoting</a:t>
            </a:r>
          </a:p>
          <a:p>
            <a:pPr marL="685800" lvl="1" indent="-228600" algn="just">
              <a:buFont typeface="Arial" panose="020B0604020202020204" pitchFamily="34" charset="0"/>
              <a:buChar char="•"/>
            </a:pPr>
            <a:r>
              <a:rPr lang="en-US" sz="900" dirty="0"/>
              <a:t>Simple alkyl-aryl systems are associated with inactivity</a:t>
            </a:r>
          </a:p>
          <a:p>
            <a:pPr marL="685800" lvl="1" indent="-228600" algn="just">
              <a:buFont typeface="Arial" panose="020B0604020202020204" pitchFamily="34" charset="0"/>
              <a:buChar char="•"/>
            </a:pPr>
            <a:r>
              <a:rPr lang="en-US" sz="900" dirty="0"/>
              <a:t>This aligns with medicinal chemistry principles</a:t>
            </a:r>
          </a:p>
          <a:p>
            <a:pPr marL="685800" lvl="1" indent="-228600" algn="just">
              <a:buFont typeface="Arial" panose="020B0604020202020204" pitchFamily="34" charset="0"/>
              <a:buChar char="•"/>
            </a:pPr>
            <a:endParaRPr lang="en-US" sz="900" b="1" dirty="0"/>
          </a:p>
          <a:p>
            <a:pPr marL="228600" indent="-228600" algn="just">
              <a:buFont typeface="+mj-lt"/>
              <a:buAutoNum type="arabicPeriod"/>
            </a:pPr>
            <a:r>
              <a:rPr lang="en-US" sz="900" b="1" dirty="0"/>
              <a:t>Active Compound Relies on Multiple Features</a:t>
            </a:r>
          </a:p>
          <a:p>
            <a:pPr marL="228600" indent="-228600" algn="just">
              <a:buFont typeface="Arial" panose="020B0604020202020204" pitchFamily="34" charset="0"/>
              <a:buChar char="•"/>
            </a:pPr>
            <a:endParaRPr lang="en-US" sz="900" b="1" dirty="0"/>
          </a:p>
          <a:p>
            <a:pPr marL="685800" lvl="1" indent="-228600" algn="just">
              <a:buFont typeface="Arial" panose="020B0604020202020204" pitchFamily="34" charset="0"/>
              <a:buChar char="•"/>
            </a:pPr>
            <a:r>
              <a:rPr lang="en-US" sz="900" dirty="0"/>
              <a:t>SHAP values are distributed across the piperazine ring, linker, and aromatic systems</a:t>
            </a:r>
          </a:p>
          <a:p>
            <a:pPr marL="685800" lvl="1" indent="-228600" algn="just">
              <a:buFont typeface="Arial" panose="020B0604020202020204" pitchFamily="34" charset="0"/>
              <a:buChar char="•"/>
            </a:pPr>
            <a:r>
              <a:rPr lang="en-US" sz="900" dirty="0"/>
              <a:t>This suggests the model learned a complex, multi-factor decision boundary</a:t>
            </a:r>
            <a:endParaRPr lang="en-US" sz="900" i="0" dirty="0">
              <a:effectLst/>
            </a:endParaRPr>
          </a:p>
        </p:txBody>
      </p:sp>
      <p:sp>
        <p:nvSpPr>
          <p:cNvPr id="19" name="TextBox 18">
            <a:extLst>
              <a:ext uri="{FF2B5EF4-FFF2-40B4-BE49-F238E27FC236}">
                <a16:creationId xmlns:a16="http://schemas.microsoft.com/office/drawing/2014/main" id="{58CDF103-CA82-43CE-9A32-767F81C21192}"/>
              </a:ext>
            </a:extLst>
          </p:cNvPr>
          <p:cNvSpPr txBox="1"/>
          <p:nvPr/>
        </p:nvSpPr>
        <p:spPr>
          <a:xfrm>
            <a:off x="5847270" y="1632888"/>
            <a:ext cx="3175110" cy="1615827"/>
          </a:xfrm>
          <a:prstGeom prst="rect">
            <a:avLst/>
          </a:prstGeom>
          <a:noFill/>
        </p:spPr>
        <p:txBody>
          <a:bodyPr wrap="square">
            <a:spAutoFit/>
          </a:bodyPr>
          <a:lstStyle/>
          <a:p>
            <a:pPr marL="228600" indent="-228600" algn="just">
              <a:buFont typeface="+mj-lt"/>
              <a:buAutoNum type="arabicPeriod" startAt="3"/>
            </a:pPr>
            <a:r>
              <a:rPr lang="en-US" sz="900" b="1" dirty="0"/>
              <a:t>Inactive Compound Has Dominant Single Feature</a:t>
            </a:r>
          </a:p>
          <a:p>
            <a:pPr marL="228600" indent="-228600" algn="just">
              <a:buFont typeface="+mj-lt"/>
              <a:buAutoNum type="arabicPeriod" startAt="3"/>
            </a:pPr>
            <a:endParaRPr lang="en-US" sz="900" dirty="0"/>
          </a:p>
          <a:p>
            <a:pPr marL="685800" lvl="1" indent="-228600" algn="just">
              <a:buFont typeface="Arial" panose="020B0604020202020204" pitchFamily="34" charset="0"/>
              <a:buChar char="•"/>
            </a:pPr>
            <a:r>
              <a:rPr lang="en-US" sz="900" dirty="0"/>
              <a:t>One bond (methyl-phenyl) contributes 50%+ of the total SHAP</a:t>
            </a:r>
          </a:p>
          <a:p>
            <a:pPr marL="685800" lvl="1" indent="-228600" algn="just">
              <a:buFont typeface="Arial" panose="020B0604020202020204" pitchFamily="34" charset="0"/>
              <a:buChar char="•"/>
            </a:pPr>
            <a:r>
              <a:rPr lang="en-US" sz="900" dirty="0"/>
              <a:t>This suggests simpler, more localized decision logic</a:t>
            </a:r>
          </a:p>
          <a:p>
            <a:pPr marL="685800" lvl="1" indent="-228600" algn="just">
              <a:buFont typeface="Arial" panose="020B0604020202020204" pitchFamily="34" charset="0"/>
              <a:buChar char="•"/>
            </a:pPr>
            <a:endParaRPr lang="en-US" sz="900" dirty="0"/>
          </a:p>
          <a:p>
            <a:pPr marL="228600" indent="-228600" algn="just">
              <a:buFont typeface="+mj-lt"/>
              <a:buAutoNum type="arabicPeriod" startAt="3"/>
            </a:pPr>
            <a:r>
              <a:rPr lang="en-US" sz="900" b="1" dirty="0"/>
              <a:t>Model Trustworthiness</a:t>
            </a:r>
            <a:endParaRPr lang="en-US" sz="900" dirty="0"/>
          </a:p>
          <a:p>
            <a:pPr marL="685800" lvl="1" indent="-228600" algn="just">
              <a:buFont typeface="Arial" panose="020B0604020202020204" pitchFamily="34" charset="0"/>
              <a:buChar char="•"/>
            </a:pPr>
            <a:r>
              <a:rPr lang="en-US" sz="900" dirty="0"/>
              <a:t>Active compound: Trustworthiness = 0.903</a:t>
            </a:r>
          </a:p>
          <a:p>
            <a:pPr marL="685800" lvl="1" indent="-228600" algn="just">
              <a:buFont typeface="Arial" panose="020B0604020202020204" pitchFamily="34" charset="0"/>
              <a:buChar char="•"/>
            </a:pPr>
            <a:r>
              <a:rPr lang="en-US" sz="900" dirty="0"/>
              <a:t>Inactive compound: Trustworthiness = 0.960</a:t>
            </a:r>
          </a:p>
          <a:p>
            <a:pPr marL="685800" lvl="1" indent="-228600" algn="just">
              <a:buFont typeface="Arial" panose="020B0604020202020204" pitchFamily="34" charset="0"/>
              <a:buChar char="•"/>
            </a:pPr>
            <a:r>
              <a:rPr lang="en-US" sz="900" dirty="0"/>
              <a:t>Both explanations are highly reliable</a:t>
            </a:r>
            <a:endParaRPr lang="en-US" sz="900" i="0" dirty="0">
              <a:effectLst/>
            </a:endParaRPr>
          </a:p>
        </p:txBody>
      </p:sp>
      <p:sp>
        <p:nvSpPr>
          <p:cNvPr id="26" name="TextBox 25">
            <a:extLst>
              <a:ext uri="{FF2B5EF4-FFF2-40B4-BE49-F238E27FC236}">
                <a16:creationId xmlns:a16="http://schemas.microsoft.com/office/drawing/2014/main" id="{601A54BC-09B4-47C2-8083-7B795F0D9D5D}"/>
              </a:ext>
            </a:extLst>
          </p:cNvPr>
          <p:cNvSpPr txBox="1"/>
          <p:nvPr/>
        </p:nvSpPr>
        <p:spPr>
          <a:xfrm>
            <a:off x="2619726" y="4353136"/>
            <a:ext cx="6297198" cy="1477328"/>
          </a:xfrm>
          <a:prstGeom prst="rect">
            <a:avLst/>
          </a:prstGeom>
          <a:noFill/>
        </p:spPr>
        <p:txBody>
          <a:bodyPr wrap="square">
            <a:spAutoFit/>
          </a:bodyPr>
          <a:lstStyle/>
          <a:p>
            <a:pPr marL="228600" indent="-228600" algn="l">
              <a:buFont typeface="+mj-lt"/>
              <a:buAutoNum type="arabicPeriod"/>
            </a:pPr>
            <a:r>
              <a:rPr lang="en-US" sz="900" b="1" i="0" dirty="0">
                <a:effectLst/>
              </a:rPr>
              <a:t>GNN Model Performance</a:t>
            </a:r>
            <a:r>
              <a:rPr lang="en-US" sz="900" b="0" i="0" dirty="0">
                <a:effectLst/>
              </a:rPr>
              <a:t>: Excellent (95.21% test accuracy)</a:t>
            </a:r>
          </a:p>
          <a:p>
            <a:pPr marL="228600" indent="-228600" algn="l">
              <a:buFont typeface="+mj-lt"/>
              <a:buAutoNum type="arabicPeriod"/>
            </a:pPr>
            <a:endParaRPr lang="en-US" sz="900" b="0" i="0" dirty="0">
              <a:effectLst/>
            </a:endParaRPr>
          </a:p>
          <a:p>
            <a:pPr marL="228600" indent="-228600" algn="l">
              <a:buFont typeface="+mj-lt"/>
              <a:buAutoNum type="arabicPeriod"/>
            </a:pPr>
            <a:r>
              <a:rPr lang="en-US" sz="900" b="1" i="0" dirty="0" err="1">
                <a:effectLst/>
              </a:rPr>
              <a:t>EdgeSHAPer</a:t>
            </a:r>
            <a:r>
              <a:rPr lang="en-US" sz="900" b="1" i="0" dirty="0">
                <a:effectLst/>
              </a:rPr>
              <a:t> Explanations</a:t>
            </a:r>
            <a:r>
              <a:rPr lang="en-US" sz="900" b="0" i="0" dirty="0">
                <a:effectLst/>
              </a:rPr>
              <a:t>: Highly reliable (trustworthiness &gt; 0.90)</a:t>
            </a:r>
          </a:p>
          <a:p>
            <a:pPr marL="228600" indent="-228600" algn="l">
              <a:buFont typeface="+mj-lt"/>
              <a:buAutoNum type="arabicPeriod"/>
            </a:pPr>
            <a:endParaRPr lang="en-US" sz="900" b="0" i="0" dirty="0">
              <a:effectLst/>
            </a:endParaRPr>
          </a:p>
          <a:p>
            <a:pPr marL="228600" indent="-228600" algn="l">
              <a:buFont typeface="+mj-lt"/>
              <a:buAutoNum type="arabicPeriod"/>
            </a:pPr>
            <a:r>
              <a:rPr lang="en-US" sz="900" b="1" dirty="0"/>
              <a:t>C</a:t>
            </a:r>
            <a:r>
              <a:rPr lang="en-US" sz="900" b="1" i="0" dirty="0">
                <a:effectLst/>
              </a:rPr>
              <a:t>hemical Interpretability</a:t>
            </a:r>
            <a:r>
              <a:rPr lang="en-US" sz="900" b="0" i="0" dirty="0">
                <a:effectLst/>
              </a:rPr>
              <a:t>: The model learned meaningful structure-activity relationships</a:t>
            </a:r>
          </a:p>
          <a:p>
            <a:pPr marL="228600" indent="-228600" algn="l">
              <a:buFont typeface="+mj-lt"/>
              <a:buAutoNum type="arabicPeriod"/>
            </a:pPr>
            <a:endParaRPr lang="en-US" sz="900" b="0" i="0" dirty="0">
              <a:effectLst/>
            </a:endParaRPr>
          </a:p>
          <a:p>
            <a:pPr marL="228600" indent="-228600" algn="l">
              <a:buFont typeface="+mj-lt"/>
              <a:buAutoNum type="arabicPeriod"/>
            </a:pPr>
            <a:r>
              <a:rPr lang="en-US" sz="900" b="1" i="0" dirty="0">
                <a:effectLst/>
              </a:rPr>
              <a:t>Actionable Insights</a:t>
            </a:r>
            <a:r>
              <a:rPr lang="en-US" sz="900" b="0" i="0" dirty="0">
                <a:effectLst/>
              </a:rPr>
              <a:t>:</a:t>
            </a:r>
          </a:p>
          <a:p>
            <a:pPr marL="628650" lvl="1" indent="-171450">
              <a:buFont typeface="Arial" panose="020B0604020202020204" pitchFamily="34" charset="0"/>
              <a:buChar char="•"/>
            </a:pPr>
            <a:r>
              <a:rPr lang="en-US" sz="900" b="0" i="0" dirty="0">
                <a:effectLst/>
              </a:rPr>
              <a:t>Piperazine-based scaffolds with halogenated aromatic rings are favorable</a:t>
            </a:r>
          </a:p>
          <a:p>
            <a:pPr marL="628650" lvl="1" indent="-171450">
              <a:buFont typeface="Arial" panose="020B0604020202020204" pitchFamily="34" charset="0"/>
              <a:buChar char="•"/>
            </a:pPr>
            <a:r>
              <a:rPr lang="en-US" sz="900" b="0" i="0" dirty="0">
                <a:effectLst/>
              </a:rPr>
              <a:t>Multiple balanced features contribute to activity (not just one dominant feature)</a:t>
            </a:r>
          </a:p>
          <a:p>
            <a:pPr marL="628650" lvl="1" indent="-171450">
              <a:buFont typeface="Arial" panose="020B0604020202020204" pitchFamily="34" charset="0"/>
              <a:buChar char="•"/>
            </a:pPr>
            <a:r>
              <a:rPr lang="en-US" sz="900" b="0" i="0" dirty="0">
                <a:effectLst/>
              </a:rPr>
              <a:t>Simple alkyl-aryl systems are less likely to be active</a:t>
            </a:r>
          </a:p>
        </p:txBody>
      </p:sp>
      <p:sp>
        <p:nvSpPr>
          <p:cNvPr id="27" name="TextBox 26">
            <a:extLst>
              <a:ext uri="{FF2B5EF4-FFF2-40B4-BE49-F238E27FC236}">
                <a16:creationId xmlns:a16="http://schemas.microsoft.com/office/drawing/2014/main" id="{A53BDD05-8513-427D-B9AF-06984EBEE9BA}"/>
              </a:ext>
            </a:extLst>
          </p:cNvPr>
          <p:cNvSpPr txBox="1"/>
          <p:nvPr/>
        </p:nvSpPr>
        <p:spPr>
          <a:xfrm>
            <a:off x="4417375" y="3955554"/>
            <a:ext cx="2126816" cy="338554"/>
          </a:xfrm>
          <a:prstGeom prst="rect">
            <a:avLst/>
          </a:prstGeom>
          <a:noFill/>
        </p:spPr>
        <p:txBody>
          <a:bodyPr wrap="square" rtlCol="0">
            <a:spAutoFit/>
          </a:bodyPr>
          <a:lstStyle/>
          <a:p>
            <a:pPr algn="ctr"/>
            <a:r>
              <a:rPr lang="en-US" sz="1600" b="1" dirty="0"/>
              <a:t>Final assessment</a:t>
            </a:r>
            <a:endParaRPr lang="de-DE" sz="1600" b="1" dirty="0"/>
          </a:p>
        </p:txBody>
      </p:sp>
    </p:spTree>
    <p:extLst>
      <p:ext uri="{BB962C8B-B14F-4D97-AF65-F5344CB8AC3E}">
        <p14:creationId xmlns:p14="http://schemas.microsoft.com/office/powerpoint/2010/main" val="3426096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grpSp>
        <p:nvGrpSpPr>
          <p:cNvPr id="49" name="Group 48">
            <a:extLst>
              <a:ext uri="{FF2B5EF4-FFF2-40B4-BE49-F238E27FC236}">
                <a16:creationId xmlns:a16="http://schemas.microsoft.com/office/drawing/2014/main" id="{C31E6F76-4E7C-1639-9021-CCC76ADA5882}"/>
              </a:ext>
            </a:extLst>
          </p:cNvPr>
          <p:cNvGrpSpPr>
            <a:grpSpLocks noChangeAspect="1"/>
          </p:cNvGrpSpPr>
          <p:nvPr/>
        </p:nvGrpSpPr>
        <p:grpSpPr>
          <a:xfrm>
            <a:off x="380879" y="1191667"/>
            <a:ext cx="7926020" cy="2682815"/>
            <a:chOff x="232995" y="406630"/>
            <a:chExt cx="10641897" cy="3602091"/>
          </a:xfrm>
        </p:grpSpPr>
        <p:grpSp>
          <p:nvGrpSpPr>
            <p:cNvPr id="21" name="Group 20">
              <a:extLst>
                <a:ext uri="{FF2B5EF4-FFF2-40B4-BE49-F238E27FC236}">
                  <a16:creationId xmlns:a16="http://schemas.microsoft.com/office/drawing/2014/main" id="{851E801A-07D0-EC46-EC69-B1E3BDC4A0EE}"/>
                </a:ext>
              </a:extLst>
            </p:cNvPr>
            <p:cNvGrpSpPr/>
            <p:nvPr/>
          </p:nvGrpSpPr>
          <p:grpSpPr>
            <a:xfrm>
              <a:off x="232995" y="835775"/>
              <a:ext cx="1774658" cy="2310063"/>
              <a:chOff x="990492" y="2511372"/>
              <a:chExt cx="1774658" cy="2310063"/>
            </a:xfrm>
          </p:grpSpPr>
          <p:sp>
            <p:nvSpPr>
              <p:cNvPr id="22" name="Rectangle 21">
                <a:extLst>
                  <a:ext uri="{FF2B5EF4-FFF2-40B4-BE49-F238E27FC236}">
                    <a16:creationId xmlns:a16="http://schemas.microsoft.com/office/drawing/2014/main" id="{6A221BB0-FFBC-E869-34CB-BC594E5B0490}"/>
                  </a:ext>
                </a:extLst>
              </p:cNvPr>
              <p:cNvSpPr/>
              <p:nvPr/>
            </p:nvSpPr>
            <p:spPr>
              <a:xfrm>
                <a:off x="990492" y="2511372"/>
                <a:ext cx="1774658" cy="2310063"/>
              </a:xfrm>
              <a:prstGeom prst="rect">
                <a:avLst/>
              </a:prstGeom>
              <a:solidFill>
                <a:schemeClr val="accent1">
                  <a:lumMod val="20000"/>
                  <a:lumOff val="8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Graphic 22" descr="Customer review with solid fill">
                <a:extLst>
                  <a:ext uri="{FF2B5EF4-FFF2-40B4-BE49-F238E27FC236}">
                    <a16:creationId xmlns:a16="http://schemas.microsoft.com/office/drawing/2014/main" id="{0FAB87FB-66B8-682E-AC05-EA6B56D8F4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0027" y="3700649"/>
                <a:ext cx="965534" cy="965534"/>
              </a:xfrm>
              <a:prstGeom prst="rect">
                <a:avLst/>
              </a:prstGeom>
            </p:spPr>
          </p:pic>
          <p:pic>
            <p:nvPicPr>
              <p:cNvPr id="24" name="Picture 23">
                <a:extLst>
                  <a:ext uri="{FF2B5EF4-FFF2-40B4-BE49-F238E27FC236}">
                    <a16:creationId xmlns:a16="http://schemas.microsoft.com/office/drawing/2014/main" id="{5AFB6878-0F86-C45A-E83E-50BAC05BCEF5}"/>
                  </a:ext>
                </a:extLst>
              </p:cNvPr>
              <p:cNvPicPr>
                <a:picLocks noChangeAspect="1"/>
              </p:cNvPicPr>
              <p:nvPr/>
            </p:nvPicPr>
            <p:blipFill>
              <a:blip r:embed="rId5"/>
              <a:stretch>
                <a:fillRect/>
              </a:stretch>
            </p:blipFill>
            <p:spPr>
              <a:xfrm>
                <a:off x="1126882" y="2607575"/>
                <a:ext cx="1525117" cy="996871"/>
              </a:xfrm>
              <a:prstGeom prst="rect">
                <a:avLst/>
              </a:prstGeom>
            </p:spPr>
          </p:pic>
        </p:grpSp>
        <p:sp>
          <p:nvSpPr>
            <p:cNvPr id="25" name="Arrow: Right 24">
              <a:extLst>
                <a:ext uri="{FF2B5EF4-FFF2-40B4-BE49-F238E27FC236}">
                  <a16:creationId xmlns:a16="http://schemas.microsoft.com/office/drawing/2014/main" id="{8E792690-D447-952D-A5E7-853CC5FB33BB}"/>
                </a:ext>
              </a:extLst>
            </p:cNvPr>
            <p:cNvSpPr/>
            <p:nvPr/>
          </p:nvSpPr>
          <p:spPr>
            <a:xfrm>
              <a:off x="2327498" y="1803354"/>
              <a:ext cx="666746" cy="3749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0EF08DE-650D-84D8-23E2-83CD379C9565}"/>
                </a:ext>
              </a:extLst>
            </p:cNvPr>
            <p:cNvSpPr txBox="1"/>
            <p:nvPr/>
          </p:nvSpPr>
          <p:spPr>
            <a:xfrm>
              <a:off x="4038832" y="406630"/>
              <a:ext cx="2855576" cy="454561"/>
            </a:xfrm>
            <a:prstGeom prst="rect">
              <a:avLst/>
            </a:prstGeom>
            <a:noFill/>
          </p:spPr>
          <p:txBody>
            <a:bodyPr wrap="square" rtlCol="0">
              <a:spAutoFit/>
            </a:bodyPr>
            <a:lstStyle/>
            <a:p>
              <a:pPr algn="ctr"/>
              <a:r>
                <a:rPr lang="en-US" sz="1600" b="1" dirty="0"/>
                <a:t>Active compound </a:t>
              </a:r>
              <a:endParaRPr lang="de-DE" sz="1600" b="1" dirty="0"/>
            </a:p>
          </p:txBody>
        </p:sp>
        <p:sp>
          <p:nvSpPr>
            <p:cNvPr id="37" name="TextBox 36">
              <a:extLst>
                <a:ext uri="{FF2B5EF4-FFF2-40B4-BE49-F238E27FC236}">
                  <a16:creationId xmlns:a16="http://schemas.microsoft.com/office/drawing/2014/main" id="{A9B538AC-1716-FEE9-9303-C64FEB3A2571}"/>
                </a:ext>
              </a:extLst>
            </p:cNvPr>
            <p:cNvSpPr txBox="1"/>
            <p:nvPr/>
          </p:nvSpPr>
          <p:spPr>
            <a:xfrm>
              <a:off x="8019317" y="406630"/>
              <a:ext cx="2855575" cy="454561"/>
            </a:xfrm>
            <a:prstGeom prst="rect">
              <a:avLst/>
            </a:prstGeom>
            <a:noFill/>
          </p:spPr>
          <p:txBody>
            <a:bodyPr wrap="square" rtlCol="0">
              <a:spAutoFit/>
            </a:bodyPr>
            <a:lstStyle/>
            <a:p>
              <a:pPr algn="ctr"/>
              <a:r>
                <a:rPr lang="en-US" sz="1600" b="1" dirty="0"/>
                <a:t>Inactive compound</a:t>
              </a:r>
              <a:endParaRPr lang="de-DE" sz="1600" b="1" dirty="0"/>
            </a:p>
          </p:txBody>
        </p:sp>
        <p:sp>
          <p:nvSpPr>
            <p:cNvPr id="42" name="Arrow: Right 41">
              <a:extLst>
                <a:ext uri="{FF2B5EF4-FFF2-40B4-BE49-F238E27FC236}">
                  <a16:creationId xmlns:a16="http://schemas.microsoft.com/office/drawing/2014/main" id="{666A450C-D0FA-4FC2-D779-9D8A47EBECE0}"/>
                </a:ext>
              </a:extLst>
            </p:cNvPr>
            <p:cNvSpPr/>
            <p:nvPr/>
          </p:nvSpPr>
          <p:spPr>
            <a:xfrm rot="5400000">
              <a:off x="798569" y="3487896"/>
              <a:ext cx="666746" cy="3749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a:t>
            </a:r>
            <a:r>
              <a:rPr lang="en-US" sz="3200" spc="-1" dirty="0">
                <a:solidFill>
                  <a:srgbClr val="0064C8"/>
                </a:solidFill>
                <a:latin typeface="Century Gothic"/>
              </a:rPr>
              <a:t>3</a:t>
            </a:r>
            <a:endParaRPr lang="en-US" sz="3200" b="0" strike="noStrike" spc="-1" dirty="0">
              <a:solidFill>
                <a:srgbClr val="000000"/>
              </a:solidFill>
              <a:latin typeface="Century Gothic"/>
            </a:endParaRPr>
          </a:p>
        </p:txBody>
      </p:sp>
      <p:pic>
        <p:nvPicPr>
          <p:cNvPr id="3" name="Picture 2">
            <a:extLst>
              <a:ext uri="{FF2B5EF4-FFF2-40B4-BE49-F238E27FC236}">
                <a16:creationId xmlns:a16="http://schemas.microsoft.com/office/drawing/2014/main" id="{DDBAFE8B-CBB0-4161-AC30-9E26A3A7D934}"/>
              </a:ext>
            </a:extLst>
          </p:cNvPr>
          <p:cNvPicPr>
            <a:picLocks noChangeAspect="1"/>
          </p:cNvPicPr>
          <p:nvPr/>
        </p:nvPicPr>
        <p:blipFill rotWithShape="1">
          <a:blip r:embed="rId6"/>
          <a:srcRect l="14178" t="23063" r="12404" b="17553"/>
          <a:stretch/>
        </p:blipFill>
        <p:spPr>
          <a:xfrm>
            <a:off x="3132741" y="2003417"/>
            <a:ext cx="2633499" cy="1198178"/>
          </a:xfrm>
          <a:prstGeom prst="rect">
            <a:avLst/>
          </a:prstGeom>
        </p:spPr>
      </p:pic>
      <p:pic>
        <p:nvPicPr>
          <p:cNvPr id="5" name="Picture 4">
            <a:extLst>
              <a:ext uri="{FF2B5EF4-FFF2-40B4-BE49-F238E27FC236}">
                <a16:creationId xmlns:a16="http://schemas.microsoft.com/office/drawing/2014/main" id="{61399038-507A-42DF-8F43-F758B7EB7F76}"/>
              </a:ext>
            </a:extLst>
          </p:cNvPr>
          <p:cNvPicPr>
            <a:picLocks noChangeAspect="1"/>
          </p:cNvPicPr>
          <p:nvPr/>
        </p:nvPicPr>
        <p:blipFill rotWithShape="1">
          <a:blip r:embed="rId7"/>
          <a:srcRect l="21987" t="10910" r="18256" b="12719"/>
          <a:stretch/>
        </p:blipFill>
        <p:spPr>
          <a:xfrm>
            <a:off x="6128833" y="1741550"/>
            <a:ext cx="2229316" cy="1602656"/>
          </a:xfrm>
          <a:prstGeom prst="rect">
            <a:avLst/>
          </a:prstGeom>
        </p:spPr>
      </p:pic>
      <p:sp>
        <p:nvSpPr>
          <p:cNvPr id="18" name="TextBox 17">
            <a:extLst>
              <a:ext uri="{FF2B5EF4-FFF2-40B4-BE49-F238E27FC236}">
                <a16:creationId xmlns:a16="http://schemas.microsoft.com/office/drawing/2014/main" id="{79BF95DF-B15D-464F-BA81-E8132ED854B4}"/>
              </a:ext>
            </a:extLst>
          </p:cNvPr>
          <p:cNvSpPr txBox="1"/>
          <p:nvPr/>
        </p:nvSpPr>
        <p:spPr>
          <a:xfrm>
            <a:off x="482461" y="3969415"/>
            <a:ext cx="3949638" cy="338554"/>
          </a:xfrm>
          <a:prstGeom prst="rect">
            <a:avLst/>
          </a:prstGeom>
          <a:noFill/>
        </p:spPr>
        <p:txBody>
          <a:bodyPr wrap="square" rtlCol="0">
            <a:spAutoFit/>
          </a:bodyPr>
          <a:lstStyle/>
          <a:p>
            <a:r>
              <a:rPr lang="en-US" sz="1600" b="1" dirty="0"/>
              <a:t>Comparative analysis</a:t>
            </a:r>
            <a:endParaRPr lang="de-DE" sz="1600" b="1" dirty="0"/>
          </a:p>
        </p:txBody>
      </p:sp>
      <p:graphicFrame>
        <p:nvGraphicFramePr>
          <p:cNvPr id="6" name="Table 5">
            <a:extLst>
              <a:ext uri="{FF2B5EF4-FFF2-40B4-BE49-F238E27FC236}">
                <a16:creationId xmlns:a16="http://schemas.microsoft.com/office/drawing/2014/main" id="{345F29B8-8023-4EF0-AFA3-5E9CFB608765}"/>
              </a:ext>
            </a:extLst>
          </p:cNvPr>
          <p:cNvGraphicFramePr>
            <a:graphicFrameLocks noGrp="1"/>
          </p:cNvGraphicFramePr>
          <p:nvPr>
            <p:extLst>
              <p:ext uri="{D42A27DB-BD31-4B8C-83A1-F6EECF244321}">
                <p14:modId xmlns:p14="http://schemas.microsoft.com/office/powerpoint/2010/main" val="4007032321"/>
              </p:ext>
            </p:extLst>
          </p:nvPr>
        </p:nvGraphicFramePr>
        <p:xfrm>
          <a:off x="785661" y="4388593"/>
          <a:ext cx="7394388" cy="1606378"/>
        </p:xfrm>
        <a:graphic>
          <a:graphicData uri="http://schemas.openxmlformats.org/drawingml/2006/table">
            <a:tbl>
              <a:tblPr/>
              <a:tblGrid>
                <a:gridCol w="1848597">
                  <a:extLst>
                    <a:ext uri="{9D8B030D-6E8A-4147-A177-3AD203B41FA5}">
                      <a16:colId xmlns:a16="http://schemas.microsoft.com/office/drawing/2014/main" val="679015658"/>
                    </a:ext>
                  </a:extLst>
                </a:gridCol>
                <a:gridCol w="1848597">
                  <a:extLst>
                    <a:ext uri="{9D8B030D-6E8A-4147-A177-3AD203B41FA5}">
                      <a16:colId xmlns:a16="http://schemas.microsoft.com/office/drawing/2014/main" val="3123122154"/>
                    </a:ext>
                  </a:extLst>
                </a:gridCol>
                <a:gridCol w="1848597">
                  <a:extLst>
                    <a:ext uri="{9D8B030D-6E8A-4147-A177-3AD203B41FA5}">
                      <a16:colId xmlns:a16="http://schemas.microsoft.com/office/drawing/2014/main" val="2309407858"/>
                    </a:ext>
                  </a:extLst>
                </a:gridCol>
                <a:gridCol w="1848597">
                  <a:extLst>
                    <a:ext uri="{9D8B030D-6E8A-4147-A177-3AD203B41FA5}">
                      <a16:colId xmlns:a16="http://schemas.microsoft.com/office/drawing/2014/main" val="1088390279"/>
                    </a:ext>
                  </a:extLst>
                </a:gridCol>
              </a:tblGrid>
              <a:tr h="143053">
                <a:tc>
                  <a:txBody>
                    <a:bodyPr/>
                    <a:lstStyle/>
                    <a:p>
                      <a:pPr algn="ctr" latinLnBrk="0"/>
                      <a:r>
                        <a:rPr lang="de-DE" sz="900" b="1">
                          <a:effectLst/>
                        </a:rPr>
                        <a:t>Aspect</a:t>
                      </a:r>
                    </a:p>
                  </a:txBody>
                  <a:tcPr marL="36890" marR="36890" marT="18445" marB="184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0"/>
                      <a:r>
                        <a:rPr lang="de-DE" sz="900" b="1" dirty="0" err="1">
                          <a:effectLst/>
                        </a:rPr>
                        <a:t>Active</a:t>
                      </a:r>
                      <a:r>
                        <a:rPr lang="de-DE" sz="900" b="1" dirty="0">
                          <a:effectLst/>
                        </a:rPr>
                        <a:t> Compound</a:t>
                      </a:r>
                    </a:p>
                  </a:txBody>
                  <a:tcPr marL="36890" marR="36890" marT="18445" marB="1844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0"/>
                      <a:r>
                        <a:rPr lang="de-DE" sz="900" b="1">
                          <a:effectLst/>
                        </a:rPr>
                        <a:t>Inactive Compound</a:t>
                      </a:r>
                    </a:p>
                  </a:txBody>
                  <a:tcPr marL="36890" marR="36890" marT="18445" marB="1844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latinLnBrk="0"/>
                      <a:r>
                        <a:rPr lang="de-DE" sz="900" b="1">
                          <a:effectLst/>
                        </a:rPr>
                        <a:t>Interpretation</a:t>
                      </a:r>
                    </a:p>
                  </a:txBody>
                  <a:tcPr marL="36890" marR="36890" marT="18445" marB="1844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21341623"/>
                  </a:ext>
                </a:extLst>
              </a:tr>
              <a:tr h="249349">
                <a:tc>
                  <a:txBody>
                    <a:bodyPr/>
                    <a:lstStyle/>
                    <a:p>
                      <a:pPr algn="ctr" fontAlgn="t" latinLnBrk="0"/>
                      <a:r>
                        <a:rPr lang="de-DE" sz="900" b="1" dirty="0">
                          <a:effectLst/>
                        </a:rPr>
                        <a:t>Dominant SHAP</a:t>
                      </a:r>
                      <a:endParaRPr lang="de-DE" sz="900" dirty="0">
                        <a:effectLst/>
                      </a:endParaRPr>
                    </a:p>
                  </a:txBody>
                  <a:tcPr marL="36890" marR="36890" marT="18445" marB="184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de-DE" sz="900">
                          <a:effectLst/>
                        </a:rPr>
                        <a:t>0.116 (piperazine)</a:t>
                      </a:r>
                    </a:p>
                  </a:txBody>
                  <a:tcPr marL="36890" marR="36890" marT="18445" marB="1844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de-DE" sz="900" dirty="0">
                          <a:effectLst/>
                        </a:rPr>
                        <a:t>0.283 (methyl-phenyl)</a:t>
                      </a:r>
                    </a:p>
                  </a:txBody>
                  <a:tcPr marL="36890" marR="36890" marT="18445" marB="1844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en-US" sz="900" dirty="0">
                          <a:effectLst/>
                        </a:rPr>
                        <a:t>Inactive has more extreme values</a:t>
                      </a:r>
                    </a:p>
                  </a:txBody>
                  <a:tcPr marL="36890" marR="36890" marT="18445" marB="1844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566910"/>
                  </a:ext>
                </a:extLst>
              </a:tr>
              <a:tr h="301124">
                <a:tc>
                  <a:txBody>
                    <a:bodyPr/>
                    <a:lstStyle/>
                    <a:p>
                      <a:pPr algn="ctr" fontAlgn="t" latinLnBrk="0"/>
                      <a:r>
                        <a:rPr lang="de-DE" sz="900" b="1">
                          <a:effectLst/>
                        </a:rPr>
                        <a:t>SHAP Distribution</a:t>
                      </a:r>
                      <a:endParaRPr lang="de-DE" sz="900">
                        <a:effectLst/>
                      </a:endParaRPr>
                    </a:p>
                  </a:txBody>
                  <a:tcPr marL="36890" marR="36890" marT="18445" marB="184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de-DE" sz="900">
                          <a:effectLst/>
                        </a:rPr>
                        <a:t>More uniform (0.045-0.116)</a:t>
                      </a:r>
                    </a:p>
                  </a:txBody>
                  <a:tcPr marL="36890" marR="36890" marT="18445" marB="1844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de-DE" sz="900" dirty="0">
                          <a:effectLst/>
                        </a:rPr>
                        <a:t>More </a:t>
                      </a:r>
                      <a:r>
                        <a:rPr lang="de-DE" sz="900" dirty="0" err="1">
                          <a:effectLst/>
                        </a:rPr>
                        <a:t>skewed</a:t>
                      </a:r>
                      <a:r>
                        <a:rPr lang="de-DE" sz="900" dirty="0">
                          <a:effectLst/>
                        </a:rPr>
                        <a:t> (0.003-0.283)</a:t>
                      </a:r>
                    </a:p>
                  </a:txBody>
                  <a:tcPr marL="36890" marR="36890" marT="18445" marB="1844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de-DE" sz="900">
                          <a:effectLst/>
                        </a:rPr>
                        <a:t>Active compound relies on multiple features</a:t>
                      </a:r>
                    </a:p>
                  </a:txBody>
                  <a:tcPr marL="36890" marR="36890" marT="18445" marB="1844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413249"/>
                  </a:ext>
                </a:extLst>
              </a:tr>
              <a:tr h="249349">
                <a:tc>
                  <a:txBody>
                    <a:bodyPr/>
                    <a:lstStyle/>
                    <a:p>
                      <a:pPr algn="ctr" fontAlgn="t" latinLnBrk="0"/>
                      <a:r>
                        <a:rPr lang="de-DE" sz="900" b="1">
                          <a:effectLst/>
                        </a:rPr>
                        <a:t>Key Pharmacophore</a:t>
                      </a:r>
                      <a:endParaRPr lang="de-DE" sz="900">
                        <a:effectLst/>
                      </a:endParaRPr>
                    </a:p>
                  </a:txBody>
                  <a:tcPr marL="36890" marR="36890" marT="18445" marB="184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de-DE" sz="900" dirty="0" err="1">
                          <a:effectLst/>
                        </a:rPr>
                        <a:t>Piperazine</a:t>
                      </a:r>
                      <a:r>
                        <a:rPr lang="de-DE" sz="900" dirty="0">
                          <a:effectLst/>
                        </a:rPr>
                        <a:t> + </a:t>
                      </a:r>
                      <a:r>
                        <a:rPr lang="de-DE" sz="900" dirty="0" err="1">
                          <a:effectLst/>
                        </a:rPr>
                        <a:t>halogenated</a:t>
                      </a:r>
                      <a:r>
                        <a:rPr lang="de-DE" sz="900" dirty="0">
                          <a:effectLst/>
                        </a:rPr>
                        <a:t> </a:t>
                      </a:r>
                      <a:r>
                        <a:rPr lang="de-DE" sz="900" dirty="0" err="1">
                          <a:effectLst/>
                        </a:rPr>
                        <a:t>aryl</a:t>
                      </a:r>
                      <a:endParaRPr lang="de-DE" sz="900" dirty="0">
                        <a:effectLst/>
                      </a:endParaRPr>
                    </a:p>
                  </a:txBody>
                  <a:tcPr marL="36890" marR="36890" marT="18445" marB="1844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de-DE" sz="900">
                          <a:effectLst/>
                        </a:rPr>
                        <a:t>Simple alkyl-aryl</a:t>
                      </a:r>
                    </a:p>
                  </a:txBody>
                  <a:tcPr marL="36890" marR="36890" marT="18445" marB="1844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de-DE" sz="900">
                          <a:effectLst/>
                        </a:rPr>
                        <a:t>Active has recognized pharmacophore</a:t>
                      </a:r>
                    </a:p>
                  </a:txBody>
                  <a:tcPr marL="36890" marR="36890" marT="18445" marB="1844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350255"/>
                  </a:ext>
                </a:extLst>
              </a:tr>
              <a:tr h="249349">
                <a:tc>
                  <a:txBody>
                    <a:bodyPr/>
                    <a:lstStyle/>
                    <a:p>
                      <a:pPr algn="ctr" fontAlgn="t" latinLnBrk="0"/>
                      <a:r>
                        <a:rPr lang="de-DE" sz="900" b="1">
                          <a:effectLst/>
                        </a:rPr>
                        <a:t>Molecular Complexity</a:t>
                      </a:r>
                      <a:endParaRPr lang="de-DE" sz="900">
                        <a:effectLst/>
                      </a:endParaRPr>
                    </a:p>
                  </a:txBody>
                  <a:tcPr marL="36890" marR="36890" marT="18445" marB="184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en-US" sz="900">
                          <a:effectLst/>
                        </a:rPr>
                        <a:t>Moderate (12 heavy atoms in core)</a:t>
                      </a:r>
                    </a:p>
                  </a:txBody>
                  <a:tcPr marL="36890" marR="36890" marT="18445" marB="1844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de-DE" sz="900">
                          <a:effectLst/>
                        </a:rPr>
                        <a:t>High (30 heavy atoms)</a:t>
                      </a:r>
                    </a:p>
                  </a:txBody>
                  <a:tcPr marL="36890" marR="36890" marT="18445" marB="1844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de-DE" sz="900">
                          <a:effectLst/>
                        </a:rPr>
                        <a:t>Active has optimal complexity</a:t>
                      </a:r>
                    </a:p>
                  </a:txBody>
                  <a:tcPr marL="36890" marR="36890" marT="18445" marB="1844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4069180"/>
                  </a:ext>
                </a:extLst>
              </a:tr>
              <a:tr h="249349">
                <a:tc>
                  <a:txBody>
                    <a:bodyPr/>
                    <a:lstStyle/>
                    <a:p>
                      <a:pPr algn="ctr" fontAlgn="t" latinLnBrk="0"/>
                      <a:r>
                        <a:rPr lang="de-DE" sz="900" b="1">
                          <a:effectLst/>
                        </a:rPr>
                        <a:t>Feature Contribution</a:t>
                      </a:r>
                      <a:endParaRPr lang="de-DE" sz="900">
                        <a:effectLst/>
                      </a:endParaRPr>
                    </a:p>
                  </a:txBody>
                  <a:tcPr marL="36890" marR="36890" marT="18445" marB="1844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de-DE" sz="900" dirty="0">
                          <a:effectLst/>
                        </a:rPr>
                        <a:t>Distributed </a:t>
                      </a:r>
                      <a:r>
                        <a:rPr lang="de-DE" sz="900" dirty="0" err="1">
                          <a:effectLst/>
                        </a:rPr>
                        <a:t>across</a:t>
                      </a:r>
                      <a:r>
                        <a:rPr lang="de-DE" sz="900" dirty="0">
                          <a:effectLst/>
                        </a:rPr>
                        <a:t> </a:t>
                      </a:r>
                      <a:r>
                        <a:rPr lang="de-DE" sz="900" dirty="0" err="1">
                          <a:effectLst/>
                        </a:rPr>
                        <a:t>scaffold</a:t>
                      </a:r>
                      <a:endParaRPr lang="de-DE" sz="900" dirty="0">
                        <a:effectLst/>
                      </a:endParaRPr>
                    </a:p>
                  </a:txBody>
                  <a:tcPr marL="36890" marR="36890" marT="18445" marB="1844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de-DE" sz="900" dirty="0" err="1">
                          <a:effectLst/>
                        </a:rPr>
                        <a:t>Concentrated</a:t>
                      </a:r>
                      <a:r>
                        <a:rPr lang="de-DE" sz="900" dirty="0">
                          <a:effectLst/>
                        </a:rPr>
                        <a:t> in </a:t>
                      </a:r>
                      <a:r>
                        <a:rPr lang="de-DE" sz="900" dirty="0" err="1">
                          <a:effectLst/>
                        </a:rPr>
                        <a:t>one</a:t>
                      </a:r>
                      <a:r>
                        <a:rPr lang="de-DE" sz="900" dirty="0">
                          <a:effectLst/>
                        </a:rPr>
                        <a:t> </a:t>
                      </a:r>
                      <a:r>
                        <a:rPr lang="de-DE" sz="900" dirty="0" err="1">
                          <a:effectLst/>
                        </a:rPr>
                        <a:t>bond</a:t>
                      </a:r>
                      <a:endParaRPr lang="de-DE" sz="900" dirty="0">
                        <a:effectLst/>
                      </a:endParaRPr>
                    </a:p>
                  </a:txBody>
                  <a:tcPr marL="36890" marR="36890" marT="18445" marB="1844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t" latinLnBrk="0"/>
                      <a:r>
                        <a:rPr lang="en-US" sz="900" dirty="0">
                          <a:effectLst/>
                        </a:rPr>
                        <a:t>Active uses more balanced features</a:t>
                      </a:r>
                    </a:p>
                  </a:txBody>
                  <a:tcPr marL="36890" marR="36890" marT="18445" marB="1844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6296687"/>
                  </a:ext>
                </a:extLst>
              </a:tr>
            </a:tbl>
          </a:graphicData>
        </a:graphic>
      </p:graphicFrame>
    </p:spTree>
    <p:extLst>
      <p:ext uri="{BB962C8B-B14F-4D97-AF65-F5344CB8AC3E}">
        <p14:creationId xmlns:p14="http://schemas.microsoft.com/office/powerpoint/2010/main" val="37791581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grpSp>
        <p:nvGrpSpPr>
          <p:cNvPr id="49" name="Group 48">
            <a:extLst>
              <a:ext uri="{FF2B5EF4-FFF2-40B4-BE49-F238E27FC236}">
                <a16:creationId xmlns:a16="http://schemas.microsoft.com/office/drawing/2014/main" id="{C31E6F76-4E7C-1639-9021-CCC76ADA5882}"/>
              </a:ext>
            </a:extLst>
          </p:cNvPr>
          <p:cNvGrpSpPr>
            <a:grpSpLocks noChangeAspect="1"/>
          </p:cNvGrpSpPr>
          <p:nvPr/>
        </p:nvGrpSpPr>
        <p:grpSpPr>
          <a:xfrm>
            <a:off x="380879" y="1191667"/>
            <a:ext cx="7926020" cy="2682815"/>
            <a:chOff x="232995" y="406630"/>
            <a:chExt cx="10641897" cy="3602091"/>
          </a:xfrm>
        </p:grpSpPr>
        <p:grpSp>
          <p:nvGrpSpPr>
            <p:cNvPr id="21" name="Group 20">
              <a:extLst>
                <a:ext uri="{FF2B5EF4-FFF2-40B4-BE49-F238E27FC236}">
                  <a16:creationId xmlns:a16="http://schemas.microsoft.com/office/drawing/2014/main" id="{851E801A-07D0-EC46-EC69-B1E3BDC4A0EE}"/>
                </a:ext>
              </a:extLst>
            </p:cNvPr>
            <p:cNvGrpSpPr/>
            <p:nvPr/>
          </p:nvGrpSpPr>
          <p:grpSpPr>
            <a:xfrm>
              <a:off x="232995" y="835775"/>
              <a:ext cx="1774658" cy="2310063"/>
              <a:chOff x="990492" y="2511372"/>
              <a:chExt cx="1774658" cy="2310063"/>
            </a:xfrm>
          </p:grpSpPr>
          <p:sp>
            <p:nvSpPr>
              <p:cNvPr id="22" name="Rectangle 21">
                <a:extLst>
                  <a:ext uri="{FF2B5EF4-FFF2-40B4-BE49-F238E27FC236}">
                    <a16:creationId xmlns:a16="http://schemas.microsoft.com/office/drawing/2014/main" id="{6A221BB0-FFBC-E869-34CB-BC594E5B0490}"/>
                  </a:ext>
                </a:extLst>
              </p:cNvPr>
              <p:cNvSpPr/>
              <p:nvPr/>
            </p:nvSpPr>
            <p:spPr>
              <a:xfrm>
                <a:off x="990492" y="2511372"/>
                <a:ext cx="1774658" cy="2310063"/>
              </a:xfrm>
              <a:prstGeom prst="rect">
                <a:avLst/>
              </a:prstGeom>
              <a:solidFill>
                <a:schemeClr val="accent1">
                  <a:lumMod val="20000"/>
                  <a:lumOff val="8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Graphic 22" descr="Customer review with solid fill">
                <a:extLst>
                  <a:ext uri="{FF2B5EF4-FFF2-40B4-BE49-F238E27FC236}">
                    <a16:creationId xmlns:a16="http://schemas.microsoft.com/office/drawing/2014/main" id="{0FAB87FB-66B8-682E-AC05-EA6B56D8F4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0027" y="3700649"/>
                <a:ext cx="965534" cy="965534"/>
              </a:xfrm>
              <a:prstGeom prst="rect">
                <a:avLst/>
              </a:prstGeom>
            </p:spPr>
          </p:pic>
          <p:pic>
            <p:nvPicPr>
              <p:cNvPr id="24" name="Picture 23">
                <a:extLst>
                  <a:ext uri="{FF2B5EF4-FFF2-40B4-BE49-F238E27FC236}">
                    <a16:creationId xmlns:a16="http://schemas.microsoft.com/office/drawing/2014/main" id="{5AFB6878-0F86-C45A-E83E-50BAC05BCEF5}"/>
                  </a:ext>
                </a:extLst>
              </p:cNvPr>
              <p:cNvPicPr>
                <a:picLocks noChangeAspect="1"/>
              </p:cNvPicPr>
              <p:nvPr/>
            </p:nvPicPr>
            <p:blipFill>
              <a:blip r:embed="rId5"/>
              <a:stretch>
                <a:fillRect/>
              </a:stretch>
            </p:blipFill>
            <p:spPr>
              <a:xfrm>
                <a:off x="1126882" y="2607575"/>
                <a:ext cx="1525117" cy="996871"/>
              </a:xfrm>
              <a:prstGeom prst="rect">
                <a:avLst/>
              </a:prstGeom>
            </p:spPr>
          </p:pic>
        </p:grpSp>
        <p:sp>
          <p:nvSpPr>
            <p:cNvPr id="25" name="Arrow: Right 24">
              <a:extLst>
                <a:ext uri="{FF2B5EF4-FFF2-40B4-BE49-F238E27FC236}">
                  <a16:creationId xmlns:a16="http://schemas.microsoft.com/office/drawing/2014/main" id="{8E792690-D447-952D-A5E7-853CC5FB33BB}"/>
                </a:ext>
              </a:extLst>
            </p:cNvPr>
            <p:cNvSpPr/>
            <p:nvPr/>
          </p:nvSpPr>
          <p:spPr>
            <a:xfrm>
              <a:off x="2327498" y="1803354"/>
              <a:ext cx="666746" cy="3749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0EF08DE-650D-84D8-23E2-83CD379C9565}"/>
                </a:ext>
              </a:extLst>
            </p:cNvPr>
            <p:cNvSpPr txBox="1"/>
            <p:nvPr/>
          </p:nvSpPr>
          <p:spPr>
            <a:xfrm>
              <a:off x="4038832" y="406630"/>
              <a:ext cx="2855576" cy="454561"/>
            </a:xfrm>
            <a:prstGeom prst="rect">
              <a:avLst/>
            </a:prstGeom>
            <a:noFill/>
          </p:spPr>
          <p:txBody>
            <a:bodyPr wrap="square" rtlCol="0">
              <a:spAutoFit/>
            </a:bodyPr>
            <a:lstStyle/>
            <a:p>
              <a:pPr algn="ctr"/>
              <a:r>
                <a:rPr lang="en-US" sz="1600" b="1" dirty="0"/>
                <a:t>Active compound</a:t>
              </a:r>
              <a:endParaRPr lang="de-DE" sz="1600" b="1" dirty="0"/>
            </a:p>
          </p:txBody>
        </p:sp>
        <p:sp>
          <p:nvSpPr>
            <p:cNvPr id="37" name="TextBox 36">
              <a:extLst>
                <a:ext uri="{FF2B5EF4-FFF2-40B4-BE49-F238E27FC236}">
                  <a16:creationId xmlns:a16="http://schemas.microsoft.com/office/drawing/2014/main" id="{A9B538AC-1716-FEE9-9303-C64FEB3A2571}"/>
                </a:ext>
              </a:extLst>
            </p:cNvPr>
            <p:cNvSpPr txBox="1"/>
            <p:nvPr/>
          </p:nvSpPr>
          <p:spPr>
            <a:xfrm>
              <a:off x="8019317" y="406630"/>
              <a:ext cx="2855575" cy="454561"/>
            </a:xfrm>
            <a:prstGeom prst="rect">
              <a:avLst/>
            </a:prstGeom>
            <a:noFill/>
          </p:spPr>
          <p:txBody>
            <a:bodyPr wrap="square" rtlCol="0">
              <a:spAutoFit/>
            </a:bodyPr>
            <a:lstStyle/>
            <a:p>
              <a:pPr algn="ctr"/>
              <a:r>
                <a:rPr lang="en-US" sz="1600" b="1" dirty="0"/>
                <a:t>Inactive compound</a:t>
              </a:r>
              <a:endParaRPr lang="de-DE" sz="1600" b="1" dirty="0"/>
            </a:p>
          </p:txBody>
        </p:sp>
        <p:sp>
          <p:nvSpPr>
            <p:cNvPr id="42" name="Arrow: Right 41">
              <a:extLst>
                <a:ext uri="{FF2B5EF4-FFF2-40B4-BE49-F238E27FC236}">
                  <a16:creationId xmlns:a16="http://schemas.microsoft.com/office/drawing/2014/main" id="{666A450C-D0FA-4FC2-D779-9D8A47EBECE0}"/>
                </a:ext>
              </a:extLst>
            </p:cNvPr>
            <p:cNvSpPr/>
            <p:nvPr/>
          </p:nvSpPr>
          <p:spPr>
            <a:xfrm rot="5400000">
              <a:off x="798569" y="3487896"/>
              <a:ext cx="666746" cy="3749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a:t>
            </a:r>
            <a:r>
              <a:rPr lang="en-US" sz="3200" spc="-1" dirty="0">
                <a:solidFill>
                  <a:srgbClr val="0064C8"/>
                </a:solidFill>
                <a:latin typeface="Century Gothic"/>
              </a:rPr>
              <a:t>3</a:t>
            </a:r>
            <a:endParaRPr lang="en-US" sz="3200" b="0" strike="noStrike" spc="-1" dirty="0">
              <a:solidFill>
                <a:srgbClr val="000000"/>
              </a:solidFill>
              <a:latin typeface="Century Gothic"/>
            </a:endParaRPr>
          </a:p>
        </p:txBody>
      </p:sp>
      <p:pic>
        <p:nvPicPr>
          <p:cNvPr id="3" name="Picture 2">
            <a:extLst>
              <a:ext uri="{FF2B5EF4-FFF2-40B4-BE49-F238E27FC236}">
                <a16:creationId xmlns:a16="http://schemas.microsoft.com/office/drawing/2014/main" id="{DDBAFE8B-CBB0-4161-AC30-9E26A3A7D934}"/>
              </a:ext>
            </a:extLst>
          </p:cNvPr>
          <p:cNvPicPr>
            <a:picLocks noChangeAspect="1"/>
          </p:cNvPicPr>
          <p:nvPr/>
        </p:nvPicPr>
        <p:blipFill rotWithShape="1">
          <a:blip r:embed="rId6"/>
          <a:srcRect l="14178" t="23063" r="12404" b="17553"/>
          <a:stretch/>
        </p:blipFill>
        <p:spPr>
          <a:xfrm>
            <a:off x="3132741" y="2003417"/>
            <a:ext cx="2633499" cy="1198178"/>
          </a:xfrm>
          <a:prstGeom prst="rect">
            <a:avLst/>
          </a:prstGeom>
        </p:spPr>
      </p:pic>
      <p:pic>
        <p:nvPicPr>
          <p:cNvPr id="5" name="Picture 4">
            <a:extLst>
              <a:ext uri="{FF2B5EF4-FFF2-40B4-BE49-F238E27FC236}">
                <a16:creationId xmlns:a16="http://schemas.microsoft.com/office/drawing/2014/main" id="{61399038-507A-42DF-8F43-F758B7EB7F76}"/>
              </a:ext>
            </a:extLst>
          </p:cNvPr>
          <p:cNvPicPr>
            <a:picLocks noChangeAspect="1"/>
          </p:cNvPicPr>
          <p:nvPr/>
        </p:nvPicPr>
        <p:blipFill rotWithShape="1">
          <a:blip r:embed="rId7"/>
          <a:srcRect l="21987" t="10910" r="18256" b="12719"/>
          <a:stretch/>
        </p:blipFill>
        <p:spPr>
          <a:xfrm>
            <a:off x="6128833" y="1741550"/>
            <a:ext cx="2229316" cy="1602656"/>
          </a:xfrm>
          <a:prstGeom prst="rect">
            <a:avLst/>
          </a:prstGeom>
        </p:spPr>
      </p:pic>
      <p:sp>
        <p:nvSpPr>
          <p:cNvPr id="51" name="TextBox 50">
            <a:extLst>
              <a:ext uri="{FF2B5EF4-FFF2-40B4-BE49-F238E27FC236}">
                <a16:creationId xmlns:a16="http://schemas.microsoft.com/office/drawing/2014/main" id="{DF18DC75-5559-4AE8-827D-B973B6EC4160}"/>
              </a:ext>
            </a:extLst>
          </p:cNvPr>
          <p:cNvSpPr txBox="1"/>
          <p:nvPr/>
        </p:nvSpPr>
        <p:spPr>
          <a:xfrm>
            <a:off x="380879" y="3927356"/>
            <a:ext cx="4350147" cy="2154436"/>
          </a:xfrm>
          <a:prstGeom prst="rect">
            <a:avLst/>
          </a:prstGeom>
          <a:noFill/>
        </p:spPr>
        <p:txBody>
          <a:bodyPr wrap="square">
            <a:spAutoFit/>
          </a:bodyPr>
          <a:lstStyle/>
          <a:p>
            <a:r>
              <a:rPr lang="en-US" sz="1400" b="1" dirty="0" err="1"/>
              <a:t>EdgeSHAPer</a:t>
            </a:r>
            <a:r>
              <a:rPr lang="en-US" sz="1400" b="1" dirty="0"/>
              <a:t> insights – Active</a:t>
            </a:r>
          </a:p>
          <a:p>
            <a:pPr marL="171450" indent="-171450" algn="just">
              <a:buFont typeface="Arial" panose="020B0604020202020204" pitchFamily="34" charset="0"/>
              <a:buChar char="•"/>
            </a:pPr>
            <a:endParaRPr lang="en-US" sz="800" b="1" dirty="0"/>
          </a:p>
          <a:p>
            <a:pPr algn="l">
              <a:buFont typeface="+mj-lt"/>
              <a:buAutoNum type="arabicPeriod"/>
            </a:pPr>
            <a:r>
              <a:rPr lang="en-US" sz="800" b="1" i="0" dirty="0">
                <a:effectLst/>
              </a:rPr>
              <a:t> Piperazine Ring Bonds Dominate</a:t>
            </a:r>
            <a:r>
              <a:rPr lang="en-US" sz="800" b="0" i="0" dirty="0">
                <a:effectLst/>
              </a:rPr>
              <a:t> (φ = 0.116, 0.101, 0.095)</a:t>
            </a:r>
          </a:p>
          <a:p>
            <a:pPr marL="628650" lvl="1" indent="-171450">
              <a:buFont typeface="Arial" panose="020B0604020202020204" pitchFamily="34" charset="0"/>
              <a:buChar char="•"/>
            </a:pPr>
            <a:r>
              <a:rPr lang="en-US" sz="800" b="0" i="0" dirty="0">
                <a:effectLst/>
              </a:rPr>
              <a:t>The C-N and C-C bonds within the </a:t>
            </a:r>
            <a:r>
              <a:rPr lang="en-US" sz="800" b="1" i="0" dirty="0">
                <a:effectLst/>
              </a:rPr>
              <a:t>piperazine ring </a:t>
            </a:r>
            <a:r>
              <a:rPr lang="en-US" sz="800" b="0" i="0" dirty="0">
                <a:effectLst/>
              </a:rPr>
              <a:t>show the highest positive SHAP values</a:t>
            </a:r>
          </a:p>
          <a:p>
            <a:pPr marL="742950" lvl="1" indent="-285750" algn="l">
              <a:buFont typeface="Arial" panose="020B0604020202020204" pitchFamily="34" charset="0"/>
              <a:buChar char="•"/>
            </a:pPr>
            <a:r>
              <a:rPr lang="en-US" sz="800" b="0" i="0" dirty="0">
                <a:effectLst/>
              </a:rPr>
              <a:t>This suggests the model associates the </a:t>
            </a:r>
            <a:r>
              <a:rPr lang="en-US" sz="800" b="1" i="0" dirty="0">
                <a:effectLst/>
              </a:rPr>
              <a:t>piperazine scaffold with activity</a:t>
            </a:r>
          </a:p>
          <a:p>
            <a:pPr marL="742950" lvl="1" indent="-285750" algn="l">
              <a:buFont typeface="Arial" panose="020B0604020202020204" pitchFamily="34" charset="0"/>
              <a:buChar char="•"/>
            </a:pPr>
            <a:r>
              <a:rPr lang="en-US" sz="800" b="0" i="0" dirty="0">
                <a:effectLst/>
              </a:rPr>
              <a:t>Piperazine is a </a:t>
            </a:r>
            <a:r>
              <a:rPr lang="en-US" sz="800" b="1" i="0" dirty="0">
                <a:effectLst/>
              </a:rPr>
              <a:t>common pharmacophore </a:t>
            </a:r>
            <a:r>
              <a:rPr lang="en-US" sz="800" b="0" i="0" dirty="0">
                <a:effectLst/>
              </a:rPr>
              <a:t>in bioactive molecules</a:t>
            </a:r>
          </a:p>
          <a:p>
            <a:pPr>
              <a:buFont typeface="+mj-lt"/>
              <a:buAutoNum type="arabicPeriod"/>
            </a:pPr>
            <a:r>
              <a:rPr lang="en-US" sz="800" b="1" i="0" dirty="0">
                <a:effectLst/>
              </a:rPr>
              <a:t> </a:t>
            </a:r>
            <a:r>
              <a:rPr lang="en-US" sz="800" b="1" i="0" dirty="0" err="1">
                <a:effectLst/>
              </a:rPr>
              <a:t>Dichlorophenyl</a:t>
            </a:r>
            <a:r>
              <a:rPr lang="en-US" sz="800" b="1" i="0" dirty="0">
                <a:effectLst/>
              </a:rPr>
              <a:t> Substitution Pattern</a:t>
            </a:r>
          </a:p>
          <a:p>
            <a:pPr marL="742950" lvl="1" indent="-285750">
              <a:buFont typeface="Arial" panose="020B0604020202020204" pitchFamily="34" charset="0"/>
              <a:buChar char="•"/>
            </a:pPr>
            <a:r>
              <a:rPr lang="en-US" sz="800" b="0" i="0" dirty="0">
                <a:effectLst/>
              </a:rPr>
              <a:t>The presence of </a:t>
            </a:r>
            <a:r>
              <a:rPr lang="en-US" sz="800" b="1" i="0" dirty="0">
                <a:effectLst/>
              </a:rPr>
              <a:t>two chlorine</a:t>
            </a:r>
            <a:r>
              <a:rPr lang="en-US" sz="800" b="0" i="0" dirty="0">
                <a:effectLst/>
              </a:rPr>
              <a:t> atoms on the phenyl ring contributes positively</a:t>
            </a:r>
          </a:p>
          <a:p>
            <a:pPr marL="742950" lvl="1" indent="-285750">
              <a:buFont typeface="Arial" panose="020B0604020202020204" pitchFamily="34" charset="0"/>
              <a:buChar char="•"/>
            </a:pPr>
            <a:r>
              <a:rPr lang="en-US" sz="800" b="0" i="0" dirty="0">
                <a:effectLst/>
              </a:rPr>
              <a:t>Halogenated aromatic systems are often associated with improved </a:t>
            </a:r>
            <a:r>
              <a:rPr lang="en-US" sz="800" b="1" i="0" dirty="0">
                <a:effectLst/>
              </a:rPr>
              <a:t>binding affinity</a:t>
            </a:r>
          </a:p>
          <a:p>
            <a:pPr>
              <a:buFont typeface="+mj-lt"/>
              <a:buAutoNum type="arabicPeriod"/>
            </a:pPr>
            <a:r>
              <a:rPr lang="en-US" sz="800" b="1" i="0" dirty="0">
                <a:effectLst/>
              </a:rPr>
              <a:t> Amide-Alkene Linker</a:t>
            </a:r>
            <a:endParaRPr lang="en-US" sz="800" b="0" i="0" dirty="0">
              <a:effectLst/>
            </a:endParaRPr>
          </a:p>
          <a:p>
            <a:pPr marL="742950" lvl="1" indent="-285750">
              <a:buFont typeface="Arial" panose="020B0604020202020204" pitchFamily="34" charset="0"/>
              <a:buChar char="•"/>
            </a:pPr>
            <a:r>
              <a:rPr lang="en-US" sz="800" b="1" i="0" dirty="0">
                <a:effectLst/>
              </a:rPr>
              <a:t>The C-C bonds in the alkene linker </a:t>
            </a:r>
            <a:r>
              <a:rPr lang="en-US" sz="800" b="0" i="0" dirty="0">
                <a:effectLst/>
              </a:rPr>
              <a:t>(φ = 0.089, 0.070) contribute positively</a:t>
            </a:r>
          </a:p>
          <a:p>
            <a:pPr marL="742950" lvl="1" indent="-285750">
              <a:buFont typeface="Arial" panose="020B0604020202020204" pitchFamily="34" charset="0"/>
              <a:buChar char="•"/>
            </a:pPr>
            <a:r>
              <a:rPr lang="en-US" sz="800" b="0" i="0" dirty="0">
                <a:effectLst/>
              </a:rPr>
              <a:t>This flexible </a:t>
            </a:r>
            <a:r>
              <a:rPr lang="en-US" sz="800" b="1" i="0" dirty="0">
                <a:effectLst/>
              </a:rPr>
              <a:t>linker</a:t>
            </a:r>
            <a:r>
              <a:rPr lang="en-US" sz="800" b="0" i="0" dirty="0">
                <a:effectLst/>
              </a:rPr>
              <a:t> allows optimal positioning of </a:t>
            </a:r>
            <a:r>
              <a:rPr lang="en-US" sz="800" b="1" i="0" dirty="0">
                <a:effectLst/>
              </a:rPr>
              <a:t>pharmacophores</a:t>
            </a:r>
          </a:p>
        </p:txBody>
      </p:sp>
      <p:sp>
        <p:nvSpPr>
          <p:cNvPr id="52" name="TextBox 51">
            <a:extLst>
              <a:ext uri="{FF2B5EF4-FFF2-40B4-BE49-F238E27FC236}">
                <a16:creationId xmlns:a16="http://schemas.microsoft.com/office/drawing/2014/main" id="{F922DABE-82AE-48AF-85C5-9440C52C0694}"/>
              </a:ext>
            </a:extLst>
          </p:cNvPr>
          <p:cNvSpPr txBox="1"/>
          <p:nvPr/>
        </p:nvSpPr>
        <p:spPr>
          <a:xfrm>
            <a:off x="4643951" y="3927356"/>
            <a:ext cx="4272201" cy="2154436"/>
          </a:xfrm>
          <a:prstGeom prst="rect">
            <a:avLst/>
          </a:prstGeom>
          <a:noFill/>
        </p:spPr>
        <p:txBody>
          <a:bodyPr wrap="square">
            <a:spAutoFit/>
          </a:bodyPr>
          <a:lstStyle/>
          <a:p>
            <a:r>
              <a:rPr lang="en-US" sz="1400" b="1" dirty="0" err="1"/>
              <a:t>EdgeSHAPer</a:t>
            </a:r>
            <a:r>
              <a:rPr lang="en-US" sz="1400" b="1" dirty="0"/>
              <a:t> insights – Inactive</a:t>
            </a:r>
          </a:p>
          <a:p>
            <a:pPr marL="171450" indent="-171450" algn="just">
              <a:buFont typeface="Arial" panose="020B0604020202020204" pitchFamily="34" charset="0"/>
              <a:buChar char="•"/>
            </a:pPr>
            <a:endParaRPr lang="en-US" sz="800" b="1" dirty="0"/>
          </a:p>
          <a:p>
            <a:pPr algn="l">
              <a:buFont typeface="+mj-lt"/>
              <a:buAutoNum type="arabicPeriod"/>
            </a:pPr>
            <a:r>
              <a:rPr lang="en-US" sz="800" b="1" i="0" dirty="0">
                <a:effectLst/>
              </a:rPr>
              <a:t> Methyl-Phenyl Bond Dominates </a:t>
            </a:r>
            <a:r>
              <a:rPr lang="en-US" sz="800" i="0" dirty="0">
                <a:effectLst/>
              </a:rPr>
              <a:t>(φ = 0.283)</a:t>
            </a:r>
          </a:p>
          <a:p>
            <a:pPr marL="628650" lvl="1" indent="-171450">
              <a:buFont typeface="Arial" panose="020B0604020202020204" pitchFamily="34" charset="0"/>
              <a:buChar char="•"/>
            </a:pPr>
            <a:r>
              <a:rPr lang="en-US" sz="800" i="0" dirty="0">
                <a:effectLst/>
              </a:rPr>
              <a:t>The</a:t>
            </a:r>
            <a:r>
              <a:rPr lang="en-US" sz="800" b="1" i="0" dirty="0">
                <a:effectLst/>
              </a:rPr>
              <a:t> C-C bond between methyl and phenyl </a:t>
            </a:r>
            <a:r>
              <a:rPr lang="en-US" sz="800" i="0" dirty="0">
                <a:effectLst/>
              </a:rPr>
              <a:t>has an extremely </a:t>
            </a:r>
            <a:r>
              <a:rPr lang="en-US" sz="800" b="1" i="0" dirty="0">
                <a:effectLst/>
              </a:rPr>
              <a:t>high</a:t>
            </a:r>
            <a:r>
              <a:rPr lang="en-US" sz="800" i="0" dirty="0">
                <a:effectLst/>
              </a:rPr>
              <a:t> SHAP value</a:t>
            </a:r>
          </a:p>
          <a:p>
            <a:pPr marL="628650" lvl="1" indent="-171450">
              <a:buFont typeface="Arial" panose="020B0604020202020204" pitchFamily="34" charset="0"/>
              <a:buChar char="•"/>
            </a:pPr>
            <a:r>
              <a:rPr lang="en-US" sz="800" i="0" dirty="0">
                <a:effectLst/>
              </a:rPr>
              <a:t>This suggests the model associates </a:t>
            </a:r>
            <a:r>
              <a:rPr lang="en-US" sz="800" b="1" i="0" dirty="0">
                <a:effectLst/>
              </a:rPr>
              <a:t>simple alkyl-phenyl systems </a:t>
            </a:r>
            <a:r>
              <a:rPr lang="en-US" sz="800" i="0" dirty="0">
                <a:effectLst/>
              </a:rPr>
              <a:t>with inactivity</a:t>
            </a:r>
          </a:p>
          <a:p>
            <a:pPr marL="628650" lvl="1" indent="-171450">
              <a:buFont typeface="Arial" panose="020B0604020202020204" pitchFamily="34" charset="0"/>
              <a:buChar char="•"/>
            </a:pPr>
            <a:r>
              <a:rPr lang="en-US" sz="800" b="1" i="0" dirty="0">
                <a:effectLst/>
              </a:rPr>
              <a:t>Lack</a:t>
            </a:r>
            <a:r>
              <a:rPr lang="en-US" sz="800" i="0" dirty="0">
                <a:effectLst/>
              </a:rPr>
              <a:t> of </a:t>
            </a:r>
            <a:r>
              <a:rPr lang="en-US" sz="800" b="1" i="0" dirty="0">
                <a:effectLst/>
              </a:rPr>
              <a:t>complex pharmacophore </a:t>
            </a:r>
            <a:r>
              <a:rPr lang="en-US" sz="800" i="0" dirty="0">
                <a:effectLst/>
              </a:rPr>
              <a:t>reduces activity likelihood</a:t>
            </a:r>
          </a:p>
          <a:p>
            <a:pPr algn="l">
              <a:buFont typeface="+mj-lt"/>
              <a:buAutoNum type="arabicPeriod"/>
            </a:pPr>
            <a:r>
              <a:rPr lang="en-US" sz="800" b="1" i="0" dirty="0">
                <a:effectLst/>
              </a:rPr>
              <a:t> Sulfonamide Group</a:t>
            </a:r>
          </a:p>
          <a:p>
            <a:pPr marL="628650" lvl="1" indent="-171450">
              <a:buFont typeface="Arial" panose="020B0604020202020204" pitchFamily="34" charset="0"/>
              <a:buChar char="•"/>
            </a:pPr>
            <a:r>
              <a:rPr lang="en-US" sz="800" i="0" dirty="0">
                <a:effectLst/>
              </a:rPr>
              <a:t>The </a:t>
            </a:r>
            <a:r>
              <a:rPr lang="en-US" sz="800" b="1" i="0" dirty="0">
                <a:effectLst/>
              </a:rPr>
              <a:t>S-N bond </a:t>
            </a:r>
            <a:r>
              <a:rPr lang="en-US" sz="800" i="0" dirty="0">
                <a:effectLst/>
              </a:rPr>
              <a:t>(φ = 0.013) </a:t>
            </a:r>
            <a:r>
              <a:rPr lang="en-US" sz="800" b="1" i="0" dirty="0">
                <a:effectLst/>
              </a:rPr>
              <a:t>and S=O </a:t>
            </a:r>
            <a:r>
              <a:rPr lang="en-US" sz="800" i="0" dirty="0">
                <a:effectLst/>
              </a:rPr>
              <a:t>bonds (φ = 0.003) have low positive contributions</a:t>
            </a:r>
          </a:p>
          <a:p>
            <a:pPr marL="628650" lvl="1" indent="-171450">
              <a:buFont typeface="Arial" panose="020B0604020202020204" pitchFamily="34" charset="0"/>
              <a:buChar char="•"/>
            </a:pPr>
            <a:r>
              <a:rPr lang="en-US" sz="800" b="1" i="0" dirty="0">
                <a:effectLst/>
              </a:rPr>
              <a:t>Sulfonamides</a:t>
            </a:r>
            <a:r>
              <a:rPr lang="en-US" sz="800" i="0" dirty="0">
                <a:effectLst/>
              </a:rPr>
              <a:t> in this context may </a:t>
            </a:r>
            <a:r>
              <a:rPr lang="en-US" sz="800" b="1" i="0" dirty="0">
                <a:effectLst/>
              </a:rPr>
              <a:t>not</a:t>
            </a:r>
            <a:r>
              <a:rPr lang="en-US" sz="800" i="0" dirty="0">
                <a:effectLst/>
              </a:rPr>
              <a:t> </a:t>
            </a:r>
            <a:r>
              <a:rPr lang="en-US" sz="800" b="1" i="0" dirty="0">
                <a:effectLst/>
              </a:rPr>
              <a:t>contribute</a:t>
            </a:r>
            <a:r>
              <a:rPr lang="en-US" sz="800" i="0" dirty="0">
                <a:effectLst/>
              </a:rPr>
              <a:t> to the target activity</a:t>
            </a:r>
          </a:p>
          <a:p>
            <a:pPr algn="l">
              <a:buFont typeface="+mj-lt"/>
              <a:buAutoNum type="arabicPeriod"/>
            </a:pPr>
            <a:r>
              <a:rPr lang="en-US" sz="800" b="1" i="0" dirty="0">
                <a:effectLst/>
              </a:rPr>
              <a:t> Terpenoid Structure</a:t>
            </a:r>
          </a:p>
          <a:p>
            <a:pPr marL="628650" lvl="1" indent="-171450">
              <a:buFont typeface="Arial" panose="020B0604020202020204" pitchFamily="34" charset="0"/>
              <a:buChar char="•"/>
            </a:pPr>
            <a:r>
              <a:rPr lang="en-US" sz="800" i="0" dirty="0">
                <a:effectLst/>
              </a:rPr>
              <a:t>The </a:t>
            </a:r>
            <a:r>
              <a:rPr lang="en-US" sz="800" b="1" i="0" dirty="0">
                <a:effectLst/>
              </a:rPr>
              <a:t>bicyclic terpenoid structure </a:t>
            </a:r>
            <a:r>
              <a:rPr lang="en-US" sz="800" i="0" dirty="0">
                <a:effectLst/>
              </a:rPr>
              <a:t>with hydroxyl group shows minimal SHAP contribution</a:t>
            </a:r>
          </a:p>
          <a:p>
            <a:pPr marL="628650" lvl="1" indent="-171450">
              <a:buFont typeface="Arial" panose="020B0604020202020204" pitchFamily="34" charset="0"/>
              <a:buChar char="•"/>
            </a:pPr>
            <a:r>
              <a:rPr lang="en-US" sz="800" b="1" i="0" dirty="0">
                <a:effectLst/>
              </a:rPr>
              <a:t>Complex 3D </a:t>
            </a:r>
            <a:r>
              <a:rPr lang="en-US" sz="800" i="0" dirty="0">
                <a:effectLst/>
              </a:rPr>
              <a:t>structure may </a:t>
            </a:r>
            <a:r>
              <a:rPr lang="en-US" sz="800" b="1" i="0" dirty="0">
                <a:effectLst/>
              </a:rPr>
              <a:t>not align </a:t>
            </a:r>
            <a:r>
              <a:rPr lang="en-US" sz="800" i="0" dirty="0">
                <a:effectLst/>
              </a:rPr>
              <a:t>with target binding site</a:t>
            </a:r>
          </a:p>
        </p:txBody>
      </p:sp>
    </p:spTree>
    <p:extLst>
      <p:ext uri="{BB962C8B-B14F-4D97-AF65-F5344CB8AC3E}">
        <p14:creationId xmlns:p14="http://schemas.microsoft.com/office/powerpoint/2010/main" val="15898481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331282" y="2703891"/>
            <a:ext cx="2362321" cy="837720"/>
          </a:xfrm>
          <a:prstGeom prst="rect">
            <a:avLst/>
          </a:prstGeom>
          <a:noFill/>
          <a:ln w="0">
            <a:noFill/>
          </a:ln>
        </p:spPr>
        <p:txBody>
          <a:bodyPr numCol="1" spcCol="0" anchor="ctr">
            <a:noAutofit/>
          </a:bodyPr>
          <a:lstStyle/>
          <a:p>
            <a:pPr algn="ctr">
              <a:lnSpc>
                <a:spcPct val="100000"/>
              </a:lnSpc>
              <a:buNone/>
            </a:pPr>
            <a:r>
              <a:rPr lang="en-US" sz="3200" b="0" strike="noStrike" spc="-1" dirty="0">
                <a:solidFill>
                  <a:srgbClr val="0064C8"/>
                </a:solidFill>
                <a:latin typeface="Century Gothic"/>
              </a:rPr>
              <a:t>LIVE DEMO</a:t>
            </a:r>
            <a:endParaRPr lang="en-US" sz="3200" b="0" strike="noStrike" spc="-1" dirty="0">
              <a:solidFill>
                <a:srgbClr val="000000"/>
              </a:solidFill>
              <a:latin typeface="Century Gothic"/>
            </a:endParaRPr>
          </a:p>
        </p:txBody>
      </p:sp>
      <p:sp>
        <p:nvSpPr>
          <p:cNvPr id="165" name="PlaceHolder 3">
            <a:extLst>
              <a:ext uri="{FF2B5EF4-FFF2-40B4-BE49-F238E27FC236}">
                <a16:creationId xmlns:a16="http://schemas.microsoft.com/office/drawing/2014/main" id="{2EFBEA53-7B78-D9A1-93EF-9608A3193D27}"/>
              </a:ext>
            </a:extLst>
          </p:cNvPr>
          <p:cNvSpPr>
            <a:spLocks noGrp="1"/>
          </p:cNvSpPr>
          <p:nvPr>
            <p:ph type="sldNum"/>
          </p:nvPr>
        </p:nvSpPr>
        <p:spPr>
          <a:xfrm>
            <a:off x="8376840" y="5692680"/>
            <a:ext cx="384120" cy="364680"/>
          </a:xfrm>
          <a:prstGeom prst="rect">
            <a:avLst/>
          </a:prstGeom>
          <a:noFill/>
          <a:ln w="0">
            <a:noFill/>
          </a:ln>
        </p:spPr>
        <p:txBody>
          <a:bodyPr anchor="ctr">
            <a:noAutofit/>
          </a:bodyPr>
          <a:lstStyle/>
          <a:p>
            <a:pPr algn="r">
              <a:lnSpc>
                <a:spcPct val="100000"/>
              </a:lnSpc>
              <a:buNone/>
            </a:pPr>
            <a:fld id="{8BD7C522-1E12-40C3-B25E-5F0462E20B22}" type="slidenum">
              <a:rPr lang="en-US" sz="1200" b="0" strike="noStrike" spc="-1">
                <a:solidFill>
                  <a:srgbClr val="8B8B8B"/>
                </a:solidFill>
                <a:latin typeface="Century Gothic"/>
              </a:rPr>
              <a:t>29</a:t>
            </a:fld>
            <a:endParaRPr lang="en-GB" sz="1200" b="0" strike="noStrike" spc="-1" dirty="0">
              <a:latin typeface="Times New Roman"/>
            </a:endParaRPr>
          </a:p>
        </p:txBody>
      </p:sp>
    </p:spTree>
    <p:extLst>
      <p:ext uri="{BB962C8B-B14F-4D97-AF65-F5344CB8AC3E}">
        <p14:creationId xmlns:p14="http://schemas.microsoft.com/office/powerpoint/2010/main" val="146704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Conclusion</a:t>
            </a:r>
            <a:endParaRPr lang="en-US" sz="3200" b="0" strike="noStrike" spc="-1" dirty="0">
              <a:solidFill>
                <a:srgbClr val="000000"/>
              </a:solidFill>
              <a:latin typeface="Century Gothic"/>
            </a:endParaRPr>
          </a:p>
        </p:txBody>
      </p:sp>
      <p:sp>
        <p:nvSpPr>
          <p:cNvPr id="165" name="PlaceHolder 3">
            <a:extLst>
              <a:ext uri="{FF2B5EF4-FFF2-40B4-BE49-F238E27FC236}">
                <a16:creationId xmlns:a16="http://schemas.microsoft.com/office/drawing/2014/main" id="{2EFBEA53-7B78-D9A1-93EF-9608A3193D27}"/>
              </a:ext>
            </a:extLst>
          </p:cNvPr>
          <p:cNvSpPr>
            <a:spLocks noGrp="1"/>
          </p:cNvSpPr>
          <p:nvPr>
            <p:ph type="sldNum"/>
          </p:nvPr>
        </p:nvSpPr>
        <p:spPr>
          <a:xfrm>
            <a:off x="8376840" y="5692680"/>
            <a:ext cx="384120" cy="364680"/>
          </a:xfrm>
          <a:prstGeom prst="rect">
            <a:avLst/>
          </a:prstGeom>
          <a:noFill/>
          <a:ln w="0">
            <a:noFill/>
          </a:ln>
        </p:spPr>
        <p:txBody>
          <a:bodyPr anchor="ctr">
            <a:noAutofit/>
          </a:bodyPr>
          <a:lstStyle/>
          <a:p>
            <a:pPr algn="r">
              <a:lnSpc>
                <a:spcPct val="100000"/>
              </a:lnSpc>
              <a:buNone/>
            </a:pPr>
            <a:fld id="{8BD7C522-1E12-40C3-B25E-5F0462E20B22}" type="slidenum">
              <a:rPr lang="en-US" sz="1200" b="0" strike="noStrike" spc="-1">
                <a:solidFill>
                  <a:srgbClr val="8B8B8B"/>
                </a:solidFill>
                <a:latin typeface="Century Gothic"/>
              </a:rPr>
              <a:t>30</a:t>
            </a:fld>
            <a:endParaRPr lang="en-GB" sz="1200" b="0" strike="noStrike" spc="-1" dirty="0">
              <a:latin typeface="Times New Roman"/>
            </a:endParaRPr>
          </a:p>
        </p:txBody>
      </p:sp>
      <p:sp>
        <p:nvSpPr>
          <p:cNvPr id="2" name="PlaceHolder 2">
            <a:extLst>
              <a:ext uri="{FF2B5EF4-FFF2-40B4-BE49-F238E27FC236}">
                <a16:creationId xmlns:a16="http://schemas.microsoft.com/office/drawing/2014/main" id="{870990D0-7AC5-46BA-6FC4-274F8E0A3ABE}"/>
              </a:ext>
            </a:extLst>
          </p:cNvPr>
          <p:cNvSpPr txBox="1">
            <a:spLocks/>
          </p:cNvSpPr>
          <p:nvPr/>
        </p:nvSpPr>
        <p:spPr>
          <a:xfrm>
            <a:off x="380880" y="1328023"/>
            <a:ext cx="8380080" cy="4468480"/>
          </a:xfrm>
          <a:prstGeom prst="rect">
            <a:avLst/>
          </a:prstGeom>
          <a:noFill/>
          <a:ln w="0">
            <a:noFill/>
          </a:ln>
        </p:spPr>
        <p:txBody>
          <a:bodyPr numCol="1" spc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601"/>
              </a:spcAft>
              <a:buClr>
                <a:srgbClr val="0064C8"/>
              </a:buClr>
              <a:buNone/>
            </a:pPr>
            <a:r>
              <a:rPr lang="en-US" sz="2000" spc="-1" dirty="0">
                <a:solidFill>
                  <a:srgbClr val="0064C8"/>
                </a:solidFill>
                <a:latin typeface="Century Gothic"/>
              </a:rPr>
              <a:t>Aim: </a:t>
            </a:r>
            <a:r>
              <a:rPr lang="en-US" sz="2000" spc="-1" dirty="0">
                <a:solidFill>
                  <a:srgbClr val="000000"/>
                </a:solidFill>
                <a:latin typeface="Century Gothic"/>
              </a:rPr>
              <a:t>Design an agentic AI framework for interpretable AI applied to QSAR tasks 	</a:t>
            </a:r>
          </a:p>
          <a:p>
            <a:pPr>
              <a:lnSpc>
                <a:spcPct val="100000"/>
              </a:lnSpc>
              <a:spcBef>
                <a:spcPts val="200"/>
              </a:spcBef>
              <a:buClr>
                <a:srgbClr val="0064C8"/>
              </a:buClr>
              <a:buFont typeface="Wingdings" panose="05000000000000000000" pitchFamily="2" charset="2"/>
              <a:buChar char="§"/>
            </a:pPr>
            <a:r>
              <a:rPr lang="en-US" sz="1800" spc="-1" dirty="0">
                <a:solidFill>
                  <a:srgbClr val="000000"/>
                </a:solidFill>
                <a:latin typeface="Century Gothic"/>
              </a:rPr>
              <a:t>The framework allows for the building of interpretable AI without coding experience</a:t>
            </a:r>
          </a:p>
          <a:p>
            <a:pPr marL="0" indent="0">
              <a:lnSpc>
                <a:spcPct val="100000"/>
              </a:lnSpc>
              <a:spcBef>
                <a:spcPts val="200"/>
              </a:spcBef>
              <a:buClr>
                <a:srgbClr val="0064C8"/>
              </a:buClr>
              <a:buNone/>
            </a:pPr>
            <a:endParaRPr lang="en-US" sz="1800" spc="-1" dirty="0">
              <a:solidFill>
                <a:srgbClr val="000000"/>
              </a:solidFill>
              <a:latin typeface="Century Gothic"/>
            </a:endParaRPr>
          </a:p>
          <a:p>
            <a:pPr>
              <a:lnSpc>
                <a:spcPct val="100000"/>
              </a:lnSpc>
              <a:spcBef>
                <a:spcPts val="200"/>
              </a:spcBef>
              <a:buClr>
                <a:srgbClr val="0064C8"/>
              </a:buClr>
              <a:buFont typeface="Wingdings" panose="05000000000000000000" pitchFamily="2" charset="2"/>
              <a:buChar char="§"/>
            </a:pPr>
            <a:r>
              <a:rPr lang="en-US" sz="1800" spc="-1" dirty="0" err="1">
                <a:solidFill>
                  <a:srgbClr val="000000"/>
                </a:solidFill>
                <a:latin typeface="Century Gothic"/>
              </a:rPr>
              <a:t>ChemicHAL</a:t>
            </a:r>
            <a:r>
              <a:rPr lang="en-US" sz="1800" spc="-1" dirty="0">
                <a:solidFill>
                  <a:srgbClr val="000000"/>
                </a:solidFill>
                <a:latin typeface="Century Gothic"/>
              </a:rPr>
              <a:t> was able to correctly choose tools and reproduce known results</a:t>
            </a:r>
          </a:p>
          <a:p>
            <a:pPr marL="0" indent="0">
              <a:lnSpc>
                <a:spcPct val="100000"/>
              </a:lnSpc>
              <a:spcBef>
                <a:spcPts val="200"/>
              </a:spcBef>
              <a:buClr>
                <a:srgbClr val="0064C8"/>
              </a:buClr>
              <a:buNone/>
            </a:pPr>
            <a:endParaRPr lang="en-US" sz="1800" spc="-1" dirty="0">
              <a:solidFill>
                <a:srgbClr val="000000"/>
              </a:solidFill>
              <a:latin typeface="Century Gothic"/>
            </a:endParaRPr>
          </a:p>
          <a:p>
            <a:pPr>
              <a:lnSpc>
                <a:spcPct val="100000"/>
              </a:lnSpc>
              <a:spcBef>
                <a:spcPts val="200"/>
              </a:spcBef>
              <a:buClr>
                <a:srgbClr val="0064C8"/>
              </a:buClr>
              <a:buFont typeface="Wingdings" panose="05000000000000000000" pitchFamily="2" charset="2"/>
              <a:buChar char="§"/>
            </a:pPr>
            <a:r>
              <a:rPr lang="en-US" sz="1800" spc="-1" dirty="0">
                <a:solidFill>
                  <a:srgbClr val="000000"/>
                </a:solidFill>
                <a:latin typeface="Century Gothic"/>
              </a:rPr>
              <a:t>The system was effective in comparing different models and analyzing their learning characteristics</a:t>
            </a:r>
          </a:p>
          <a:p>
            <a:pPr>
              <a:lnSpc>
                <a:spcPct val="100000"/>
              </a:lnSpc>
              <a:spcBef>
                <a:spcPts val="200"/>
              </a:spcBef>
              <a:buClr>
                <a:srgbClr val="0064C8"/>
              </a:buClr>
              <a:buFont typeface="Wingdings" panose="05000000000000000000" pitchFamily="2" charset="2"/>
              <a:buChar char="§"/>
            </a:pPr>
            <a:endParaRPr lang="en-US" sz="1800" spc="-1" dirty="0">
              <a:solidFill>
                <a:srgbClr val="000000"/>
              </a:solidFill>
              <a:latin typeface="Century Gothic"/>
            </a:endParaRPr>
          </a:p>
          <a:p>
            <a:pPr>
              <a:lnSpc>
                <a:spcPct val="100000"/>
              </a:lnSpc>
              <a:spcBef>
                <a:spcPts val="200"/>
              </a:spcBef>
              <a:buClr>
                <a:srgbClr val="0064C8"/>
              </a:buClr>
              <a:buFont typeface="Wingdings" panose="05000000000000000000" pitchFamily="2" charset="2"/>
              <a:buChar char="§"/>
            </a:pPr>
            <a:r>
              <a:rPr lang="en-US" sz="1800" spc="-1" dirty="0">
                <a:solidFill>
                  <a:srgbClr val="000000"/>
                </a:solidFill>
                <a:latin typeface="Century Gothic"/>
              </a:rPr>
              <a:t>The agent provided chemical interpretation for explanations and proposed “actionable insights”</a:t>
            </a:r>
          </a:p>
          <a:p>
            <a:pPr>
              <a:lnSpc>
                <a:spcPct val="100000"/>
              </a:lnSpc>
              <a:spcBef>
                <a:spcPts val="200"/>
              </a:spcBef>
              <a:buClr>
                <a:srgbClr val="0064C8"/>
              </a:buClr>
              <a:buFont typeface="Wingdings" panose="05000000000000000000" pitchFamily="2" charset="2"/>
              <a:buChar char="§"/>
            </a:pPr>
            <a:endParaRPr lang="en-US" sz="1800" spc="-1" dirty="0">
              <a:solidFill>
                <a:srgbClr val="000000"/>
              </a:solidFill>
              <a:latin typeface="Century Gothic"/>
            </a:endParaRPr>
          </a:p>
          <a:p>
            <a:pPr marL="0" indent="0">
              <a:lnSpc>
                <a:spcPct val="100000"/>
              </a:lnSpc>
              <a:spcBef>
                <a:spcPts val="200"/>
              </a:spcBef>
              <a:buClr>
                <a:srgbClr val="0064C8"/>
              </a:buClr>
              <a:buNone/>
            </a:pPr>
            <a:r>
              <a:rPr lang="en-US" sz="1800" b="1" spc="-1" dirty="0">
                <a:solidFill>
                  <a:srgbClr val="000000"/>
                </a:solidFill>
                <a:latin typeface="Century Gothic"/>
              </a:rPr>
              <a:t>Note: </a:t>
            </a:r>
            <a:r>
              <a:rPr lang="en-US" sz="1800" spc="-1" dirty="0">
                <a:solidFill>
                  <a:srgbClr val="000000"/>
                </a:solidFill>
                <a:latin typeface="Century Gothic"/>
              </a:rPr>
              <a:t>results interpretation should be considered with caution!</a:t>
            </a:r>
          </a:p>
          <a:p>
            <a:pPr>
              <a:lnSpc>
                <a:spcPct val="100000"/>
              </a:lnSpc>
              <a:spcBef>
                <a:spcPts val="400"/>
              </a:spcBef>
              <a:buClr>
                <a:srgbClr val="0064C8"/>
              </a:buClr>
            </a:pPr>
            <a:endParaRPr lang="en-US" sz="2000" spc="-1" dirty="0">
              <a:solidFill>
                <a:srgbClr val="000000"/>
              </a:solidFill>
              <a:latin typeface="Century Gothic"/>
            </a:endParaRPr>
          </a:p>
          <a:p>
            <a:pPr>
              <a:lnSpc>
                <a:spcPct val="100000"/>
              </a:lnSpc>
              <a:spcBef>
                <a:spcPts val="400"/>
              </a:spcBef>
              <a:buClr>
                <a:srgbClr val="0064C8"/>
              </a:buClr>
            </a:pPr>
            <a:endParaRPr lang="en-US" sz="2000" spc="-1" dirty="0">
              <a:solidFill>
                <a:srgbClr val="000000"/>
              </a:solidFill>
              <a:latin typeface="Century Gothic"/>
            </a:endParaRPr>
          </a:p>
          <a:p>
            <a:pPr marL="0" indent="0">
              <a:lnSpc>
                <a:spcPct val="100000"/>
              </a:lnSpc>
              <a:spcBef>
                <a:spcPts val="400"/>
              </a:spcBef>
              <a:spcAft>
                <a:spcPts val="601"/>
              </a:spcAft>
              <a:buClr>
                <a:srgbClr val="0064C8"/>
              </a:buClr>
              <a:buNone/>
            </a:pPr>
            <a:endParaRPr lang="en-US" sz="2000" b="1" spc="-1" dirty="0">
              <a:solidFill>
                <a:srgbClr val="000000"/>
              </a:solidFill>
              <a:latin typeface="Century Gothic"/>
            </a:endParaRPr>
          </a:p>
        </p:txBody>
      </p:sp>
    </p:spTree>
    <p:extLst>
      <p:ext uri="{BB962C8B-B14F-4D97-AF65-F5344CB8AC3E}">
        <p14:creationId xmlns:p14="http://schemas.microsoft.com/office/powerpoint/2010/main" val="9752404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1</a:t>
            </a:r>
            <a:endParaRPr lang="en-US" sz="3200" b="0" strike="noStrike" spc="-1" dirty="0">
              <a:solidFill>
                <a:srgbClr val="000000"/>
              </a:solidFill>
              <a:latin typeface="Century Gothic"/>
            </a:endParaRPr>
          </a:p>
        </p:txBody>
      </p:sp>
      <p:pic>
        <p:nvPicPr>
          <p:cNvPr id="17" name="Picture 16">
            <a:extLst>
              <a:ext uri="{FF2B5EF4-FFF2-40B4-BE49-F238E27FC236}">
                <a16:creationId xmlns:a16="http://schemas.microsoft.com/office/drawing/2014/main" id="{67342E73-954A-CBBA-552E-E705A6E52973}"/>
              </a:ext>
            </a:extLst>
          </p:cNvPr>
          <p:cNvPicPr>
            <a:picLocks noChangeAspect="1"/>
          </p:cNvPicPr>
          <p:nvPr/>
        </p:nvPicPr>
        <p:blipFill>
          <a:blip r:embed="rId3"/>
          <a:stretch>
            <a:fillRect/>
          </a:stretch>
        </p:blipFill>
        <p:spPr>
          <a:xfrm>
            <a:off x="380880" y="1423768"/>
            <a:ext cx="8110330" cy="4687388"/>
          </a:xfrm>
          <a:prstGeom prst="rect">
            <a:avLst/>
          </a:prstGeom>
        </p:spPr>
      </p:pic>
    </p:spTree>
    <p:extLst>
      <p:ext uri="{BB962C8B-B14F-4D97-AF65-F5344CB8AC3E}">
        <p14:creationId xmlns:p14="http://schemas.microsoft.com/office/powerpoint/2010/main" val="1856476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2</a:t>
            </a:r>
            <a:endParaRPr lang="en-US" sz="3200" b="0" strike="noStrike" spc="-1" dirty="0">
              <a:solidFill>
                <a:srgbClr val="000000"/>
              </a:solidFill>
              <a:latin typeface="Century Gothic"/>
            </a:endParaRPr>
          </a:p>
        </p:txBody>
      </p:sp>
      <p:pic>
        <p:nvPicPr>
          <p:cNvPr id="12" name="Picture 11">
            <a:extLst>
              <a:ext uri="{FF2B5EF4-FFF2-40B4-BE49-F238E27FC236}">
                <a16:creationId xmlns:a16="http://schemas.microsoft.com/office/drawing/2014/main" id="{E40230FB-91FB-0DC9-7BD8-1BE8E2E79A66}"/>
              </a:ext>
            </a:extLst>
          </p:cNvPr>
          <p:cNvPicPr>
            <a:picLocks noChangeAspect="1"/>
          </p:cNvPicPr>
          <p:nvPr/>
        </p:nvPicPr>
        <p:blipFill>
          <a:blip r:embed="rId3"/>
          <a:stretch>
            <a:fillRect/>
          </a:stretch>
        </p:blipFill>
        <p:spPr>
          <a:xfrm>
            <a:off x="380880" y="1192696"/>
            <a:ext cx="8177259" cy="4495156"/>
          </a:xfrm>
          <a:prstGeom prst="rect">
            <a:avLst/>
          </a:prstGeom>
        </p:spPr>
      </p:pic>
    </p:spTree>
    <p:extLst>
      <p:ext uri="{BB962C8B-B14F-4D97-AF65-F5344CB8AC3E}">
        <p14:creationId xmlns:p14="http://schemas.microsoft.com/office/powerpoint/2010/main" val="4976399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515F23-0912-A838-23CE-B8F00573A2DA}"/>
            </a:ext>
          </a:extLst>
        </p:cNvPr>
        <p:cNvGrpSpPr/>
        <p:nvPr/>
      </p:nvGrpSpPr>
      <p:grpSpPr>
        <a:xfrm>
          <a:off x="0" y="0"/>
          <a:ext cx="0" cy="0"/>
          <a:chOff x="0" y="0"/>
          <a:chExt cx="0" cy="0"/>
        </a:xfrm>
      </p:grpSpPr>
      <p:sp>
        <p:nvSpPr>
          <p:cNvPr id="163" name="PlaceHolder 1">
            <a:extLst>
              <a:ext uri="{FF2B5EF4-FFF2-40B4-BE49-F238E27FC236}">
                <a16:creationId xmlns:a16="http://schemas.microsoft.com/office/drawing/2014/main" id="{57944F4B-F502-E7CC-8790-8737702BC6AC}"/>
              </a:ext>
            </a:extLst>
          </p:cNvPr>
          <p:cNvSpPr>
            <a:spLocks noGrp="1"/>
          </p:cNvSpPr>
          <p:nvPr>
            <p:ph type="title"/>
          </p:nvPr>
        </p:nvSpPr>
        <p:spPr>
          <a:xfrm>
            <a:off x="380880" y="228600"/>
            <a:ext cx="8380080" cy="837720"/>
          </a:xfrm>
          <a:prstGeom prst="rect">
            <a:avLst/>
          </a:prstGeom>
          <a:noFill/>
          <a:ln w="0">
            <a:noFill/>
          </a:ln>
        </p:spPr>
        <p:txBody>
          <a:bodyPr numCol="1" spcCol="0" anchor="ctr">
            <a:noAutofit/>
          </a:bodyPr>
          <a:lstStyle/>
          <a:p>
            <a:pPr>
              <a:lnSpc>
                <a:spcPct val="100000"/>
              </a:lnSpc>
              <a:buNone/>
            </a:pPr>
            <a:r>
              <a:rPr lang="en-US" sz="3200" b="0" strike="noStrike" spc="-1" dirty="0">
                <a:solidFill>
                  <a:srgbClr val="0064C8"/>
                </a:solidFill>
                <a:latin typeface="Century Gothic"/>
              </a:rPr>
              <a:t>Prompt 3</a:t>
            </a:r>
            <a:endParaRPr lang="en-US" sz="3200" b="0" strike="noStrike" spc="-1" dirty="0">
              <a:solidFill>
                <a:srgbClr val="000000"/>
              </a:solidFill>
              <a:latin typeface="Century Gothic"/>
            </a:endParaRPr>
          </a:p>
        </p:txBody>
      </p:sp>
      <p:grpSp>
        <p:nvGrpSpPr>
          <p:cNvPr id="20" name="Group 19">
            <a:extLst>
              <a:ext uri="{FF2B5EF4-FFF2-40B4-BE49-F238E27FC236}">
                <a16:creationId xmlns:a16="http://schemas.microsoft.com/office/drawing/2014/main" id="{81A65B80-1110-F1AF-A893-8B82ECA10662}"/>
              </a:ext>
            </a:extLst>
          </p:cNvPr>
          <p:cNvGrpSpPr>
            <a:grpSpLocks noChangeAspect="1"/>
          </p:cNvGrpSpPr>
          <p:nvPr/>
        </p:nvGrpSpPr>
        <p:grpSpPr>
          <a:xfrm>
            <a:off x="290791" y="857877"/>
            <a:ext cx="7317198" cy="3011903"/>
            <a:chOff x="232995" y="412647"/>
            <a:chExt cx="9811179" cy="4038476"/>
          </a:xfrm>
        </p:grpSpPr>
        <p:sp>
          <p:nvSpPr>
            <p:cNvPr id="2" name="TextBox 1">
              <a:extLst>
                <a:ext uri="{FF2B5EF4-FFF2-40B4-BE49-F238E27FC236}">
                  <a16:creationId xmlns:a16="http://schemas.microsoft.com/office/drawing/2014/main" id="{9803C720-5E38-494F-5EED-73C1A8624CA2}"/>
                </a:ext>
              </a:extLst>
            </p:cNvPr>
            <p:cNvSpPr txBox="1"/>
            <p:nvPr/>
          </p:nvSpPr>
          <p:spPr>
            <a:xfrm>
              <a:off x="232995" y="4079712"/>
              <a:ext cx="9811179" cy="371411"/>
            </a:xfrm>
            <a:prstGeom prst="rect">
              <a:avLst/>
            </a:prstGeom>
            <a:noFill/>
          </p:spPr>
          <p:txBody>
            <a:bodyPr wrap="square">
              <a:spAutoFit/>
            </a:bodyPr>
            <a:lstStyle/>
            <a:p>
              <a:pPr algn="ctr"/>
              <a:endParaRPr lang="en-US" sz="1200" b="1" dirty="0"/>
            </a:p>
          </p:txBody>
        </p:sp>
        <p:grpSp>
          <p:nvGrpSpPr>
            <p:cNvPr id="3" name="Group 2">
              <a:extLst>
                <a:ext uri="{FF2B5EF4-FFF2-40B4-BE49-F238E27FC236}">
                  <a16:creationId xmlns:a16="http://schemas.microsoft.com/office/drawing/2014/main" id="{98A01790-818B-0A8F-30E5-1112281C9B36}"/>
                </a:ext>
              </a:extLst>
            </p:cNvPr>
            <p:cNvGrpSpPr/>
            <p:nvPr/>
          </p:nvGrpSpPr>
          <p:grpSpPr>
            <a:xfrm>
              <a:off x="232995" y="835775"/>
              <a:ext cx="1774658" cy="2310063"/>
              <a:chOff x="990492" y="2511372"/>
              <a:chExt cx="1774658" cy="2310063"/>
            </a:xfrm>
          </p:grpSpPr>
          <p:sp>
            <p:nvSpPr>
              <p:cNvPr id="4" name="Rectangle 3">
                <a:extLst>
                  <a:ext uri="{FF2B5EF4-FFF2-40B4-BE49-F238E27FC236}">
                    <a16:creationId xmlns:a16="http://schemas.microsoft.com/office/drawing/2014/main" id="{29C55CA4-9FFE-F8C7-14D1-7771639D14E4}"/>
                  </a:ext>
                </a:extLst>
              </p:cNvPr>
              <p:cNvSpPr/>
              <p:nvPr/>
            </p:nvSpPr>
            <p:spPr>
              <a:xfrm>
                <a:off x="990492" y="2511372"/>
                <a:ext cx="1774658" cy="2310063"/>
              </a:xfrm>
              <a:prstGeom prst="rect">
                <a:avLst/>
              </a:prstGeom>
              <a:solidFill>
                <a:schemeClr val="accent1">
                  <a:lumMod val="20000"/>
                  <a:lumOff val="80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descr="Customer review with solid fill">
                <a:extLst>
                  <a:ext uri="{FF2B5EF4-FFF2-40B4-BE49-F238E27FC236}">
                    <a16:creationId xmlns:a16="http://schemas.microsoft.com/office/drawing/2014/main" id="{BC3098E3-543E-39F7-8A4E-3EA3BD9DAC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00027" y="3700649"/>
                <a:ext cx="965534" cy="965534"/>
              </a:xfrm>
              <a:prstGeom prst="rect">
                <a:avLst/>
              </a:prstGeom>
            </p:spPr>
          </p:pic>
          <p:pic>
            <p:nvPicPr>
              <p:cNvPr id="6" name="Picture 5">
                <a:extLst>
                  <a:ext uri="{FF2B5EF4-FFF2-40B4-BE49-F238E27FC236}">
                    <a16:creationId xmlns:a16="http://schemas.microsoft.com/office/drawing/2014/main" id="{A6C08A7B-D7B2-8D7E-7551-DA70599DDC7E}"/>
                  </a:ext>
                </a:extLst>
              </p:cNvPr>
              <p:cNvPicPr>
                <a:picLocks noChangeAspect="1"/>
              </p:cNvPicPr>
              <p:nvPr/>
            </p:nvPicPr>
            <p:blipFill>
              <a:blip r:embed="rId5"/>
              <a:stretch>
                <a:fillRect/>
              </a:stretch>
            </p:blipFill>
            <p:spPr>
              <a:xfrm>
                <a:off x="1126882" y="2607575"/>
                <a:ext cx="1525117" cy="996871"/>
              </a:xfrm>
              <a:prstGeom prst="rect">
                <a:avLst/>
              </a:prstGeom>
            </p:spPr>
          </p:pic>
        </p:grpSp>
        <p:sp>
          <p:nvSpPr>
            <p:cNvPr id="7" name="Arrow: Right 6">
              <a:extLst>
                <a:ext uri="{FF2B5EF4-FFF2-40B4-BE49-F238E27FC236}">
                  <a16:creationId xmlns:a16="http://schemas.microsoft.com/office/drawing/2014/main" id="{97128B13-4612-273D-93A3-BB4FE0ECD72E}"/>
                </a:ext>
              </a:extLst>
            </p:cNvPr>
            <p:cNvSpPr/>
            <p:nvPr/>
          </p:nvSpPr>
          <p:spPr>
            <a:xfrm>
              <a:off x="2327498" y="1803354"/>
              <a:ext cx="666746" cy="3749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FA4F87D-A515-0617-5B19-E065DFAAA219}"/>
                </a:ext>
              </a:extLst>
            </p:cNvPr>
            <p:cNvSpPr txBox="1"/>
            <p:nvPr/>
          </p:nvSpPr>
          <p:spPr>
            <a:xfrm>
              <a:off x="6338068" y="412647"/>
              <a:ext cx="2444839" cy="453946"/>
            </a:xfrm>
            <a:prstGeom prst="rect">
              <a:avLst/>
            </a:prstGeom>
            <a:noFill/>
          </p:spPr>
          <p:txBody>
            <a:bodyPr wrap="square" rtlCol="0">
              <a:spAutoFit/>
            </a:bodyPr>
            <a:lstStyle/>
            <a:p>
              <a:pPr algn="ctr"/>
              <a:r>
                <a:rPr lang="en-US" sz="1600" b="1" dirty="0"/>
                <a:t>GNN model</a:t>
              </a:r>
              <a:endParaRPr lang="de-DE" sz="1600" b="1" dirty="0"/>
            </a:p>
          </p:txBody>
        </p:sp>
        <p:sp>
          <p:nvSpPr>
            <p:cNvPr id="10" name="Arrow: Right 9">
              <a:extLst>
                <a:ext uri="{FF2B5EF4-FFF2-40B4-BE49-F238E27FC236}">
                  <a16:creationId xmlns:a16="http://schemas.microsoft.com/office/drawing/2014/main" id="{A3301E51-4E33-A5C6-58D1-99F3B3249BC8}"/>
                </a:ext>
              </a:extLst>
            </p:cNvPr>
            <p:cNvSpPr/>
            <p:nvPr/>
          </p:nvSpPr>
          <p:spPr>
            <a:xfrm rot="5400000">
              <a:off x="786951" y="3558887"/>
              <a:ext cx="666746" cy="3749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6" name="Table 25">
            <a:extLst>
              <a:ext uri="{FF2B5EF4-FFF2-40B4-BE49-F238E27FC236}">
                <a16:creationId xmlns:a16="http://schemas.microsoft.com/office/drawing/2014/main" id="{68417920-1A1F-4AFC-B942-8905FD415E5D}"/>
              </a:ext>
            </a:extLst>
          </p:cNvPr>
          <p:cNvGraphicFramePr>
            <a:graphicFrameLocks noGrp="1"/>
          </p:cNvGraphicFramePr>
          <p:nvPr>
            <p:extLst>
              <p:ext uri="{D42A27DB-BD31-4B8C-83A1-F6EECF244321}">
                <p14:modId xmlns:p14="http://schemas.microsoft.com/office/powerpoint/2010/main" val="3433486519"/>
              </p:ext>
            </p:extLst>
          </p:nvPr>
        </p:nvGraphicFramePr>
        <p:xfrm>
          <a:off x="3180061" y="1264986"/>
          <a:ext cx="5151178" cy="1879038"/>
        </p:xfrm>
        <a:graphic>
          <a:graphicData uri="http://schemas.openxmlformats.org/drawingml/2006/table">
            <a:tbl>
              <a:tblPr/>
              <a:tblGrid>
                <a:gridCol w="2575589">
                  <a:extLst>
                    <a:ext uri="{9D8B030D-6E8A-4147-A177-3AD203B41FA5}">
                      <a16:colId xmlns:a16="http://schemas.microsoft.com/office/drawing/2014/main" val="1345119026"/>
                    </a:ext>
                  </a:extLst>
                </a:gridCol>
                <a:gridCol w="2575589">
                  <a:extLst>
                    <a:ext uri="{9D8B030D-6E8A-4147-A177-3AD203B41FA5}">
                      <a16:colId xmlns:a16="http://schemas.microsoft.com/office/drawing/2014/main" val="3277196317"/>
                    </a:ext>
                  </a:extLst>
                </a:gridCol>
              </a:tblGrid>
              <a:tr h="329919">
                <a:tc>
                  <a:txBody>
                    <a:bodyPr/>
                    <a:lstStyle/>
                    <a:p>
                      <a:pPr algn="l" fontAlgn="t" latinLnBrk="0"/>
                      <a:r>
                        <a:rPr lang="de-DE" sz="1000" b="1">
                          <a:effectLst/>
                        </a:rPr>
                        <a:t>Architecture</a:t>
                      </a:r>
                      <a:endParaRPr lang="de-DE" sz="10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en-US" sz="1000" dirty="0">
                          <a:effectLst/>
                        </a:rPr>
                        <a:t>GCN (4 layers, 64 hidden channels)</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62138103"/>
                  </a:ext>
                </a:extLst>
              </a:tr>
              <a:tr h="230943">
                <a:tc>
                  <a:txBody>
                    <a:bodyPr/>
                    <a:lstStyle/>
                    <a:p>
                      <a:pPr algn="l" fontAlgn="t" latinLnBrk="0"/>
                      <a:r>
                        <a:rPr lang="de-DE" sz="1000" b="1" dirty="0">
                          <a:effectLst/>
                        </a:rPr>
                        <a:t>Training Samples</a:t>
                      </a:r>
                      <a:endParaRPr lang="de-DE" sz="1000" dirty="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1000" dirty="0">
                          <a:effectLst/>
                        </a:rPr>
                        <a:t>5,342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26904544"/>
                  </a:ext>
                </a:extLst>
              </a:tr>
              <a:tr h="230943">
                <a:tc>
                  <a:txBody>
                    <a:bodyPr/>
                    <a:lstStyle/>
                    <a:p>
                      <a:pPr algn="l" fontAlgn="t" latinLnBrk="0"/>
                      <a:r>
                        <a:rPr lang="de-DE" sz="1000" b="1" dirty="0">
                          <a:effectLst/>
                        </a:rPr>
                        <a:t>Validation Samples</a:t>
                      </a:r>
                      <a:endParaRPr lang="de-DE" sz="1000" dirty="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1000" dirty="0">
                          <a:effectLst/>
                        </a:rPr>
                        <a:t>668</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1477366"/>
                  </a:ext>
                </a:extLst>
              </a:tr>
              <a:tr h="131968">
                <a:tc>
                  <a:txBody>
                    <a:bodyPr/>
                    <a:lstStyle/>
                    <a:p>
                      <a:pPr algn="l" fontAlgn="t" latinLnBrk="0"/>
                      <a:r>
                        <a:rPr lang="de-DE" sz="1000" b="1" dirty="0">
                          <a:effectLst/>
                        </a:rPr>
                        <a:t>Test Samples</a:t>
                      </a:r>
                      <a:endParaRPr lang="de-DE" sz="1000" dirty="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1000" dirty="0">
                          <a:effectLst/>
                        </a:rPr>
                        <a:t>835</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1319687"/>
                  </a:ext>
                </a:extLst>
              </a:tr>
              <a:tr h="329919">
                <a:tc>
                  <a:txBody>
                    <a:bodyPr/>
                    <a:lstStyle/>
                    <a:p>
                      <a:pPr algn="l" fontAlgn="t" latinLnBrk="0"/>
                      <a:r>
                        <a:rPr lang="de-DE" sz="1000" b="1">
                          <a:effectLst/>
                        </a:rPr>
                        <a:t>Best Validation Accuracy</a:t>
                      </a:r>
                      <a:endParaRPr lang="de-DE" sz="10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1000" b="1" dirty="0">
                          <a:effectLst/>
                        </a:rPr>
                        <a:t>95.96%</a:t>
                      </a:r>
                      <a:endParaRPr lang="de-DE" sz="1000" dirty="0">
                        <a:effectLs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2674202"/>
                  </a:ext>
                </a:extLst>
              </a:tr>
              <a:tr h="131968">
                <a:tc>
                  <a:txBody>
                    <a:bodyPr/>
                    <a:lstStyle/>
                    <a:p>
                      <a:pPr algn="l" fontAlgn="t" latinLnBrk="0"/>
                      <a:r>
                        <a:rPr lang="de-DE" sz="1000" b="1">
                          <a:effectLst/>
                        </a:rPr>
                        <a:t>Test Accuracy</a:t>
                      </a:r>
                      <a:endParaRPr lang="de-DE" sz="10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1000" b="1" dirty="0">
                          <a:effectLst/>
                        </a:rPr>
                        <a:t>95.21%</a:t>
                      </a:r>
                      <a:endParaRPr lang="de-DE" sz="1000" dirty="0">
                        <a:effectLs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11156515"/>
                  </a:ext>
                </a:extLst>
              </a:tr>
              <a:tr h="230943">
                <a:tc>
                  <a:txBody>
                    <a:bodyPr/>
                    <a:lstStyle/>
                    <a:p>
                      <a:pPr algn="l" fontAlgn="t" latinLnBrk="0"/>
                      <a:r>
                        <a:rPr lang="de-DE" sz="1000" b="1" dirty="0">
                          <a:effectLst/>
                        </a:rPr>
                        <a:t>Training Loss </a:t>
                      </a:r>
                      <a:r>
                        <a:rPr lang="de-DE" sz="1000" b="1" dirty="0" err="1">
                          <a:effectLst/>
                        </a:rPr>
                        <a:t>Metric</a:t>
                      </a:r>
                      <a:endParaRPr lang="de-DE" sz="1000" dirty="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1000" dirty="0">
                          <a:effectLst/>
                        </a:rPr>
                        <a:t>Binary Cross-</a:t>
                      </a:r>
                      <a:r>
                        <a:rPr lang="de-DE" sz="1000" dirty="0" err="1">
                          <a:effectLst/>
                        </a:rPr>
                        <a:t>Entropy</a:t>
                      </a:r>
                      <a:endParaRPr lang="de-DE" sz="1000" dirty="0">
                        <a:effectLs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1175223"/>
                  </a:ext>
                </a:extLst>
              </a:tr>
            </a:tbl>
          </a:graphicData>
        </a:graphic>
      </p:graphicFrame>
      <p:sp>
        <p:nvSpPr>
          <p:cNvPr id="28" name="TextBox 27">
            <a:extLst>
              <a:ext uri="{FF2B5EF4-FFF2-40B4-BE49-F238E27FC236}">
                <a16:creationId xmlns:a16="http://schemas.microsoft.com/office/drawing/2014/main" id="{61609AF1-C869-43C4-A801-DADCFAA97D78}"/>
              </a:ext>
            </a:extLst>
          </p:cNvPr>
          <p:cNvSpPr txBox="1"/>
          <p:nvPr/>
        </p:nvSpPr>
        <p:spPr>
          <a:xfrm>
            <a:off x="1110455" y="6367558"/>
            <a:ext cx="1823366" cy="338554"/>
          </a:xfrm>
          <a:prstGeom prst="rect">
            <a:avLst/>
          </a:prstGeom>
          <a:noFill/>
        </p:spPr>
        <p:txBody>
          <a:bodyPr wrap="square" rtlCol="0">
            <a:spAutoFit/>
          </a:bodyPr>
          <a:lstStyle/>
          <a:p>
            <a:pPr algn="ctr"/>
            <a:r>
              <a:rPr lang="en-US" sz="1600" b="1" dirty="0"/>
              <a:t>GCN</a:t>
            </a:r>
            <a:endParaRPr lang="de-DE" sz="1600" b="1" dirty="0"/>
          </a:p>
        </p:txBody>
      </p:sp>
      <p:sp>
        <p:nvSpPr>
          <p:cNvPr id="29" name="TextBox 28">
            <a:extLst>
              <a:ext uri="{FF2B5EF4-FFF2-40B4-BE49-F238E27FC236}">
                <a16:creationId xmlns:a16="http://schemas.microsoft.com/office/drawing/2014/main" id="{FBCF2756-B344-4B47-A8E8-C0E356215CFB}"/>
              </a:ext>
            </a:extLst>
          </p:cNvPr>
          <p:cNvSpPr txBox="1"/>
          <p:nvPr/>
        </p:nvSpPr>
        <p:spPr>
          <a:xfrm>
            <a:off x="952563" y="3791447"/>
            <a:ext cx="2701504" cy="338554"/>
          </a:xfrm>
          <a:prstGeom prst="rect">
            <a:avLst/>
          </a:prstGeom>
          <a:noFill/>
        </p:spPr>
        <p:txBody>
          <a:bodyPr wrap="square" rtlCol="0">
            <a:spAutoFit/>
          </a:bodyPr>
          <a:lstStyle/>
          <a:p>
            <a:pPr algn="ctr"/>
            <a:r>
              <a:rPr lang="en-US" sz="1600" b="1" dirty="0"/>
              <a:t>Active compound</a:t>
            </a:r>
            <a:endParaRPr lang="de-DE" sz="1600" b="1" dirty="0"/>
          </a:p>
        </p:txBody>
      </p:sp>
      <p:sp>
        <p:nvSpPr>
          <p:cNvPr id="30" name="TextBox 29">
            <a:extLst>
              <a:ext uri="{FF2B5EF4-FFF2-40B4-BE49-F238E27FC236}">
                <a16:creationId xmlns:a16="http://schemas.microsoft.com/office/drawing/2014/main" id="{D47CD1F0-89C8-4E41-807F-68D74C26F905}"/>
              </a:ext>
            </a:extLst>
          </p:cNvPr>
          <p:cNvSpPr txBox="1"/>
          <p:nvPr/>
        </p:nvSpPr>
        <p:spPr>
          <a:xfrm>
            <a:off x="5104680" y="3760415"/>
            <a:ext cx="2701504" cy="338554"/>
          </a:xfrm>
          <a:prstGeom prst="rect">
            <a:avLst/>
          </a:prstGeom>
          <a:noFill/>
        </p:spPr>
        <p:txBody>
          <a:bodyPr wrap="square" rtlCol="0">
            <a:spAutoFit/>
          </a:bodyPr>
          <a:lstStyle/>
          <a:p>
            <a:pPr algn="ctr"/>
            <a:r>
              <a:rPr lang="en-US" sz="1600" b="1" dirty="0"/>
              <a:t>Inactive compound</a:t>
            </a:r>
            <a:endParaRPr lang="de-DE" sz="1600" b="1" dirty="0"/>
          </a:p>
        </p:txBody>
      </p:sp>
      <p:graphicFrame>
        <p:nvGraphicFramePr>
          <p:cNvPr id="31" name="Table 30">
            <a:extLst>
              <a:ext uri="{FF2B5EF4-FFF2-40B4-BE49-F238E27FC236}">
                <a16:creationId xmlns:a16="http://schemas.microsoft.com/office/drawing/2014/main" id="{DC46C266-5C28-48AF-82A0-64DA7CECF672}"/>
              </a:ext>
            </a:extLst>
          </p:cNvPr>
          <p:cNvGraphicFramePr>
            <a:graphicFrameLocks noGrp="1"/>
          </p:cNvGraphicFramePr>
          <p:nvPr>
            <p:extLst>
              <p:ext uri="{D42A27DB-BD31-4B8C-83A1-F6EECF244321}">
                <p14:modId xmlns:p14="http://schemas.microsoft.com/office/powerpoint/2010/main" val="3170976194"/>
              </p:ext>
            </p:extLst>
          </p:nvPr>
        </p:nvGraphicFramePr>
        <p:xfrm>
          <a:off x="305234" y="4187885"/>
          <a:ext cx="4024456" cy="1764067"/>
        </p:xfrm>
        <a:graphic>
          <a:graphicData uri="http://schemas.openxmlformats.org/drawingml/2006/table">
            <a:tbl>
              <a:tblPr/>
              <a:tblGrid>
                <a:gridCol w="2012228">
                  <a:extLst>
                    <a:ext uri="{9D8B030D-6E8A-4147-A177-3AD203B41FA5}">
                      <a16:colId xmlns:a16="http://schemas.microsoft.com/office/drawing/2014/main" val="3542428693"/>
                    </a:ext>
                  </a:extLst>
                </a:gridCol>
                <a:gridCol w="2012228">
                  <a:extLst>
                    <a:ext uri="{9D8B030D-6E8A-4147-A177-3AD203B41FA5}">
                      <a16:colId xmlns:a16="http://schemas.microsoft.com/office/drawing/2014/main" val="124017256"/>
                    </a:ext>
                  </a:extLst>
                </a:gridCol>
              </a:tblGrid>
              <a:tr h="118721">
                <a:tc>
                  <a:txBody>
                    <a:bodyPr/>
                    <a:lstStyle/>
                    <a:p>
                      <a:pPr algn="l" latinLnBrk="0"/>
                      <a:r>
                        <a:rPr lang="de-DE" sz="800" b="1" dirty="0">
                          <a:effectLst/>
                        </a:rPr>
                        <a:t>Property</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latinLnBrk="0"/>
                      <a:r>
                        <a:rPr lang="de-DE" sz="800" b="1" dirty="0">
                          <a:effectLst/>
                        </a:rPr>
                        <a:t>Value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500945"/>
                  </a:ext>
                </a:extLst>
              </a:tr>
              <a:tr h="118721">
                <a:tc>
                  <a:txBody>
                    <a:bodyPr/>
                    <a:lstStyle/>
                    <a:p>
                      <a:pPr algn="l" fontAlgn="t" latinLnBrk="0"/>
                      <a:r>
                        <a:rPr lang="de-DE" sz="800" b="1" dirty="0">
                          <a:effectLst/>
                        </a:rPr>
                        <a:t>SMILES</a:t>
                      </a:r>
                      <a:endParaRPr lang="de-DE" sz="800" dirty="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800" dirty="0">
                          <a:effectLst/>
                        </a:rPr>
                        <a:t>O=C(NCC=CCN1CCN(c2cccc(Cl)c2Cl)CC1)c1cccnc1</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3579187"/>
                  </a:ext>
                </a:extLst>
              </a:tr>
              <a:tr h="118721">
                <a:tc>
                  <a:txBody>
                    <a:bodyPr/>
                    <a:lstStyle/>
                    <a:p>
                      <a:pPr algn="l" fontAlgn="t" latinLnBrk="0"/>
                      <a:r>
                        <a:rPr lang="de-DE" sz="800" b="1">
                          <a:effectLst/>
                        </a:rPr>
                        <a:t>True Label</a:t>
                      </a:r>
                      <a:endParaRPr lang="de-DE" sz="8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800" dirty="0">
                          <a:effectLst/>
                        </a:rPr>
                        <a:t>1 (</a:t>
                      </a:r>
                      <a:r>
                        <a:rPr lang="de-DE" sz="800" dirty="0" err="1">
                          <a:effectLst/>
                        </a:rPr>
                        <a:t>Active</a:t>
                      </a:r>
                      <a:r>
                        <a:rPr lang="de-DE" sz="800" dirty="0">
                          <a:effectLst/>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7410602"/>
                  </a:ext>
                </a:extLst>
              </a:tr>
              <a:tr h="158369">
                <a:tc>
                  <a:txBody>
                    <a:bodyPr/>
                    <a:lstStyle/>
                    <a:p>
                      <a:pPr algn="l" fontAlgn="t" latinLnBrk="0"/>
                      <a:r>
                        <a:rPr lang="de-DE" sz="800" b="1">
                          <a:effectLst/>
                        </a:rPr>
                        <a:t>Predicted Label</a:t>
                      </a:r>
                      <a:endParaRPr lang="de-DE" sz="8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800" dirty="0">
                          <a:effectLst/>
                        </a:rPr>
                        <a:t>1 (</a:t>
                      </a:r>
                      <a:r>
                        <a:rPr lang="de-DE" sz="800" dirty="0" err="1">
                          <a:effectLst/>
                        </a:rPr>
                        <a:t>Active</a:t>
                      </a:r>
                      <a:r>
                        <a:rPr lang="de-DE" sz="800" dirty="0">
                          <a:effectLst/>
                        </a:rPr>
                        <a: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45409055"/>
                  </a:ext>
                </a:extLst>
              </a:tr>
              <a:tr h="118721">
                <a:tc>
                  <a:txBody>
                    <a:bodyPr/>
                    <a:lstStyle/>
                    <a:p>
                      <a:pPr algn="l" fontAlgn="t" latinLnBrk="0"/>
                      <a:r>
                        <a:rPr lang="de-DE" sz="800" b="1">
                          <a:effectLst/>
                        </a:rPr>
                        <a:t>Confidence</a:t>
                      </a:r>
                      <a:endParaRPr lang="de-DE" sz="8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800" b="1">
                          <a:effectLst/>
                        </a:rPr>
                        <a:t>99.99%</a:t>
                      </a:r>
                      <a:endParaRPr lang="de-DE" sz="800">
                        <a:effectLs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9342465"/>
                  </a:ext>
                </a:extLst>
              </a:tr>
              <a:tr h="158369">
                <a:tc>
                  <a:txBody>
                    <a:bodyPr/>
                    <a:lstStyle/>
                    <a:p>
                      <a:pPr algn="l" fontAlgn="t" latinLnBrk="0"/>
                      <a:r>
                        <a:rPr lang="de-DE" sz="800" b="1">
                          <a:effectLst/>
                        </a:rPr>
                        <a:t>Molecular Weight</a:t>
                      </a:r>
                      <a:endParaRPr lang="de-DE" sz="8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800">
                          <a:effectLst/>
                        </a:rPr>
                        <a:t>~441.34 g/mol</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77316774"/>
                  </a:ext>
                </a:extLst>
              </a:tr>
              <a:tr h="361987">
                <a:tc>
                  <a:txBody>
                    <a:bodyPr/>
                    <a:lstStyle/>
                    <a:p>
                      <a:pPr algn="l" fontAlgn="t" latinLnBrk="0"/>
                      <a:r>
                        <a:rPr lang="de-DE" sz="800" b="1">
                          <a:effectLst/>
                        </a:rPr>
                        <a:t>Key Features</a:t>
                      </a:r>
                      <a:endParaRPr lang="de-DE" sz="8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800" dirty="0" err="1">
                          <a:effectLst/>
                        </a:rPr>
                        <a:t>Dichlorophenyl</a:t>
                      </a:r>
                      <a:r>
                        <a:rPr lang="de-DE" sz="800" dirty="0">
                          <a:effectLst/>
                        </a:rPr>
                        <a:t> ring, </a:t>
                      </a:r>
                      <a:r>
                        <a:rPr lang="de-DE" sz="800" dirty="0" err="1">
                          <a:effectLst/>
                        </a:rPr>
                        <a:t>piperazine</a:t>
                      </a:r>
                      <a:r>
                        <a:rPr lang="de-DE" sz="800" dirty="0">
                          <a:effectLst/>
                        </a:rPr>
                        <a:t>, </a:t>
                      </a:r>
                      <a:r>
                        <a:rPr lang="de-DE" sz="800" dirty="0" err="1">
                          <a:effectLst/>
                        </a:rPr>
                        <a:t>pyridine</a:t>
                      </a:r>
                      <a:r>
                        <a:rPr lang="de-DE" sz="800" dirty="0">
                          <a:effectLst/>
                        </a:rPr>
                        <a:t>, </a:t>
                      </a:r>
                      <a:r>
                        <a:rPr lang="de-DE" sz="800" dirty="0" err="1">
                          <a:effectLst/>
                        </a:rPr>
                        <a:t>amide</a:t>
                      </a:r>
                      <a:r>
                        <a:rPr lang="de-DE" sz="800" dirty="0">
                          <a:effectLst/>
                        </a:rPr>
                        <a:t> linker</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4377521"/>
                  </a:ext>
                </a:extLst>
              </a:tr>
            </a:tbl>
          </a:graphicData>
        </a:graphic>
      </p:graphicFrame>
      <p:graphicFrame>
        <p:nvGraphicFramePr>
          <p:cNvPr id="34" name="Table 33">
            <a:extLst>
              <a:ext uri="{FF2B5EF4-FFF2-40B4-BE49-F238E27FC236}">
                <a16:creationId xmlns:a16="http://schemas.microsoft.com/office/drawing/2014/main" id="{0A508FAD-C70F-46AE-8059-8995ECE25A88}"/>
              </a:ext>
            </a:extLst>
          </p:cNvPr>
          <p:cNvGraphicFramePr>
            <a:graphicFrameLocks noGrp="1"/>
          </p:cNvGraphicFramePr>
          <p:nvPr>
            <p:extLst>
              <p:ext uri="{D42A27DB-BD31-4B8C-83A1-F6EECF244321}">
                <p14:modId xmlns:p14="http://schemas.microsoft.com/office/powerpoint/2010/main" val="1377645866"/>
              </p:ext>
            </p:extLst>
          </p:nvPr>
        </p:nvGraphicFramePr>
        <p:xfrm>
          <a:off x="4520633" y="4187885"/>
          <a:ext cx="4024456" cy="1764067"/>
        </p:xfrm>
        <a:graphic>
          <a:graphicData uri="http://schemas.openxmlformats.org/drawingml/2006/table">
            <a:tbl>
              <a:tblPr/>
              <a:tblGrid>
                <a:gridCol w="2012228">
                  <a:extLst>
                    <a:ext uri="{9D8B030D-6E8A-4147-A177-3AD203B41FA5}">
                      <a16:colId xmlns:a16="http://schemas.microsoft.com/office/drawing/2014/main" val="3542428693"/>
                    </a:ext>
                  </a:extLst>
                </a:gridCol>
                <a:gridCol w="2012228">
                  <a:extLst>
                    <a:ext uri="{9D8B030D-6E8A-4147-A177-3AD203B41FA5}">
                      <a16:colId xmlns:a16="http://schemas.microsoft.com/office/drawing/2014/main" val="124017256"/>
                    </a:ext>
                  </a:extLst>
                </a:gridCol>
              </a:tblGrid>
              <a:tr h="118721">
                <a:tc>
                  <a:txBody>
                    <a:bodyPr/>
                    <a:lstStyle/>
                    <a:p>
                      <a:pPr algn="l" latinLnBrk="0"/>
                      <a:r>
                        <a:rPr lang="de-DE" sz="800" b="1" dirty="0">
                          <a:effectLst/>
                        </a:rPr>
                        <a:t>Property</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latinLnBrk="0"/>
                      <a:r>
                        <a:rPr lang="de-DE" sz="800" b="1" dirty="0">
                          <a:effectLst/>
                        </a:rPr>
                        <a:t>Value</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500945"/>
                  </a:ext>
                </a:extLst>
              </a:tr>
              <a:tr h="118721">
                <a:tc>
                  <a:txBody>
                    <a:bodyPr/>
                    <a:lstStyle/>
                    <a:p>
                      <a:pPr algn="l" fontAlgn="t" latinLnBrk="0"/>
                      <a:r>
                        <a:rPr lang="de-DE" sz="800" b="1">
                          <a:effectLst/>
                        </a:rPr>
                        <a:t>SMILES</a:t>
                      </a:r>
                      <a:endParaRPr lang="de-DE" sz="8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pt-BR" sz="800">
                          <a:effectLst/>
                        </a:rPr>
                        <a:t>Cc1c(Cl)cccc1S(=O)(=O)N1CCCCC1C(=O)NC1C2CC3CC1CC(O)(C3)C2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3579187"/>
                  </a:ext>
                </a:extLst>
              </a:tr>
              <a:tr h="118721">
                <a:tc>
                  <a:txBody>
                    <a:bodyPr/>
                    <a:lstStyle/>
                    <a:p>
                      <a:pPr algn="l" fontAlgn="t" latinLnBrk="0"/>
                      <a:r>
                        <a:rPr lang="de-DE" sz="800" b="1">
                          <a:effectLst/>
                        </a:rPr>
                        <a:t>True Label</a:t>
                      </a:r>
                      <a:endParaRPr lang="de-DE" sz="8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800">
                          <a:effectLst/>
                        </a:rPr>
                        <a:t>0 (Inactive)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7410602"/>
                  </a:ext>
                </a:extLst>
              </a:tr>
              <a:tr h="158369">
                <a:tc>
                  <a:txBody>
                    <a:bodyPr/>
                    <a:lstStyle/>
                    <a:p>
                      <a:pPr algn="l" fontAlgn="t" latinLnBrk="0"/>
                      <a:r>
                        <a:rPr lang="de-DE" sz="800" b="1">
                          <a:effectLst/>
                        </a:rPr>
                        <a:t>Predicted Label</a:t>
                      </a:r>
                      <a:endParaRPr lang="de-DE" sz="8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800">
                          <a:effectLst/>
                        </a:rPr>
                        <a:t>0 (Inactive)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45409055"/>
                  </a:ext>
                </a:extLst>
              </a:tr>
              <a:tr h="118721">
                <a:tc>
                  <a:txBody>
                    <a:bodyPr/>
                    <a:lstStyle/>
                    <a:p>
                      <a:pPr algn="l" fontAlgn="t" latinLnBrk="0"/>
                      <a:r>
                        <a:rPr lang="de-DE" sz="800" b="1">
                          <a:effectLst/>
                        </a:rPr>
                        <a:t>Confidence</a:t>
                      </a:r>
                      <a:endParaRPr lang="de-DE" sz="8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800" b="1">
                          <a:effectLst/>
                        </a:rPr>
                        <a:t>99.38%</a:t>
                      </a:r>
                      <a:endParaRPr lang="de-DE" sz="800">
                        <a:effectLs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9342465"/>
                  </a:ext>
                </a:extLst>
              </a:tr>
              <a:tr h="158369">
                <a:tc>
                  <a:txBody>
                    <a:bodyPr/>
                    <a:lstStyle/>
                    <a:p>
                      <a:pPr algn="l" fontAlgn="t" latinLnBrk="0"/>
                      <a:r>
                        <a:rPr lang="de-DE" sz="800" b="1">
                          <a:effectLst/>
                        </a:rPr>
                        <a:t>Molecular Weight</a:t>
                      </a:r>
                      <a:endParaRPr lang="de-DE" sz="8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800">
                          <a:effectLst/>
                        </a:rPr>
                        <a:t>~415.53 g/mol</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77316774"/>
                  </a:ext>
                </a:extLst>
              </a:tr>
              <a:tr h="361987">
                <a:tc>
                  <a:txBody>
                    <a:bodyPr/>
                    <a:lstStyle/>
                    <a:p>
                      <a:pPr algn="l" fontAlgn="t" latinLnBrk="0"/>
                      <a:r>
                        <a:rPr lang="de-DE" sz="800" b="1">
                          <a:effectLst/>
                        </a:rPr>
                        <a:t>Key Features</a:t>
                      </a:r>
                      <a:endParaRPr lang="de-DE" sz="800">
                        <a:effectLst/>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latinLnBrk="0"/>
                      <a:r>
                        <a:rPr lang="de-DE" sz="800" dirty="0" err="1">
                          <a:effectLst/>
                        </a:rPr>
                        <a:t>Chlorotoluene</a:t>
                      </a:r>
                      <a:r>
                        <a:rPr lang="de-DE" sz="800" dirty="0">
                          <a:effectLst/>
                        </a:rPr>
                        <a:t>, </a:t>
                      </a:r>
                      <a:r>
                        <a:rPr lang="de-DE" sz="800" dirty="0" err="1">
                          <a:effectLst/>
                        </a:rPr>
                        <a:t>sulfonamide</a:t>
                      </a:r>
                      <a:r>
                        <a:rPr lang="de-DE" sz="800" dirty="0">
                          <a:effectLst/>
                        </a:rPr>
                        <a:t>, </a:t>
                      </a:r>
                      <a:r>
                        <a:rPr lang="de-DE" sz="800" dirty="0" err="1">
                          <a:effectLst/>
                        </a:rPr>
                        <a:t>bicyclic</a:t>
                      </a:r>
                      <a:r>
                        <a:rPr lang="de-DE" sz="800" dirty="0">
                          <a:effectLst/>
                        </a:rPr>
                        <a:t> </a:t>
                      </a:r>
                      <a:r>
                        <a:rPr lang="de-DE" sz="800" dirty="0" err="1">
                          <a:effectLst/>
                        </a:rPr>
                        <a:t>terpenoid</a:t>
                      </a:r>
                      <a:endParaRPr lang="de-DE" sz="800" dirty="0">
                        <a:effectLs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4377521"/>
                  </a:ext>
                </a:extLst>
              </a:tr>
            </a:tbl>
          </a:graphicData>
        </a:graphic>
      </p:graphicFrame>
    </p:spTree>
    <p:extLst>
      <p:ext uri="{BB962C8B-B14F-4D97-AF65-F5344CB8AC3E}">
        <p14:creationId xmlns:p14="http://schemas.microsoft.com/office/powerpoint/2010/main" val="1124214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2779</Words>
  <Application>Microsoft Office PowerPoint</Application>
  <PresentationFormat>On-screen Show (4:3)</PresentationFormat>
  <Paragraphs>454</Paragraphs>
  <Slides>33</Slides>
  <Notes>18</Notes>
  <HiddenSlides>11</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33</vt:i4>
      </vt:variant>
    </vt:vector>
  </HeadingPairs>
  <TitlesOfParts>
    <vt:vector size="45" baseType="lpstr">
      <vt:lpstr>Aptos</vt:lpstr>
      <vt:lpstr>Arial</vt:lpstr>
      <vt:lpstr>Calibri</vt:lpstr>
      <vt:lpstr>Century Gothic</vt:lpstr>
      <vt:lpstr>StarSymbol</vt:lpstr>
      <vt:lpstr>Symbol</vt:lpstr>
      <vt:lpstr>Times New Roman</vt:lpstr>
      <vt:lpstr>ui-sans-serif</vt:lpstr>
      <vt:lpstr>Wingdings</vt:lpstr>
      <vt:lpstr>Wingdings 2</vt:lpstr>
      <vt:lpstr>Office Theme</vt:lpstr>
      <vt:lpstr>Office Theme</vt:lpstr>
      <vt:lpstr>AI Agent for ChemicHAL Explainability</vt:lpstr>
      <vt:lpstr>PowerPoint Presentation</vt:lpstr>
      <vt:lpstr>Project description</vt:lpstr>
      <vt:lpstr>Project goals</vt:lpstr>
      <vt:lpstr>Project setup</vt:lpstr>
      <vt:lpstr>Study objectives</vt:lpstr>
      <vt:lpstr>Prompt 1</vt:lpstr>
      <vt:lpstr>Prompt 1</vt:lpstr>
      <vt:lpstr>Prompt 1</vt:lpstr>
      <vt:lpstr>Prompt 2</vt:lpstr>
      <vt:lpstr>Prompt 2</vt:lpstr>
      <vt:lpstr>Prompt 2</vt:lpstr>
      <vt:lpstr>Prompt 3</vt:lpstr>
      <vt:lpstr>Prompt 3</vt:lpstr>
      <vt:lpstr>Prompt 3</vt:lpstr>
      <vt:lpstr>Prompt 4</vt:lpstr>
      <vt:lpstr>Prompt 4</vt:lpstr>
      <vt:lpstr>Prompt 4</vt:lpstr>
      <vt:lpstr>Prompt 4</vt:lpstr>
      <vt:lpstr>Conclusion</vt:lpstr>
      <vt:lpstr>Future perspective</vt:lpstr>
      <vt:lpstr>Lessons learned</vt:lpstr>
      <vt:lpstr>Prompt 3</vt:lpstr>
      <vt:lpstr>Prompt 3</vt:lpstr>
      <vt:lpstr>Prompt 4</vt:lpstr>
      <vt:lpstr>Prompt 3</vt:lpstr>
      <vt:lpstr>Prompt 3</vt:lpstr>
      <vt:lpstr>Prompt 3</vt:lpstr>
      <vt:lpstr>LIVE DEMO</vt:lpstr>
      <vt:lpstr>Conclusion</vt:lpstr>
      <vt:lpstr>Prompt 1</vt:lpstr>
      <vt:lpstr>Prompt 2</vt:lpstr>
      <vt:lpstr>Prompt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Andrea Mastropietro</dc:creator>
  <dc:description/>
  <cp:lastModifiedBy>Alec Lamens</cp:lastModifiedBy>
  <cp:revision>1724</cp:revision>
  <cp:lastPrinted>2019-01-04T13:46:38Z</cp:lastPrinted>
  <dcterms:created xsi:type="dcterms:W3CDTF">2006-08-16T00:00:00Z</dcterms:created>
  <dcterms:modified xsi:type="dcterms:W3CDTF">2026-05-06T14:28:58Z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Slides">
    <vt:i4>5</vt:i4>
  </property>
</Properties>
</file>