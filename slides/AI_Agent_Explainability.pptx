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sldIdLst>
    <p:sldId id="297" r:id="rId3"/>
    <p:sldId id="298" r:id="rId4"/>
    <p:sldId id="299" r:id="rId5"/>
    <p:sldId id="301" r:id="rId6"/>
    <p:sldId id="300" r:id="rId7"/>
    <p:sldId id="302" r:id="rId8"/>
    <p:sldId id="303" r:id="rId9"/>
    <p:sldId id="304" r:id="rId10"/>
  </p:sldIdLst>
  <p:sldSz cx="9144000" cy="6858000" type="screen4x3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3" autoAdjust="0"/>
    <p:restoredTop sz="94669" autoAdjust="0"/>
  </p:normalViewPr>
  <p:slideViewPr>
    <p:cSldViewPr snapToGrid="0">
      <p:cViewPr varScale="1">
        <p:scale>
          <a:sx n="150" d="100"/>
          <a:sy n="150" d="100"/>
        </p:scale>
        <p:origin x="2094" y="10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microsoft.com/office/2016/11/relationships/changesInfo" Target="changesInfos/changesInfo1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iago Janela" userId="ee1a79fe-c79c-4f34-9602-7f6f2f0482b3" providerId="ADAL" clId="{67D2C233-DF3C-4C6D-9040-D7553E3BCB8A}"/>
    <pc:docChg chg="delSld modSld">
      <pc:chgData name="Tiago Janela" userId="ee1a79fe-c79c-4f34-9602-7f6f2f0482b3" providerId="ADAL" clId="{67D2C233-DF3C-4C6D-9040-D7553E3BCB8A}" dt="2026-03-16T14:03:02.466" v="54" actId="20577"/>
      <pc:docMkLst>
        <pc:docMk/>
      </pc:docMkLst>
      <pc:sldChg chg="del">
        <pc:chgData name="Tiago Janela" userId="ee1a79fe-c79c-4f34-9602-7f6f2f0482b3" providerId="ADAL" clId="{67D2C233-DF3C-4C6D-9040-D7553E3BCB8A}" dt="2026-03-16T14:02:41.446" v="6" actId="47"/>
        <pc:sldMkLst>
          <pc:docMk/>
          <pc:sldMk cId="901468915" sldId="296"/>
        </pc:sldMkLst>
      </pc:sldChg>
      <pc:sldChg chg="modSp mod">
        <pc:chgData name="Tiago Janela" userId="ee1a79fe-c79c-4f34-9602-7f6f2f0482b3" providerId="ADAL" clId="{67D2C233-DF3C-4C6D-9040-D7553E3BCB8A}" dt="2026-03-16T14:03:02.466" v="54" actId="20577"/>
        <pc:sldMkLst>
          <pc:docMk/>
          <pc:sldMk cId="829672710" sldId="297"/>
        </pc:sldMkLst>
        <pc:spChg chg="mod">
          <ac:chgData name="Tiago Janela" userId="ee1a79fe-c79c-4f34-9602-7f6f2f0482b3" providerId="ADAL" clId="{67D2C233-DF3C-4C6D-9040-D7553E3BCB8A}" dt="2026-03-16T14:03:02.466" v="54" actId="20577"/>
          <ac:spMkLst>
            <pc:docMk/>
            <pc:sldMk cId="829672710" sldId="297"/>
            <ac:spMk id="156" creationId="{00000000-0000-0000-0000-000000000000}"/>
          </ac:spMkLst>
        </pc:spChg>
      </pc:sldChg>
      <pc:sldChg chg="modSp mod">
        <pc:chgData name="Tiago Janela" userId="ee1a79fe-c79c-4f34-9602-7f6f2f0482b3" providerId="ADAL" clId="{67D2C233-DF3C-4C6D-9040-D7553E3BCB8A}" dt="2026-03-16T14:02:34.148" v="0" actId="20577"/>
        <pc:sldMkLst>
          <pc:docMk/>
          <pc:sldMk cId="721732568" sldId="298"/>
        </pc:sldMkLst>
        <pc:spChg chg="mod">
          <ac:chgData name="Tiago Janela" userId="ee1a79fe-c79c-4f34-9602-7f6f2f0482b3" providerId="ADAL" clId="{67D2C233-DF3C-4C6D-9040-D7553E3BCB8A}" dt="2026-03-16T14:02:34.148" v="0" actId="20577"/>
          <ac:spMkLst>
            <pc:docMk/>
            <pc:sldMk cId="721732568" sldId="298"/>
            <ac:spMk id="2" creationId="{870990D0-7AC5-46BA-6FC4-274F8E0A3ABE}"/>
          </ac:spMkLst>
        </pc:spChg>
      </pc:sldChg>
      <pc:sldChg chg="del">
        <pc:chgData name="Tiago Janela" userId="ee1a79fe-c79c-4f34-9602-7f6f2f0482b3" providerId="ADAL" clId="{67D2C233-DF3C-4C6D-9040-D7553E3BCB8A}" dt="2026-03-16T14:02:36.535" v="1" actId="47"/>
        <pc:sldMkLst>
          <pc:docMk/>
          <pc:sldMk cId="114778141" sldId="303"/>
        </pc:sldMkLst>
      </pc:sldChg>
      <pc:sldChg chg="del">
        <pc:chgData name="Tiago Janela" userId="ee1a79fe-c79c-4f34-9602-7f6f2f0482b3" providerId="ADAL" clId="{67D2C233-DF3C-4C6D-9040-D7553E3BCB8A}" dt="2026-03-16T14:02:37.693" v="2" actId="47"/>
        <pc:sldMkLst>
          <pc:docMk/>
          <pc:sldMk cId="1211845523" sldId="306"/>
        </pc:sldMkLst>
      </pc:sldChg>
      <pc:sldChg chg="del">
        <pc:chgData name="Tiago Janela" userId="ee1a79fe-c79c-4f34-9602-7f6f2f0482b3" providerId="ADAL" clId="{67D2C233-DF3C-4C6D-9040-D7553E3BCB8A}" dt="2026-03-16T14:02:37.999" v="3" actId="47"/>
        <pc:sldMkLst>
          <pc:docMk/>
          <pc:sldMk cId="4258501269" sldId="307"/>
        </pc:sldMkLst>
      </pc:sldChg>
      <pc:sldChg chg="del">
        <pc:chgData name="Tiago Janela" userId="ee1a79fe-c79c-4f34-9602-7f6f2f0482b3" providerId="ADAL" clId="{67D2C233-DF3C-4C6D-9040-D7553E3BCB8A}" dt="2026-03-16T14:02:38.398" v="4" actId="47"/>
        <pc:sldMkLst>
          <pc:docMk/>
          <pc:sldMk cId="467547607" sldId="308"/>
        </pc:sldMkLst>
      </pc:sldChg>
      <pc:sldChg chg="del">
        <pc:chgData name="Tiago Janela" userId="ee1a79fe-c79c-4f34-9602-7f6f2f0482b3" providerId="ADAL" clId="{67D2C233-DF3C-4C6D-9040-D7553E3BCB8A}" dt="2026-03-16T14:02:38.965" v="5" actId="47"/>
        <pc:sldMkLst>
          <pc:docMk/>
          <pc:sldMk cId="1772121027" sldId="311"/>
        </pc:sldMkLst>
      </pc:sldChg>
    </pc:docChg>
  </pc:docChgLst>
  <pc:docChgLst>
    <pc:chgData name="Tiago Janela" userId="ee1a79fe-c79c-4f34-9602-7f6f2f0482b3" providerId="ADAL" clId="{6BE67FA1-4A27-48B9-BA6A-E25A9786A9CC}"/>
    <pc:docChg chg="undo custSel addSld modSld sldOrd">
      <pc:chgData name="Tiago Janela" userId="ee1a79fe-c79c-4f34-9602-7f6f2f0482b3" providerId="ADAL" clId="{6BE67FA1-4A27-48B9-BA6A-E25A9786A9CC}" dt="2026-03-20T13:52:23.099" v="1063" actId="20577"/>
      <pc:docMkLst>
        <pc:docMk/>
      </pc:docMkLst>
      <pc:sldChg chg="addSp modSp mod">
        <pc:chgData name="Tiago Janela" userId="ee1a79fe-c79c-4f34-9602-7f6f2f0482b3" providerId="ADAL" clId="{6BE67FA1-4A27-48B9-BA6A-E25A9786A9CC}" dt="2026-03-19T10:54:12.398" v="162" actId="1076"/>
        <pc:sldMkLst>
          <pc:docMk/>
          <pc:sldMk cId="721732568" sldId="298"/>
        </pc:sldMkLst>
        <pc:spChg chg="mod">
          <ac:chgData name="Tiago Janela" userId="ee1a79fe-c79c-4f34-9602-7f6f2f0482b3" providerId="ADAL" clId="{6BE67FA1-4A27-48B9-BA6A-E25A9786A9CC}" dt="2026-03-19T10:51:19.221" v="88" actId="20577"/>
          <ac:spMkLst>
            <pc:docMk/>
            <pc:sldMk cId="721732568" sldId="298"/>
            <ac:spMk id="2" creationId="{870990D0-7AC5-46BA-6FC4-274F8E0A3ABE}"/>
          </ac:spMkLst>
        </pc:spChg>
        <pc:spChg chg="mod">
          <ac:chgData name="Tiago Janela" userId="ee1a79fe-c79c-4f34-9602-7f6f2f0482b3" providerId="ADAL" clId="{6BE67FA1-4A27-48B9-BA6A-E25A9786A9CC}" dt="2026-03-19T10:37:44.329" v="9" actId="20577"/>
          <ac:spMkLst>
            <pc:docMk/>
            <pc:sldMk cId="721732568" sldId="298"/>
            <ac:spMk id="163" creationId="{57944F4B-F502-E7CC-8790-8737702BC6AC}"/>
          </ac:spMkLst>
        </pc:spChg>
        <pc:picChg chg="add mod">
          <ac:chgData name="Tiago Janela" userId="ee1a79fe-c79c-4f34-9602-7f6f2f0482b3" providerId="ADAL" clId="{6BE67FA1-4A27-48B9-BA6A-E25A9786A9CC}" dt="2026-03-19T10:54:12.398" v="162" actId="1076"/>
          <ac:picMkLst>
            <pc:docMk/>
            <pc:sldMk cId="721732568" sldId="298"/>
            <ac:picMk id="4" creationId="{A9172708-06AB-AE7A-4BC0-05B1328EE700}"/>
          </ac:picMkLst>
        </pc:picChg>
      </pc:sldChg>
      <pc:sldChg chg="delSp modSp add mod">
        <pc:chgData name="Tiago Janela" userId="ee1a79fe-c79c-4f34-9602-7f6f2f0482b3" providerId="ADAL" clId="{6BE67FA1-4A27-48B9-BA6A-E25A9786A9CC}" dt="2026-03-19T10:59:23.180" v="500" actId="20577"/>
        <pc:sldMkLst>
          <pc:docMk/>
          <pc:sldMk cId="1707478755" sldId="299"/>
        </pc:sldMkLst>
        <pc:spChg chg="mod">
          <ac:chgData name="Tiago Janela" userId="ee1a79fe-c79c-4f34-9602-7f6f2f0482b3" providerId="ADAL" clId="{6BE67FA1-4A27-48B9-BA6A-E25A9786A9CC}" dt="2026-03-19T10:59:23.180" v="500" actId="20577"/>
          <ac:spMkLst>
            <pc:docMk/>
            <pc:sldMk cId="1707478755" sldId="299"/>
            <ac:spMk id="2" creationId="{870990D0-7AC5-46BA-6FC4-274F8E0A3ABE}"/>
          </ac:spMkLst>
        </pc:spChg>
        <pc:picChg chg="del mod">
          <ac:chgData name="Tiago Janela" userId="ee1a79fe-c79c-4f34-9602-7f6f2f0482b3" providerId="ADAL" clId="{6BE67FA1-4A27-48B9-BA6A-E25A9786A9CC}" dt="2026-03-19T10:51:55.896" v="93" actId="478"/>
          <ac:picMkLst>
            <pc:docMk/>
            <pc:sldMk cId="1707478755" sldId="299"/>
            <ac:picMk id="4" creationId="{A9172708-06AB-AE7A-4BC0-05B1328EE700}"/>
          </ac:picMkLst>
        </pc:picChg>
      </pc:sldChg>
      <pc:sldChg chg="addSp delSp modSp add mod">
        <pc:chgData name="Tiago Janela" userId="ee1a79fe-c79c-4f34-9602-7f6f2f0482b3" providerId="ADAL" clId="{6BE67FA1-4A27-48B9-BA6A-E25A9786A9CC}" dt="2026-03-20T13:21:59.221" v="1059" actId="20577"/>
        <pc:sldMkLst>
          <pc:docMk/>
          <pc:sldMk cId="457486825" sldId="300"/>
        </pc:sldMkLst>
        <pc:spChg chg="add del mod">
          <ac:chgData name="Tiago Janela" userId="ee1a79fe-c79c-4f34-9602-7f6f2f0482b3" providerId="ADAL" clId="{6BE67FA1-4A27-48B9-BA6A-E25A9786A9CC}" dt="2026-03-20T13:19:05.879" v="819" actId="478"/>
          <ac:spMkLst>
            <pc:docMk/>
            <pc:sldMk cId="457486825" sldId="300"/>
            <ac:spMk id="2" creationId="{870990D0-7AC5-46BA-6FC4-274F8E0A3ABE}"/>
          </ac:spMkLst>
        </pc:spChg>
        <pc:spChg chg="add mod">
          <ac:chgData name="Tiago Janela" userId="ee1a79fe-c79c-4f34-9602-7f6f2f0482b3" providerId="ADAL" clId="{6BE67FA1-4A27-48B9-BA6A-E25A9786A9CC}" dt="2026-03-20T13:21:59.221" v="1059" actId="20577"/>
          <ac:spMkLst>
            <pc:docMk/>
            <pc:sldMk cId="457486825" sldId="300"/>
            <ac:spMk id="7" creationId="{66DE14D4-64D4-6D1F-DD92-BC16D674C58B}"/>
          </ac:spMkLst>
        </pc:spChg>
        <pc:spChg chg="mod">
          <ac:chgData name="Tiago Janela" userId="ee1a79fe-c79c-4f34-9602-7f6f2f0482b3" providerId="ADAL" clId="{6BE67FA1-4A27-48B9-BA6A-E25A9786A9CC}" dt="2026-03-20T13:08:59.412" v="584" actId="20577"/>
          <ac:spMkLst>
            <pc:docMk/>
            <pc:sldMk cId="457486825" sldId="300"/>
            <ac:spMk id="163" creationId="{57944F4B-F502-E7CC-8790-8737702BC6AC}"/>
          </ac:spMkLst>
        </pc:spChg>
        <pc:picChg chg="add mod">
          <ac:chgData name="Tiago Janela" userId="ee1a79fe-c79c-4f34-9602-7f6f2f0482b3" providerId="ADAL" clId="{6BE67FA1-4A27-48B9-BA6A-E25A9786A9CC}" dt="2026-03-20T13:19:08.305" v="821" actId="1076"/>
          <ac:picMkLst>
            <pc:docMk/>
            <pc:sldMk cId="457486825" sldId="300"/>
            <ac:picMk id="4" creationId="{0F3D5BC1-9264-881D-CF39-9525F816570A}"/>
          </ac:picMkLst>
        </pc:picChg>
        <pc:picChg chg="add del">
          <ac:chgData name="Tiago Janela" userId="ee1a79fe-c79c-4f34-9602-7f6f2f0482b3" providerId="ADAL" clId="{6BE67FA1-4A27-48B9-BA6A-E25A9786A9CC}" dt="2026-03-20T13:16:59.024" v="605" actId="478"/>
          <ac:picMkLst>
            <pc:docMk/>
            <pc:sldMk cId="457486825" sldId="300"/>
            <ac:picMk id="6" creationId="{D3BA145D-265C-C0B1-7C0E-2EE32552E491}"/>
          </ac:picMkLst>
        </pc:picChg>
      </pc:sldChg>
      <pc:sldChg chg="delSp modSp add mod ord">
        <pc:chgData name="Tiago Janela" userId="ee1a79fe-c79c-4f34-9602-7f6f2f0482b3" providerId="ADAL" clId="{6BE67FA1-4A27-48B9-BA6A-E25A9786A9CC}" dt="2026-03-20T13:52:23.099" v="1063" actId="20577"/>
        <pc:sldMkLst>
          <pc:docMk/>
          <pc:sldMk cId="2375808848" sldId="301"/>
        </pc:sldMkLst>
        <pc:spChg chg="mod">
          <ac:chgData name="Tiago Janela" userId="ee1a79fe-c79c-4f34-9602-7f6f2f0482b3" providerId="ADAL" clId="{6BE67FA1-4A27-48B9-BA6A-E25A9786A9CC}" dt="2026-03-20T13:52:23.099" v="1063" actId="20577"/>
          <ac:spMkLst>
            <pc:docMk/>
            <pc:sldMk cId="2375808848" sldId="301"/>
            <ac:spMk id="2" creationId="{870990D0-7AC5-46BA-6FC4-274F8E0A3ABE}"/>
          </ac:spMkLst>
        </pc:spChg>
        <pc:picChg chg="del">
          <ac:chgData name="Tiago Janela" userId="ee1a79fe-c79c-4f34-9602-7f6f2f0482b3" providerId="ADAL" clId="{6BE67FA1-4A27-48B9-BA6A-E25A9786A9CC}" dt="2026-03-20T13:16:48.406" v="599" actId="478"/>
          <ac:picMkLst>
            <pc:docMk/>
            <pc:sldMk cId="2375808848" sldId="301"/>
            <ac:picMk id="4" creationId="{0F3D5BC1-9264-881D-CF39-9525F816570A}"/>
          </ac:picMkLst>
        </pc:picChg>
        <pc:picChg chg="mod">
          <ac:chgData name="Tiago Janela" userId="ee1a79fe-c79c-4f34-9602-7f6f2f0482b3" providerId="ADAL" clId="{6BE67FA1-4A27-48B9-BA6A-E25A9786A9CC}" dt="2026-03-20T13:17:16.190" v="611" actId="1076"/>
          <ac:picMkLst>
            <pc:docMk/>
            <pc:sldMk cId="2375808848" sldId="301"/>
            <ac:picMk id="6" creationId="{D3BA145D-265C-C0B1-7C0E-2EE32552E491}"/>
          </ac:picMkLst>
        </pc:picChg>
      </pc:sldChg>
    </pc:docChg>
  </pc:docChgLst>
  <pc:docChgLst>
    <pc:chgData name="Tiago Janela" userId="ee1a79fe-c79c-4f34-9602-7f6f2f0482b3" providerId="ADAL" clId="{0E7D8533-49DC-4BED-8D2D-C8EE6F23A854}"/>
    <pc:docChg chg="undo custSel addSld delSld modSld sldOrd modMainMaster">
      <pc:chgData name="Tiago Janela" userId="ee1a79fe-c79c-4f34-9602-7f6f2f0482b3" providerId="ADAL" clId="{0E7D8533-49DC-4BED-8D2D-C8EE6F23A854}" dt="2026-02-03T14:21:45.404" v="3954" actId="478"/>
      <pc:docMkLst>
        <pc:docMk/>
      </pc:docMkLst>
    </pc:docChg>
  </pc:docChgLst>
  <pc:docChgLst>
    <pc:chgData name="Tiago Janela" userId="ee1a79fe-c79c-4f34-9602-7f6f2f0482b3" providerId="ADAL" clId="{771048AC-4F55-42D8-AA6A-766F659A7530}"/>
    <pc:docChg chg="undo custSel addSld delSld modSld sldOrd">
      <pc:chgData name="Tiago Janela" userId="ee1a79fe-c79c-4f34-9602-7f6f2f0482b3" providerId="ADAL" clId="{771048AC-4F55-42D8-AA6A-766F659A7530}" dt="2026-02-05T14:24:21.198" v="2967" actId="20577"/>
      <pc:docMkLst>
        <pc:docMk/>
      </pc:docMkLst>
      <pc:sldChg chg="delSp modSp add mod">
        <pc:chgData name="Tiago Janela" userId="ee1a79fe-c79c-4f34-9602-7f6f2f0482b3" providerId="ADAL" clId="{771048AC-4F55-42D8-AA6A-766F659A7530}" dt="2026-02-05T14:24:21.198" v="2967" actId="20577"/>
        <pc:sldMkLst>
          <pc:docMk/>
          <pc:sldMk cId="901468915" sldId="296"/>
        </pc:sldMkLst>
        <pc:spChg chg="mod">
          <ac:chgData name="Tiago Janela" userId="ee1a79fe-c79c-4f34-9602-7f6f2f0482b3" providerId="ADAL" clId="{771048AC-4F55-42D8-AA6A-766F659A7530}" dt="2026-02-05T10:58:00.218" v="1144" actId="20577"/>
          <ac:spMkLst>
            <pc:docMk/>
            <pc:sldMk cId="901468915" sldId="296"/>
            <ac:spMk id="163" creationId="{CBF44E8C-8654-71A0-B86B-E9D342AC2D4D}"/>
          </ac:spMkLst>
        </pc:spChg>
        <pc:spChg chg="mod">
          <ac:chgData name="Tiago Janela" userId="ee1a79fe-c79c-4f34-9602-7f6f2f0482b3" providerId="ADAL" clId="{771048AC-4F55-42D8-AA6A-766F659A7530}" dt="2026-02-05T14:24:21.198" v="2967" actId="20577"/>
          <ac:spMkLst>
            <pc:docMk/>
            <pc:sldMk cId="901468915" sldId="296"/>
            <ac:spMk id="164" creationId="{B6FA4745-5BA4-2D80-2549-988AFFB4E146}"/>
          </ac:spMkLst>
        </pc:spChg>
      </pc:sldChg>
      <pc:sldChg chg="modSp add mod ord">
        <pc:chgData name="Tiago Janela" userId="ee1a79fe-c79c-4f34-9602-7f6f2f0482b3" providerId="ADAL" clId="{771048AC-4F55-42D8-AA6A-766F659A7530}" dt="2026-02-05T12:59:57.611" v="1910" actId="20577"/>
        <pc:sldMkLst>
          <pc:docMk/>
          <pc:sldMk cId="829672710" sldId="297"/>
        </pc:sldMkLst>
        <pc:spChg chg="mod">
          <ac:chgData name="Tiago Janela" userId="ee1a79fe-c79c-4f34-9602-7f6f2f0482b3" providerId="ADAL" clId="{771048AC-4F55-42D8-AA6A-766F659A7530}" dt="2026-02-05T12:59:57.611" v="1910" actId="20577"/>
          <ac:spMkLst>
            <pc:docMk/>
            <pc:sldMk cId="829672710" sldId="297"/>
            <ac:spMk id="156" creationId="{00000000-0000-0000-0000-000000000000}"/>
          </ac:spMkLst>
        </pc:spChg>
      </pc:sldChg>
      <pc:sldChg chg="delSp modSp add mod ord">
        <pc:chgData name="Tiago Janela" userId="ee1a79fe-c79c-4f34-9602-7f6f2f0482b3" providerId="ADAL" clId="{771048AC-4F55-42D8-AA6A-766F659A7530}" dt="2026-02-05T14:23:46.564" v="2966" actId="20577"/>
        <pc:sldMkLst>
          <pc:docMk/>
          <pc:sldMk cId="721732568" sldId="298"/>
        </pc:sldMkLst>
        <pc:spChg chg="mod">
          <ac:chgData name="Tiago Janela" userId="ee1a79fe-c79c-4f34-9602-7f6f2f0482b3" providerId="ADAL" clId="{771048AC-4F55-42D8-AA6A-766F659A7530}" dt="2026-02-05T14:23:46.564" v="2966" actId="20577"/>
          <ac:spMkLst>
            <pc:docMk/>
            <pc:sldMk cId="721732568" sldId="298"/>
            <ac:spMk id="2" creationId="{870990D0-7AC5-46BA-6FC4-274F8E0A3ABE}"/>
          </ac:spMkLst>
        </pc:spChg>
        <pc:spChg chg="mod">
          <ac:chgData name="Tiago Janela" userId="ee1a79fe-c79c-4f34-9602-7f6f2f0482b3" providerId="ADAL" clId="{771048AC-4F55-42D8-AA6A-766F659A7530}" dt="2026-02-05T13:01:46.094" v="1930" actId="20577"/>
          <ac:spMkLst>
            <pc:docMk/>
            <pc:sldMk cId="721732568" sldId="298"/>
            <ac:spMk id="163" creationId="{57944F4B-F502-E7CC-8790-8737702BC6AC}"/>
          </ac:spMkLst>
        </pc:spChg>
      </pc:sldChg>
    </pc:docChg>
  </pc:docChgLst>
  <pc:docChgLst>
    <pc:chgData name="Tiago Janela" userId="ee1a79fe-c79c-4f34-9602-7f6f2f0482b3" providerId="ADAL" clId="{A1A622BE-A8AD-47B7-8802-BAC61BCE5126}"/>
    <pc:docChg chg="undo custSel modSld">
      <pc:chgData name="Tiago Janela" userId="ee1a79fe-c79c-4f34-9602-7f6f2f0482b3" providerId="ADAL" clId="{A1A622BE-A8AD-47B7-8802-BAC61BCE5126}" dt="2026-03-04T13:21:40.843" v="48" actId="403"/>
      <pc:docMkLst>
        <pc:docMk/>
      </pc:docMkLst>
      <pc:sldChg chg="modSp mod">
        <pc:chgData name="Tiago Janela" userId="ee1a79fe-c79c-4f34-9602-7f6f2f0482b3" providerId="ADAL" clId="{A1A622BE-A8AD-47B7-8802-BAC61BCE5126}" dt="2026-03-04T13:20:02.161" v="40" actId="20577"/>
        <pc:sldMkLst>
          <pc:docMk/>
          <pc:sldMk cId="114778141" sldId="303"/>
        </pc:sldMkLst>
        <pc:spChg chg="mod">
          <ac:chgData name="Tiago Janela" userId="ee1a79fe-c79c-4f34-9602-7f6f2f0482b3" providerId="ADAL" clId="{A1A622BE-A8AD-47B7-8802-BAC61BCE5126}" dt="2026-03-04T13:20:02.161" v="40" actId="20577"/>
          <ac:spMkLst>
            <pc:docMk/>
            <pc:sldMk cId="114778141" sldId="303"/>
            <ac:spMk id="2" creationId="{3A594187-BB0C-FE87-8E79-972F5DD9EAE2}"/>
          </ac:spMkLst>
        </pc:spChg>
      </pc:sldChg>
      <pc:sldChg chg="modSp mod">
        <pc:chgData name="Tiago Janela" userId="ee1a79fe-c79c-4f34-9602-7f6f2f0482b3" providerId="ADAL" clId="{A1A622BE-A8AD-47B7-8802-BAC61BCE5126}" dt="2026-03-04T13:21:32.291" v="47" actId="20577"/>
        <pc:sldMkLst>
          <pc:docMk/>
          <pc:sldMk cId="1211845523" sldId="306"/>
        </pc:sldMkLst>
        <pc:spChg chg="mod">
          <ac:chgData name="Tiago Janela" userId="ee1a79fe-c79c-4f34-9602-7f6f2f0482b3" providerId="ADAL" clId="{A1A622BE-A8AD-47B7-8802-BAC61BCE5126}" dt="2026-03-04T13:21:32.291" v="47" actId="20577"/>
          <ac:spMkLst>
            <pc:docMk/>
            <pc:sldMk cId="1211845523" sldId="306"/>
            <ac:spMk id="2" creationId="{3A594187-BB0C-FE87-8E79-972F5DD9EAE2}"/>
          </ac:spMkLst>
        </pc:spChg>
      </pc:sldChg>
      <pc:sldChg chg="modSp mod">
        <pc:chgData name="Tiago Janela" userId="ee1a79fe-c79c-4f34-9602-7f6f2f0482b3" providerId="ADAL" clId="{A1A622BE-A8AD-47B7-8802-BAC61BCE5126}" dt="2026-03-04T13:21:40.843" v="48" actId="403"/>
        <pc:sldMkLst>
          <pc:docMk/>
          <pc:sldMk cId="4258501269" sldId="307"/>
        </pc:sldMkLst>
        <pc:spChg chg="mod">
          <ac:chgData name="Tiago Janela" userId="ee1a79fe-c79c-4f34-9602-7f6f2f0482b3" providerId="ADAL" clId="{A1A622BE-A8AD-47B7-8802-BAC61BCE5126}" dt="2026-03-04T13:21:40.843" v="48" actId="403"/>
          <ac:spMkLst>
            <pc:docMk/>
            <pc:sldMk cId="4258501269" sldId="307"/>
            <ac:spMk id="2" creationId="{3A594187-BB0C-FE87-8E79-972F5DD9EAE2}"/>
          </ac:spMkLst>
        </pc:spChg>
      </pc:sldChg>
    </pc:docChg>
  </pc:docChgLst>
  <pc:docChgLst>
    <pc:chgData name="Tiago Janela" userId="ee1a79fe-c79c-4f34-9602-7f6f2f0482b3" providerId="ADAL" clId="{143C78B0-29AB-41F6-944B-45926E54C361}"/>
    <pc:docChg chg="undo custSel addSld delSld modSld">
      <pc:chgData name="Tiago Janela" userId="ee1a79fe-c79c-4f34-9602-7f6f2f0482b3" providerId="ADAL" clId="{143C78B0-29AB-41F6-944B-45926E54C361}" dt="2026-02-06T15:56:52.044" v="1423" actId="20577"/>
      <pc:docMkLst>
        <pc:docMk/>
      </pc:docMkLst>
      <pc:sldChg chg="del">
        <pc:chgData name="Tiago Janela" userId="ee1a79fe-c79c-4f34-9602-7f6f2f0482b3" providerId="ADAL" clId="{143C78B0-29AB-41F6-944B-45926E54C361}" dt="2026-02-06T11:02:26.764" v="8" actId="47"/>
        <pc:sldMkLst>
          <pc:docMk/>
          <pc:sldMk cId="237093369" sldId="283"/>
        </pc:sldMkLst>
      </pc:sldChg>
      <pc:sldChg chg="del">
        <pc:chgData name="Tiago Janela" userId="ee1a79fe-c79c-4f34-9602-7f6f2f0482b3" providerId="ADAL" clId="{143C78B0-29AB-41F6-944B-45926E54C361}" dt="2026-02-06T11:02:27.633" v="9" actId="47"/>
        <pc:sldMkLst>
          <pc:docMk/>
          <pc:sldMk cId="1512688275" sldId="289"/>
        </pc:sldMkLst>
      </pc:sldChg>
      <pc:sldChg chg="modSp mod">
        <pc:chgData name="Tiago Janela" userId="ee1a79fe-c79c-4f34-9602-7f6f2f0482b3" providerId="ADAL" clId="{143C78B0-29AB-41F6-944B-45926E54C361}" dt="2026-02-06T15:49:13.450" v="1174" actId="20577"/>
        <pc:sldMkLst>
          <pc:docMk/>
          <pc:sldMk cId="901468915" sldId="296"/>
        </pc:sldMkLst>
        <pc:spChg chg="mod">
          <ac:chgData name="Tiago Janela" userId="ee1a79fe-c79c-4f34-9602-7f6f2f0482b3" providerId="ADAL" clId="{143C78B0-29AB-41F6-944B-45926E54C361}" dt="2026-02-06T15:49:13.450" v="1174" actId="20577"/>
          <ac:spMkLst>
            <pc:docMk/>
            <pc:sldMk cId="901468915" sldId="296"/>
            <ac:spMk id="164" creationId="{B6FA4745-5BA4-2D80-2549-988AFFB4E146}"/>
          </ac:spMkLst>
        </pc:spChg>
      </pc:sldChg>
      <pc:sldChg chg="modSp mod">
        <pc:chgData name="Tiago Janela" userId="ee1a79fe-c79c-4f34-9602-7f6f2f0482b3" providerId="ADAL" clId="{143C78B0-29AB-41F6-944B-45926E54C361}" dt="2026-02-06T13:27:15.929" v="215" actId="20577"/>
        <pc:sldMkLst>
          <pc:docMk/>
          <pc:sldMk cId="829672710" sldId="297"/>
        </pc:sldMkLst>
        <pc:spChg chg="mod">
          <ac:chgData name="Tiago Janela" userId="ee1a79fe-c79c-4f34-9602-7f6f2f0482b3" providerId="ADAL" clId="{143C78B0-29AB-41F6-944B-45926E54C361}" dt="2026-02-06T13:27:15.929" v="215" actId="20577"/>
          <ac:spMkLst>
            <pc:docMk/>
            <pc:sldMk cId="829672710" sldId="297"/>
            <ac:spMk id="156" creationId="{00000000-0000-0000-0000-000000000000}"/>
          </ac:spMkLst>
        </pc:spChg>
      </pc:sldChg>
      <pc:sldChg chg="modSp mod">
        <pc:chgData name="Tiago Janela" userId="ee1a79fe-c79c-4f34-9602-7f6f2f0482b3" providerId="ADAL" clId="{143C78B0-29AB-41F6-944B-45926E54C361}" dt="2026-02-06T15:55:25.972" v="1391" actId="20577"/>
        <pc:sldMkLst>
          <pc:docMk/>
          <pc:sldMk cId="721732568" sldId="298"/>
        </pc:sldMkLst>
        <pc:spChg chg="mod">
          <ac:chgData name="Tiago Janela" userId="ee1a79fe-c79c-4f34-9602-7f6f2f0482b3" providerId="ADAL" clId="{143C78B0-29AB-41F6-944B-45926E54C361}" dt="2026-02-06T15:55:25.972" v="1391" actId="20577"/>
          <ac:spMkLst>
            <pc:docMk/>
            <pc:sldMk cId="721732568" sldId="298"/>
            <ac:spMk id="2" creationId="{870990D0-7AC5-46BA-6FC4-274F8E0A3ABE}"/>
          </ac:spMkLst>
        </pc:spChg>
      </pc:sldChg>
    </pc:docChg>
  </pc:docChgLst>
  <pc:docChgLst>
    <pc:chgData name="Tiago Janela" userId="ee1a79fe-c79c-4f34-9602-7f6f2f0482b3" providerId="ADAL" clId="{97693404-9C1B-400A-95DF-A7B72570E7A0}"/>
    <pc:docChg chg="undo custSel addSld delSld modSld sldOrd">
      <pc:chgData name="Tiago Janela" userId="ee1a79fe-c79c-4f34-9602-7f6f2f0482b3" providerId="ADAL" clId="{97693404-9C1B-400A-95DF-A7B72570E7A0}" dt="2026-03-09T10:33:25.226" v="5259" actId="20577"/>
      <pc:docMkLst>
        <pc:docMk/>
      </pc:docMkLst>
      <pc:sldChg chg="addSp delSp modSp add del mod ord modShow">
        <pc:chgData name="Tiago Janela" userId="ee1a79fe-c79c-4f34-9602-7f6f2f0482b3" providerId="ADAL" clId="{97693404-9C1B-400A-95DF-A7B72570E7A0}" dt="2026-03-04T15:49:46.058" v="3107" actId="47"/>
        <pc:sldMkLst>
          <pc:docMk/>
          <pc:sldMk cId="237093369" sldId="283"/>
        </pc:sldMkLst>
        <pc:spChg chg="mod">
          <ac:chgData name="Tiago Janela" userId="ee1a79fe-c79c-4f34-9602-7f6f2f0482b3" providerId="ADAL" clId="{97693404-9C1B-400A-95DF-A7B72570E7A0}" dt="2026-02-18T10:48:32.233" v="764" actId="20577"/>
          <ac:spMkLst>
            <pc:docMk/>
            <pc:sldMk cId="237093369" sldId="283"/>
            <ac:spMk id="2" creationId="{A233ED7C-B6A5-4EE5-B53E-783F754D3347}"/>
          </ac:spMkLst>
        </pc:spChg>
        <pc:picChg chg="add mod">
          <ac:chgData name="Tiago Janela" userId="ee1a79fe-c79c-4f34-9602-7f6f2f0482b3" providerId="ADAL" clId="{97693404-9C1B-400A-95DF-A7B72570E7A0}" dt="2026-02-17T11:10:19.140" v="217" actId="1076"/>
          <ac:picMkLst>
            <pc:docMk/>
            <pc:sldMk cId="237093369" sldId="283"/>
            <ac:picMk id="4" creationId="{4FA090B0-7C9B-9822-E35B-620E002E37C5}"/>
          </ac:picMkLst>
        </pc:picChg>
        <pc:picChg chg="add mod">
          <ac:chgData name="Tiago Janela" userId="ee1a79fe-c79c-4f34-9602-7f6f2f0482b3" providerId="ADAL" clId="{97693404-9C1B-400A-95DF-A7B72570E7A0}" dt="2026-02-17T11:12:23.236" v="223" actId="1076"/>
          <ac:picMkLst>
            <pc:docMk/>
            <pc:sldMk cId="237093369" sldId="283"/>
            <ac:picMk id="8" creationId="{EEE00D1D-8814-4A51-2880-2E6DEA971096}"/>
          </ac:picMkLst>
        </pc:picChg>
      </pc:sldChg>
      <pc:sldChg chg="addSp delSp modSp add del mod">
        <pc:chgData name="Tiago Janela" userId="ee1a79fe-c79c-4f34-9602-7f6f2f0482b3" providerId="ADAL" clId="{97693404-9C1B-400A-95DF-A7B72570E7A0}" dt="2026-03-04T12:56:57.437" v="1506" actId="47"/>
        <pc:sldMkLst>
          <pc:docMk/>
          <pc:sldMk cId="2286645179" sldId="284"/>
        </pc:sldMkLst>
      </pc:sldChg>
      <pc:sldChg chg="addSp delSp modSp add del mod modShow">
        <pc:chgData name="Tiago Janela" userId="ee1a79fe-c79c-4f34-9602-7f6f2f0482b3" providerId="ADAL" clId="{97693404-9C1B-400A-95DF-A7B72570E7A0}" dt="2026-03-09T10:28:34.266" v="5109" actId="47"/>
        <pc:sldMkLst>
          <pc:docMk/>
          <pc:sldMk cId="1512688275" sldId="289"/>
        </pc:sldMkLst>
        <pc:spChg chg="mod">
          <ac:chgData name="Tiago Janela" userId="ee1a79fe-c79c-4f34-9602-7f6f2f0482b3" providerId="ADAL" clId="{97693404-9C1B-400A-95DF-A7B72570E7A0}" dt="2026-03-04T13:32:03.522" v="2558" actId="20577"/>
          <ac:spMkLst>
            <pc:docMk/>
            <pc:sldMk cId="1512688275" sldId="289"/>
            <ac:spMk id="5" creationId="{E8A7F028-74CF-6C54-4DD5-3B4B5B71E2D8}"/>
          </ac:spMkLst>
        </pc:spChg>
        <pc:spChg chg="mod">
          <ac:chgData name="Tiago Janela" userId="ee1a79fe-c79c-4f34-9602-7f6f2f0482b3" providerId="ADAL" clId="{97693404-9C1B-400A-95DF-A7B72570E7A0}" dt="2026-02-18T13:37:13.121" v="874"/>
          <ac:spMkLst>
            <pc:docMk/>
            <pc:sldMk cId="1512688275" sldId="289"/>
            <ac:spMk id="163" creationId="{FCB0975A-D008-0F54-1C32-ED7E3F322A93}"/>
          </ac:spMkLst>
        </pc:spChg>
        <pc:picChg chg="add mod">
          <ac:chgData name="Tiago Janela" userId="ee1a79fe-c79c-4f34-9602-7f6f2f0482b3" providerId="ADAL" clId="{97693404-9C1B-400A-95DF-A7B72570E7A0}" dt="2026-03-04T14:15:47.569" v="3078" actId="1076"/>
          <ac:picMkLst>
            <pc:docMk/>
            <pc:sldMk cId="1512688275" sldId="289"/>
            <ac:picMk id="3" creationId="{F8FE564D-C14A-D361-F39B-D2C4FD46193B}"/>
          </ac:picMkLst>
        </pc:picChg>
      </pc:sldChg>
      <pc:sldChg chg="modSp mod ord">
        <pc:chgData name="Tiago Janela" userId="ee1a79fe-c79c-4f34-9602-7f6f2f0482b3" providerId="ADAL" clId="{97693404-9C1B-400A-95DF-A7B72570E7A0}" dt="2026-03-09T10:33:25.226" v="5259" actId="20577"/>
        <pc:sldMkLst>
          <pc:docMk/>
          <pc:sldMk cId="901468915" sldId="296"/>
        </pc:sldMkLst>
        <pc:spChg chg="mod">
          <ac:chgData name="Tiago Janela" userId="ee1a79fe-c79c-4f34-9602-7f6f2f0482b3" providerId="ADAL" clId="{97693404-9C1B-400A-95DF-A7B72570E7A0}" dt="2026-03-09T10:33:25.226" v="5259" actId="20577"/>
          <ac:spMkLst>
            <pc:docMk/>
            <pc:sldMk cId="901468915" sldId="296"/>
            <ac:spMk id="164" creationId="{B6FA4745-5BA4-2D80-2549-988AFFB4E146}"/>
          </ac:spMkLst>
        </pc:spChg>
      </pc:sldChg>
      <pc:sldChg chg="modSp mod">
        <pc:chgData name="Tiago Janela" userId="ee1a79fe-c79c-4f34-9602-7f6f2f0482b3" providerId="ADAL" clId="{97693404-9C1B-400A-95DF-A7B72570E7A0}" dt="2026-02-17T10:42:44.707" v="22" actId="20577"/>
        <pc:sldMkLst>
          <pc:docMk/>
          <pc:sldMk cId="829672710" sldId="297"/>
        </pc:sldMkLst>
        <pc:spChg chg="mod">
          <ac:chgData name="Tiago Janela" userId="ee1a79fe-c79c-4f34-9602-7f6f2f0482b3" providerId="ADAL" clId="{97693404-9C1B-400A-95DF-A7B72570E7A0}" dt="2026-02-17T10:42:44.707" v="22" actId="20577"/>
          <ac:spMkLst>
            <pc:docMk/>
            <pc:sldMk cId="829672710" sldId="297"/>
            <ac:spMk id="156" creationId="{00000000-0000-0000-0000-000000000000}"/>
          </ac:spMkLst>
        </pc:spChg>
      </pc:sldChg>
      <pc:sldChg chg="modSp mod">
        <pc:chgData name="Tiago Janela" userId="ee1a79fe-c79c-4f34-9602-7f6f2f0482b3" providerId="ADAL" clId="{97693404-9C1B-400A-95DF-A7B72570E7A0}" dt="2026-03-09T10:32:29.235" v="5249" actId="20577"/>
        <pc:sldMkLst>
          <pc:docMk/>
          <pc:sldMk cId="721732568" sldId="298"/>
        </pc:sldMkLst>
        <pc:spChg chg="mod">
          <ac:chgData name="Tiago Janela" userId="ee1a79fe-c79c-4f34-9602-7f6f2f0482b3" providerId="ADAL" clId="{97693404-9C1B-400A-95DF-A7B72570E7A0}" dt="2026-03-09T10:32:29.235" v="5249" actId="20577"/>
          <ac:spMkLst>
            <pc:docMk/>
            <pc:sldMk cId="721732568" sldId="298"/>
            <ac:spMk id="2" creationId="{870990D0-7AC5-46BA-6FC4-274F8E0A3ABE}"/>
          </ac:spMkLst>
        </pc:spChg>
      </pc:sldChg>
      <pc:sldChg chg="modSp add del mod">
        <pc:chgData name="Tiago Janela" userId="ee1a79fe-c79c-4f34-9602-7f6f2f0482b3" providerId="ADAL" clId="{97693404-9C1B-400A-95DF-A7B72570E7A0}" dt="2026-03-04T12:57:02.180" v="1508" actId="47"/>
        <pc:sldMkLst>
          <pc:docMk/>
          <pc:sldMk cId="3325464043" sldId="300"/>
        </pc:sldMkLst>
      </pc:sldChg>
      <pc:sldChg chg="addSp delSp modSp add del mod">
        <pc:chgData name="Tiago Janela" userId="ee1a79fe-c79c-4f34-9602-7f6f2f0482b3" providerId="ADAL" clId="{97693404-9C1B-400A-95DF-A7B72570E7A0}" dt="2026-03-04T12:56:58.303" v="1507" actId="47"/>
        <pc:sldMkLst>
          <pc:docMk/>
          <pc:sldMk cId="1549526940" sldId="301"/>
        </pc:sldMkLst>
      </pc:sldChg>
      <pc:sldChg chg="modSp add del mod ord modShow">
        <pc:chgData name="Tiago Janela" userId="ee1a79fe-c79c-4f34-9602-7f6f2f0482b3" providerId="ADAL" clId="{97693404-9C1B-400A-95DF-A7B72570E7A0}" dt="2026-03-04T15:49:47.418" v="3108" actId="47"/>
        <pc:sldMkLst>
          <pc:docMk/>
          <pc:sldMk cId="1735901252" sldId="302"/>
        </pc:sldMkLst>
        <pc:spChg chg="mod">
          <ac:chgData name="Tiago Janela" userId="ee1a79fe-c79c-4f34-9602-7f6f2f0482b3" providerId="ADAL" clId="{97693404-9C1B-400A-95DF-A7B72570E7A0}" dt="2026-02-18T14:57:20.851" v="1269" actId="6549"/>
          <ac:spMkLst>
            <pc:docMk/>
            <pc:sldMk cId="1735901252" sldId="302"/>
            <ac:spMk id="5" creationId="{E8A7F028-74CF-6C54-4DD5-3B4B5B71E2D8}"/>
          </ac:spMkLst>
        </pc:spChg>
      </pc:sldChg>
      <pc:sldChg chg="addSp delSp modSp add mod ord">
        <pc:chgData name="Tiago Janela" userId="ee1a79fe-c79c-4f34-9602-7f6f2f0482b3" providerId="ADAL" clId="{97693404-9C1B-400A-95DF-A7B72570E7A0}" dt="2026-03-05T10:55:03.980" v="3510" actId="6549"/>
        <pc:sldMkLst>
          <pc:docMk/>
          <pc:sldMk cId="114778141" sldId="303"/>
        </pc:sldMkLst>
        <pc:spChg chg="add mod">
          <ac:chgData name="Tiago Janela" userId="ee1a79fe-c79c-4f34-9602-7f6f2f0482b3" providerId="ADAL" clId="{97693404-9C1B-400A-95DF-A7B72570E7A0}" dt="2026-03-05T10:55:03.980" v="3510" actId="6549"/>
          <ac:spMkLst>
            <pc:docMk/>
            <pc:sldMk cId="114778141" sldId="303"/>
            <ac:spMk id="2" creationId="{3A594187-BB0C-FE87-8E79-972F5DD9EAE2}"/>
          </ac:spMkLst>
        </pc:spChg>
        <pc:spChg chg="mod">
          <ac:chgData name="Tiago Janela" userId="ee1a79fe-c79c-4f34-9602-7f6f2f0482b3" providerId="ADAL" clId="{97693404-9C1B-400A-95DF-A7B72570E7A0}" dt="2026-03-04T13:14:00.403" v="2164" actId="20577"/>
          <ac:spMkLst>
            <pc:docMk/>
            <pc:sldMk cId="114778141" sldId="303"/>
            <ac:spMk id="166" creationId="{73C6FAEE-CE23-BB36-58B3-A5E5504E1C3B}"/>
          </ac:spMkLst>
        </pc:spChg>
        <pc:picChg chg="add mod">
          <ac:chgData name="Tiago Janela" userId="ee1a79fe-c79c-4f34-9602-7f6f2f0482b3" providerId="ADAL" clId="{97693404-9C1B-400A-95DF-A7B72570E7A0}" dt="2026-03-05T10:53:17.064" v="3461"/>
          <ac:picMkLst>
            <pc:docMk/>
            <pc:sldMk cId="114778141" sldId="303"/>
            <ac:picMk id="3" creationId="{F7A1CE92-8480-32AA-303B-900FB583DC9A}"/>
          </ac:picMkLst>
        </pc:picChg>
        <pc:picChg chg="add del mod">
          <ac:chgData name="Tiago Janela" userId="ee1a79fe-c79c-4f34-9602-7f6f2f0482b3" providerId="ADAL" clId="{97693404-9C1B-400A-95DF-A7B72570E7A0}" dt="2026-03-05T10:53:28.398" v="3462" actId="478"/>
          <ac:picMkLst>
            <pc:docMk/>
            <pc:sldMk cId="114778141" sldId="303"/>
            <ac:picMk id="5" creationId="{16C4F416-280C-5702-243E-680D20284ADD}"/>
          </ac:picMkLst>
        </pc:picChg>
      </pc:sldChg>
      <pc:sldChg chg="addSp delSp modSp add del mod">
        <pc:chgData name="Tiago Janela" userId="ee1a79fe-c79c-4f34-9602-7f6f2f0482b3" providerId="ADAL" clId="{97693404-9C1B-400A-95DF-A7B72570E7A0}" dt="2026-03-04T13:01:43.503" v="1711" actId="47"/>
        <pc:sldMkLst>
          <pc:docMk/>
          <pc:sldMk cId="821539772" sldId="304"/>
        </pc:sldMkLst>
      </pc:sldChg>
      <pc:sldChg chg="modSp add del mod">
        <pc:chgData name="Tiago Janela" userId="ee1a79fe-c79c-4f34-9602-7f6f2f0482b3" providerId="ADAL" clId="{97693404-9C1B-400A-95DF-A7B72570E7A0}" dt="2026-03-04T13:23:29.410" v="2203" actId="47"/>
        <pc:sldMkLst>
          <pc:docMk/>
          <pc:sldMk cId="2309601796" sldId="305"/>
        </pc:sldMkLst>
        <pc:spChg chg="mod">
          <ac:chgData name="Tiago Janela" userId="ee1a79fe-c79c-4f34-9602-7f6f2f0482b3" providerId="ADAL" clId="{97693404-9C1B-400A-95DF-A7B72570E7A0}" dt="2026-02-27T11:05:59.764" v="1458" actId="15"/>
          <ac:spMkLst>
            <pc:docMk/>
            <pc:sldMk cId="2309601796" sldId="305"/>
            <ac:spMk id="2" creationId="{870990D0-7AC5-46BA-6FC4-274F8E0A3ABE}"/>
          </ac:spMkLst>
        </pc:spChg>
        <pc:spChg chg="mod">
          <ac:chgData name="Tiago Janela" userId="ee1a79fe-c79c-4f34-9602-7f6f2f0482b3" providerId="ADAL" clId="{97693404-9C1B-400A-95DF-A7B72570E7A0}" dt="2026-02-27T11:03:52.458" v="1363" actId="20577"/>
          <ac:spMkLst>
            <pc:docMk/>
            <pc:sldMk cId="2309601796" sldId="305"/>
            <ac:spMk id="163" creationId="{57944F4B-F502-E7CC-8790-8737702BC6AC}"/>
          </ac:spMkLst>
        </pc:spChg>
      </pc:sldChg>
      <pc:sldChg chg="modSp add mod">
        <pc:chgData name="Tiago Janela" userId="ee1a79fe-c79c-4f34-9602-7f6f2f0482b3" providerId="ADAL" clId="{97693404-9C1B-400A-95DF-A7B72570E7A0}" dt="2026-03-09T10:32:38.571" v="5250" actId="113"/>
        <pc:sldMkLst>
          <pc:docMk/>
          <pc:sldMk cId="1211845523" sldId="306"/>
        </pc:sldMkLst>
        <pc:spChg chg="mod">
          <ac:chgData name="Tiago Janela" userId="ee1a79fe-c79c-4f34-9602-7f6f2f0482b3" providerId="ADAL" clId="{97693404-9C1B-400A-95DF-A7B72570E7A0}" dt="2026-03-09T10:32:38.571" v="5250" actId="113"/>
          <ac:spMkLst>
            <pc:docMk/>
            <pc:sldMk cId="1211845523" sldId="306"/>
            <ac:spMk id="2" creationId="{3A594187-BB0C-FE87-8E79-972F5DD9EAE2}"/>
          </ac:spMkLst>
        </pc:spChg>
        <pc:spChg chg="mod">
          <ac:chgData name="Tiago Janela" userId="ee1a79fe-c79c-4f34-9602-7f6f2f0482b3" providerId="ADAL" clId="{97693404-9C1B-400A-95DF-A7B72570E7A0}" dt="2026-03-04T13:13:51.930" v="2155" actId="20577"/>
          <ac:spMkLst>
            <pc:docMk/>
            <pc:sldMk cId="1211845523" sldId="306"/>
            <ac:spMk id="166" creationId="{73C6FAEE-CE23-BB36-58B3-A5E5504E1C3B}"/>
          </ac:spMkLst>
        </pc:spChg>
        <pc:picChg chg="mod">
          <ac:chgData name="Tiago Janela" userId="ee1a79fe-c79c-4f34-9602-7f6f2f0482b3" providerId="ADAL" clId="{97693404-9C1B-400A-95DF-A7B72570E7A0}" dt="2026-03-05T10:52:53.748" v="3459" actId="1076"/>
          <ac:picMkLst>
            <pc:docMk/>
            <pc:sldMk cId="1211845523" sldId="306"/>
            <ac:picMk id="5" creationId="{16C4F416-280C-5702-243E-680D20284ADD}"/>
          </ac:picMkLst>
        </pc:picChg>
      </pc:sldChg>
      <pc:sldChg chg="addSp delSp modSp add mod">
        <pc:chgData name="Tiago Janela" userId="ee1a79fe-c79c-4f34-9602-7f6f2f0482b3" providerId="ADAL" clId="{97693404-9C1B-400A-95DF-A7B72570E7A0}" dt="2026-03-05T10:55:12.788" v="3513" actId="20577"/>
        <pc:sldMkLst>
          <pc:docMk/>
          <pc:sldMk cId="4258501269" sldId="307"/>
        </pc:sldMkLst>
        <pc:spChg chg="mod">
          <ac:chgData name="Tiago Janela" userId="ee1a79fe-c79c-4f34-9602-7f6f2f0482b3" providerId="ADAL" clId="{97693404-9C1B-400A-95DF-A7B72570E7A0}" dt="2026-03-05T10:55:12.788" v="3513" actId="20577"/>
          <ac:spMkLst>
            <pc:docMk/>
            <pc:sldMk cId="4258501269" sldId="307"/>
            <ac:spMk id="2" creationId="{3A594187-BB0C-FE87-8E79-972F5DD9EAE2}"/>
          </ac:spMkLst>
        </pc:spChg>
        <pc:spChg chg="mod">
          <ac:chgData name="Tiago Janela" userId="ee1a79fe-c79c-4f34-9602-7f6f2f0482b3" providerId="ADAL" clId="{97693404-9C1B-400A-95DF-A7B72570E7A0}" dt="2026-03-04T13:13:41.592" v="2147"/>
          <ac:spMkLst>
            <pc:docMk/>
            <pc:sldMk cId="4258501269" sldId="307"/>
            <ac:spMk id="166" creationId="{73C6FAEE-CE23-BB36-58B3-A5E5504E1C3B}"/>
          </ac:spMkLst>
        </pc:spChg>
        <pc:picChg chg="add mod">
          <ac:chgData name="Tiago Janela" userId="ee1a79fe-c79c-4f34-9602-7f6f2f0482b3" providerId="ADAL" clId="{97693404-9C1B-400A-95DF-A7B72570E7A0}" dt="2026-03-04T13:08:27.808" v="2136" actId="1076"/>
          <ac:picMkLst>
            <pc:docMk/>
            <pc:sldMk cId="4258501269" sldId="307"/>
            <ac:picMk id="3" creationId="{8E704CBB-B9BA-C9D1-3227-A6CD3868AFE7}"/>
          </ac:picMkLst>
        </pc:picChg>
        <pc:picChg chg="del">
          <ac:chgData name="Tiago Janela" userId="ee1a79fe-c79c-4f34-9602-7f6f2f0482b3" providerId="ADAL" clId="{97693404-9C1B-400A-95DF-A7B72570E7A0}" dt="2026-03-04T13:01:40.953" v="1709" actId="478"/>
          <ac:picMkLst>
            <pc:docMk/>
            <pc:sldMk cId="4258501269" sldId="307"/>
            <ac:picMk id="5" creationId="{16C4F416-280C-5702-243E-680D20284ADD}"/>
          </ac:picMkLst>
        </pc:picChg>
      </pc:sldChg>
      <pc:sldChg chg="addSp delSp modSp add mod">
        <pc:chgData name="Tiago Janela" userId="ee1a79fe-c79c-4f34-9602-7f6f2f0482b3" providerId="ADAL" clId="{97693404-9C1B-400A-95DF-A7B72570E7A0}" dt="2026-03-09T10:32:58.339" v="5256" actId="113"/>
        <pc:sldMkLst>
          <pc:docMk/>
          <pc:sldMk cId="467547607" sldId="308"/>
        </pc:sldMkLst>
        <pc:spChg chg="mod">
          <ac:chgData name="Tiago Janela" userId="ee1a79fe-c79c-4f34-9602-7f6f2f0482b3" providerId="ADAL" clId="{97693404-9C1B-400A-95DF-A7B72570E7A0}" dt="2026-03-09T10:32:58.339" v="5256" actId="113"/>
          <ac:spMkLst>
            <pc:docMk/>
            <pc:sldMk cId="467547607" sldId="308"/>
            <ac:spMk id="2" creationId="{3A594187-BB0C-FE87-8E79-972F5DD9EAE2}"/>
          </ac:spMkLst>
        </pc:spChg>
        <pc:spChg chg="mod">
          <ac:chgData name="Tiago Janela" userId="ee1a79fe-c79c-4f34-9602-7f6f2f0482b3" providerId="ADAL" clId="{97693404-9C1B-400A-95DF-A7B72570E7A0}" dt="2026-03-04T13:13:33.588" v="2145" actId="20577"/>
          <ac:spMkLst>
            <pc:docMk/>
            <pc:sldMk cId="467547607" sldId="308"/>
            <ac:spMk id="166" creationId="{73C6FAEE-CE23-BB36-58B3-A5E5504E1C3B}"/>
          </ac:spMkLst>
        </pc:spChg>
        <pc:picChg chg="del">
          <ac:chgData name="Tiago Janela" userId="ee1a79fe-c79c-4f34-9602-7f6f2f0482b3" providerId="ADAL" clId="{97693404-9C1B-400A-95DF-A7B72570E7A0}" dt="2026-03-04T13:08:32.120" v="2137" actId="478"/>
          <ac:picMkLst>
            <pc:docMk/>
            <pc:sldMk cId="467547607" sldId="308"/>
            <ac:picMk id="3" creationId="{8E704CBB-B9BA-C9D1-3227-A6CD3868AFE7}"/>
          </ac:picMkLst>
        </pc:picChg>
        <pc:picChg chg="add mod">
          <ac:chgData name="Tiago Janela" userId="ee1a79fe-c79c-4f34-9602-7f6f2f0482b3" providerId="ADAL" clId="{97693404-9C1B-400A-95DF-A7B72570E7A0}" dt="2026-03-05T11:04:31.708" v="3761" actId="1076"/>
          <ac:picMkLst>
            <pc:docMk/>
            <pc:sldMk cId="467547607" sldId="308"/>
            <ac:picMk id="4" creationId="{088487E6-6EDF-5379-BFE0-AE14A850C52A}"/>
          </ac:picMkLst>
        </pc:picChg>
      </pc:sldChg>
      <pc:sldChg chg="modSp add del mod">
        <pc:chgData name="Tiago Janela" userId="ee1a79fe-c79c-4f34-9602-7f6f2f0482b3" providerId="ADAL" clId="{97693404-9C1B-400A-95DF-A7B72570E7A0}" dt="2026-03-04T13:46:26.076" v="3074" actId="47"/>
        <pc:sldMkLst>
          <pc:docMk/>
          <pc:sldMk cId="3166687561" sldId="309"/>
        </pc:sldMkLst>
        <pc:spChg chg="mod">
          <ac:chgData name="Tiago Janela" userId="ee1a79fe-c79c-4f34-9602-7f6f2f0482b3" providerId="ADAL" clId="{97693404-9C1B-400A-95DF-A7B72570E7A0}" dt="2026-03-04T13:42:35.307" v="2999" actId="404"/>
          <ac:spMkLst>
            <pc:docMk/>
            <pc:sldMk cId="3166687561" sldId="309"/>
            <ac:spMk id="5" creationId="{E8A7F028-74CF-6C54-4DD5-3B4B5B71E2D8}"/>
          </ac:spMkLst>
        </pc:spChg>
      </pc:sldChg>
      <pc:sldChg chg="addSp delSp modSp add del mod modShow">
        <pc:chgData name="Tiago Janela" userId="ee1a79fe-c79c-4f34-9602-7f6f2f0482b3" providerId="ADAL" clId="{97693404-9C1B-400A-95DF-A7B72570E7A0}" dt="2026-03-09T10:28:35" v="5110" actId="47"/>
        <pc:sldMkLst>
          <pc:docMk/>
          <pc:sldMk cId="1164058602" sldId="310"/>
        </pc:sldMkLst>
        <pc:spChg chg="mod">
          <ac:chgData name="Tiago Janela" userId="ee1a79fe-c79c-4f34-9602-7f6f2f0482b3" providerId="ADAL" clId="{97693404-9C1B-400A-95DF-A7B72570E7A0}" dt="2026-03-04T14:15:29.937" v="3077" actId="14100"/>
          <ac:spMkLst>
            <pc:docMk/>
            <pc:sldMk cId="1164058602" sldId="310"/>
            <ac:spMk id="5" creationId="{E8A7F028-74CF-6C54-4DD5-3B4B5B71E2D8}"/>
          </ac:spMkLst>
        </pc:spChg>
        <pc:graphicFrameChg chg="add mod modGraphic">
          <ac:chgData name="Tiago Janela" userId="ee1a79fe-c79c-4f34-9602-7f6f2f0482b3" providerId="ADAL" clId="{97693404-9C1B-400A-95DF-A7B72570E7A0}" dt="2026-03-04T13:45:45.143" v="3066" actId="1076"/>
          <ac:graphicFrameMkLst>
            <pc:docMk/>
            <pc:sldMk cId="1164058602" sldId="310"/>
            <ac:graphicFrameMk id="6" creationId="{9DFEAA2A-A89F-EE13-4797-3A5DD610ED30}"/>
          </ac:graphicFrameMkLst>
        </pc:graphicFrameChg>
        <pc:picChg chg="mod">
          <ac:chgData name="Tiago Janela" userId="ee1a79fe-c79c-4f34-9602-7f6f2f0482b3" providerId="ADAL" clId="{97693404-9C1B-400A-95DF-A7B72570E7A0}" dt="2026-03-04T13:46:57.531" v="3076" actId="1076"/>
          <ac:picMkLst>
            <pc:docMk/>
            <pc:sldMk cId="1164058602" sldId="310"/>
            <ac:picMk id="3" creationId="{F8FE564D-C14A-D361-F39B-D2C4FD46193B}"/>
          </ac:picMkLst>
        </pc:picChg>
        <pc:picChg chg="add del">
          <ac:chgData name="Tiago Janela" userId="ee1a79fe-c79c-4f34-9602-7f6f2f0482b3" providerId="ADAL" clId="{97693404-9C1B-400A-95DF-A7B72570E7A0}" dt="2026-03-04T13:33:49.807" v="2723" actId="22"/>
          <ac:picMkLst>
            <pc:docMk/>
            <pc:sldMk cId="1164058602" sldId="310"/>
            <ac:picMk id="4" creationId="{D89A0267-3387-94D3-598E-476090DAE2B8}"/>
          </ac:picMkLst>
        </pc:picChg>
      </pc:sldChg>
      <pc:sldChg chg="addSp delSp modSp add mod">
        <pc:chgData name="Tiago Janela" userId="ee1a79fe-c79c-4f34-9602-7f6f2f0482b3" providerId="ADAL" clId="{97693404-9C1B-400A-95DF-A7B72570E7A0}" dt="2026-03-05T13:51:09.867" v="4389" actId="207"/>
        <pc:sldMkLst>
          <pc:docMk/>
          <pc:sldMk cId="1772121027" sldId="311"/>
        </pc:sldMkLst>
        <pc:spChg chg="mod">
          <ac:chgData name="Tiago Janela" userId="ee1a79fe-c79c-4f34-9602-7f6f2f0482b3" providerId="ADAL" clId="{97693404-9C1B-400A-95DF-A7B72570E7A0}" dt="2026-03-05T13:51:09.867" v="4389" actId="207"/>
          <ac:spMkLst>
            <pc:docMk/>
            <pc:sldMk cId="1772121027" sldId="311"/>
            <ac:spMk id="170" creationId="{2B43687A-3834-1918-AA00-F4656042D038}"/>
          </ac:spMkLst>
        </pc:spChg>
        <pc:grpChg chg="del">
          <ac:chgData name="Tiago Janela" userId="ee1a79fe-c79c-4f34-9602-7f6f2f0482b3" providerId="ADAL" clId="{97693404-9C1B-400A-95DF-A7B72570E7A0}" dt="2026-03-05T11:20:01.605" v="3926" actId="478"/>
          <ac:grpSpMkLst>
            <pc:docMk/>
            <pc:sldMk cId="1772121027" sldId="311"/>
            <ac:grpSpMk id="8" creationId="{B81890E7-8BF7-7B83-7AA2-CCCFC1B52654}"/>
          </ac:grpSpMkLst>
        </pc:grpChg>
        <pc:picChg chg="add mod modCrop">
          <ac:chgData name="Tiago Janela" userId="ee1a79fe-c79c-4f34-9602-7f6f2f0482b3" providerId="ADAL" clId="{97693404-9C1B-400A-95DF-A7B72570E7A0}" dt="2026-03-05T11:45:45.752" v="4347" actId="1076"/>
          <ac:picMkLst>
            <pc:docMk/>
            <pc:sldMk cId="1772121027" sldId="311"/>
            <ac:picMk id="10" creationId="{5E2BD8C7-1DEE-FFD6-A4F6-CF1BAC02919F}"/>
          </ac:picMkLst>
        </pc:picChg>
        <pc:picChg chg="add mod modCrop">
          <ac:chgData name="Tiago Janela" userId="ee1a79fe-c79c-4f34-9602-7f6f2f0482b3" providerId="ADAL" clId="{97693404-9C1B-400A-95DF-A7B72570E7A0}" dt="2026-03-05T11:45:55.200" v="4350" actId="1076"/>
          <ac:picMkLst>
            <pc:docMk/>
            <pc:sldMk cId="1772121027" sldId="311"/>
            <ac:picMk id="13" creationId="{C6E47417-9E80-A00A-554F-834C3597206A}"/>
          </ac:picMkLst>
        </pc:picChg>
        <pc:picChg chg="add mod modCrop">
          <ac:chgData name="Tiago Janela" userId="ee1a79fe-c79c-4f34-9602-7f6f2f0482b3" providerId="ADAL" clId="{97693404-9C1B-400A-95DF-A7B72570E7A0}" dt="2026-03-05T11:45:52.184" v="4349" actId="1076"/>
          <ac:picMkLst>
            <pc:docMk/>
            <pc:sldMk cId="1772121027" sldId="311"/>
            <ac:picMk id="15" creationId="{476DDCBA-FBEF-3BA4-1FAB-879D873364E7}"/>
          </ac:picMkLst>
        </pc:picChg>
      </pc:sldChg>
      <pc:sldChg chg="add del mod modShow">
        <pc:chgData name="Tiago Janela" userId="ee1a79fe-c79c-4f34-9602-7f6f2f0482b3" providerId="ADAL" clId="{97693404-9C1B-400A-95DF-A7B72570E7A0}" dt="2026-03-05T11:09:04.534" v="3920" actId="47"/>
        <pc:sldMkLst>
          <pc:docMk/>
          <pc:sldMk cId="3374331074" sldId="311"/>
        </pc:sldMkLst>
      </pc:sldChg>
      <pc:sldChg chg="add del ord">
        <pc:chgData name="Tiago Janela" userId="ee1a79fe-c79c-4f34-9602-7f6f2f0482b3" providerId="ADAL" clId="{97693404-9C1B-400A-95DF-A7B72570E7A0}" dt="2026-03-05T11:00:14.847" v="3550" actId="47"/>
        <pc:sldMkLst>
          <pc:docMk/>
          <pc:sldMk cId="3658891486" sldId="311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subTitle"/>
          </p:nvPr>
        </p:nvSpPr>
        <p:spPr>
          <a:xfrm>
            <a:off x="382680" y="1371600"/>
            <a:ext cx="838008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838008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subTitle"/>
          </p:nvPr>
        </p:nvSpPr>
        <p:spPr>
          <a:xfrm>
            <a:off x="380880" y="228600"/>
            <a:ext cx="8380080" cy="388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/>
          </p:nvPr>
        </p:nvSpPr>
        <p:spPr>
          <a:xfrm>
            <a:off x="38268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/>
          </p:nvPr>
        </p:nvSpPr>
        <p:spPr>
          <a:xfrm>
            <a:off x="467676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/>
          </p:nvPr>
        </p:nvSpPr>
        <p:spPr>
          <a:xfrm>
            <a:off x="382680" y="3799440"/>
            <a:ext cx="838008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838008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/>
          </p:nvPr>
        </p:nvSpPr>
        <p:spPr>
          <a:xfrm>
            <a:off x="382680" y="3799440"/>
            <a:ext cx="838008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3" name="PlaceHolder 4"/>
          <p:cNvSpPr>
            <a:spLocks noGrp="1"/>
          </p:cNvSpPr>
          <p:nvPr>
            <p:ph/>
          </p:nvPr>
        </p:nvSpPr>
        <p:spPr>
          <a:xfrm>
            <a:off x="38268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4" name="PlaceHolder 5"/>
          <p:cNvSpPr>
            <a:spLocks noGrp="1"/>
          </p:cNvSpPr>
          <p:nvPr>
            <p:ph/>
          </p:nvPr>
        </p:nvSpPr>
        <p:spPr>
          <a:xfrm>
            <a:off x="467676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/>
          </p:nvPr>
        </p:nvSpPr>
        <p:spPr>
          <a:xfrm>
            <a:off x="3216240" y="137160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8" name="PlaceHolder 4"/>
          <p:cNvSpPr>
            <a:spLocks noGrp="1"/>
          </p:cNvSpPr>
          <p:nvPr>
            <p:ph/>
          </p:nvPr>
        </p:nvSpPr>
        <p:spPr>
          <a:xfrm>
            <a:off x="6049800" y="137160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9" name="PlaceHolder 5"/>
          <p:cNvSpPr>
            <a:spLocks noGrp="1"/>
          </p:cNvSpPr>
          <p:nvPr>
            <p:ph/>
          </p:nvPr>
        </p:nvSpPr>
        <p:spPr>
          <a:xfrm>
            <a:off x="382680" y="379944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90" name="PlaceHolder 6"/>
          <p:cNvSpPr>
            <a:spLocks noGrp="1"/>
          </p:cNvSpPr>
          <p:nvPr>
            <p:ph/>
          </p:nvPr>
        </p:nvSpPr>
        <p:spPr>
          <a:xfrm>
            <a:off x="3216240" y="379944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91" name="PlaceHolder 7"/>
          <p:cNvSpPr>
            <a:spLocks noGrp="1"/>
          </p:cNvSpPr>
          <p:nvPr>
            <p:ph/>
          </p:nvPr>
        </p:nvSpPr>
        <p:spPr>
          <a:xfrm>
            <a:off x="6049800" y="379944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 type="subTitle"/>
          </p:nvPr>
        </p:nvSpPr>
        <p:spPr>
          <a:xfrm>
            <a:off x="382680" y="1371600"/>
            <a:ext cx="838008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838008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25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26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subTitle"/>
          </p:nvPr>
        </p:nvSpPr>
        <p:spPr>
          <a:xfrm>
            <a:off x="380880" y="228600"/>
            <a:ext cx="8380080" cy="388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2" name="PlaceHolder 4"/>
          <p:cNvSpPr>
            <a:spLocks noGrp="1"/>
          </p:cNvSpPr>
          <p:nvPr>
            <p:ph/>
          </p:nvPr>
        </p:nvSpPr>
        <p:spPr>
          <a:xfrm>
            <a:off x="38268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5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6" name="PlaceHolder 4"/>
          <p:cNvSpPr>
            <a:spLocks noGrp="1"/>
          </p:cNvSpPr>
          <p:nvPr>
            <p:ph/>
          </p:nvPr>
        </p:nvSpPr>
        <p:spPr>
          <a:xfrm>
            <a:off x="467676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382680" y="3799440"/>
            <a:ext cx="838008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838008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382680" y="3799440"/>
            <a:ext cx="838008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5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6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7" name="PlaceHolder 4"/>
          <p:cNvSpPr>
            <a:spLocks noGrp="1"/>
          </p:cNvSpPr>
          <p:nvPr>
            <p:ph/>
          </p:nvPr>
        </p:nvSpPr>
        <p:spPr>
          <a:xfrm>
            <a:off x="38268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8" name="PlaceHolder 5"/>
          <p:cNvSpPr>
            <a:spLocks noGrp="1"/>
          </p:cNvSpPr>
          <p:nvPr>
            <p:ph/>
          </p:nvPr>
        </p:nvSpPr>
        <p:spPr>
          <a:xfrm>
            <a:off x="467676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3216240" y="137160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2" name="PlaceHolder 4"/>
          <p:cNvSpPr>
            <a:spLocks noGrp="1"/>
          </p:cNvSpPr>
          <p:nvPr>
            <p:ph/>
          </p:nvPr>
        </p:nvSpPr>
        <p:spPr>
          <a:xfrm>
            <a:off x="6049800" y="137160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3" name="PlaceHolder 5"/>
          <p:cNvSpPr>
            <a:spLocks noGrp="1"/>
          </p:cNvSpPr>
          <p:nvPr>
            <p:ph/>
          </p:nvPr>
        </p:nvSpPr>
        <p:spPr>
          <a:xfrm>
            <a:off x="382680" y="379944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4" name="PlaceHolder 6"/>
          <p:cNvSpPr>
            <a:spLocks noGrp="1"/>
          </p:cNvSpPr>
          <p:nvPr>
            <p:ph/>
          </p:nvPr>
        </p:nvSpPr>
        <p:spPr>
          <a:xfrm>
            <a:off x="3216240" y="379944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5" name="PlaceHolder 7"/>
          <p:cNvSpPr>
            <a:spLocks noGrp="1"/>
          </p:cNvSpPr>
          <p:nvPr>
            <p:ph/>
          </p:nvPr>
        </p:nvSpPr>
        <p:spPr>
          <a:xfrm>
            <a:off x="6049800" y="379944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18" Type="http://schemas.openxmlformats.org/officeDocument/2006/relationships/image" Target="../media/image5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4.jpe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6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Picture 4" descr="bit-lsi-logo-final"/>
          <p:cNvPicPr/>
          <p:nvPr/>
        </p:nvPicPr>
        <p:blipFill>
          <a:blip r:embed="rId14"/>
          <a:stretch/>
        </p:blipFill>
        <p:spPr>
          <a:xfrm>
            <a:off x="303840" y="6204960"/>
            <a:ext cx="850320" cy="606600"/>
          </a:xfrm>
          <a:prstGeom prst="rect">
            <a:avLst/>
          </a:prstGeom>
          <a:ln w="0">
            <a:noFill/>
          </a:ln>
        </p:spPr>
      </p:pic>
      <p:pic>
        <p:nvPicPr>
          <p:cNvPr id="57" name="Picture 14"/>
          <p:cNvPicPr/>
          <p:nvPr/>
        </p:nvPicPr>
        <p:blipFill>
          <a:blip r:embed="rId15"/>
          <a:stretch/>
        </p:blipFill>
        <p:spPr>
          <a:xfrm>
            <a:off x="5330880" y="6248520"/>
            <a:ext cx="1327320" cy="452880"/>
          </a:xfrm>
          <a:prstGeom prst="rect">
            <a:avLst/>
          </a:prstGeom>
          <a:ln w="0">
            <a:noFill/>
          </a:ln>
        </p:spPr>
      </p:pic>
      <p:sp>
        <p:nvSpPr>
          <p:cNvPr id="2" name="Line 7"/>
          <p:cNvSpPr/>
          <p:nvPr/>
        </p:nvSpPr>
        <p:spPr>
          <a:xfrm>
            <a:off x="306000" y="6172200"/>
            <a:ext cx="8533080" cy="360"/>
          </a:xfrm>
          <a:prstGeom prst="line">
            <a:avLst/>
          </a:prstGeom>
          <a:ln w="19050">
            <a:solidFill>
              <a:srgbClr val="016AC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3" name="Line 8"/>
          <p:cNvSpPr/>
          <p:nvPr/>
        </p:nvSpPr>
        <p:spPr>
          <a:xfrm>
            <a:off x="306000" y="6172200"/>
            <a:ext cx="8533080" cy="360"/>
          </a:xfrm>
          <a:prstGeom prst="line">
            <a:avLst/>
          </a:prstGeom>
          <a:ln w="19050">
            <a:solidFill>
              <a:srgbClr val="0064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grpSp>
        <p:nvGrpSpPr>
          <p:cNvPr id="4" name="Gruppieren 69"/>
          <p:cNvGrpSpPr/>
          <p:nvPr/>
        </p:nvGrpSpPr>
        <p:grpSpPr>
          <a:xfrm>
            <a:off x="7525080" y="6248520"/>
            <a:ext cx="1126800" cy="453600"/>
            <a:chOff x="7525080" y="6248520"/>
            <a:chExt cx="1126800" cy="453600"/>
          </a:xfrm>
        </p:grpSpPr>
        <p:sp>
          <p:nvSpPr>
            <p:cNvPr id="5" name="AutoShape 3"/>
            <p:cNvSpPr/>
            <p:nvPr/>
          </p:nvSpPr>
          <p:spPr>
            <a:xfrm>
              <a:off x="7525080" y="6248520"/>
              <a:ext cx="1126800" cy="453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6" name="Freeform 5"/>
            <p:cNvSpPr/>
            <p:nvPr/>
          </p:nvSpPr>
          <p:spPr>
            <a:xfrm>
              <a:off x="8208720" y="6248520"/>
              <a:ext cx="273960" cy="247320"/>
            </a:xfrm>
            <a:custGeom>
              <a:avLst/>
              <a:gdLst/>
              <a:ahLst/>
              <a:cxnLst/>
              <a:rect l="l" t="t" r="r" b="b"/>
              <a:pathLst>
                <a:path w="1277" h="1104">
                  <a:moveTo>
                    <a:pt x="944" y="552"/>
                  </a:moveTo>
                  <a:cubicBezTo>
                    <a:pt x="1110" y="357"/>
                    <a:pt x="1203" y="197"/>
                    <a:pt x="1277" y="0"/>
                  </a:cubicBezTo>
                  <a:lnTo>
                    <a:pt x="0" y="0"/>
                  </a:lnTo>
                  <a:lnTo>
                    <a:pt x="0" y="1104"/>
                  </a:lnTo>
                  <a:cubicBezTo>
                    <a:pt x="253" y="1070"/>
                    <a:pt x="607" y="949"/>
                    <a:pt x="944" y="552"/>
                  </a:cubicBezTo>
                  <a:close/>
                </a:path>
              </a:pathLst>
            </a:custGeom>
            <a:solidFill>
              <a:srgbClr val="07529A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7" name="Rectangle 6"/>
            <p:cNvSpPr/>
            <p:nvPr/>
          </p:nvSpPr>
          <p:spPr>
            <a:xfrm>
              <a:off x="8208720" y="6570000"/>
              <a:ext cx="429840" cy="126000"/>
            </a:xfrm>
            <a:prstGeom prst="rect">
              <a:avLst/>
            </a:prstGeom>
            <a:solidFill>
              <a:srgbClr val="EAB90C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8" name="Freeform 7"/>
            <p:cNvSpPr/>
            <p:nvPr/>
          </p:nvSpPr>
          <p:spPr>
            <a:xfrm>
              <a:off x="8208720" y="6248520"/>
              <a:ext cx="429840" cy="301320"/>
            </a:xfrm>
            <a:custGeom>
              <a:avLst/>
              <a:gdLst/>
              <a:ahLst/>
              <a:cxnLst/>
              <a:rect l="l" t="t" r="r" b="b"/>
              <a:pathLst>
                <a:path w="2000" h="1349">
                  <a:moveTo>
                    <a:pt x="2000" y="0"/>
                  </a:moveTo>
                  <a:lnTo>
                    <a:pt x="1361" y="0"/>
                  </a:lnTo>
                  <a:cubicBezTo>
                    <a:pt x="1285" y="208"/>
                    <a:pt x="1168" y="419"/>
                    <a:pt x="992" y="627"/>
                  </a:cubicBezTo>
                  <a:cubicBezTo>
                    <a:pt x="644" y="1036"/>
                    <a:pt x="259" y="1159"/>
                    <a:pt x="0" y="1193"/>
                  </a:cubicBezTo>
                  <a:lnTo>
                    <a:pt x="0" y="1349"/>
                  </a:lnTo>
                  <a:lnTo>
                    <a:pt x="2000" y="1349"/>
                  </a:lnTo>
                  <a:lnTo>
                    <a:pt x="2000" y="0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9" name="Freeform 8"/>
            <p:cNvSpPr/>
            <p:nvPr/>
          </p:nvSpPr>
          <p:spPr>
            <a:xfrm>
              <a:off x="8228520" y="6593040"/>
              <a:ext cx="56880" cy="82800"/>
            </a:xfrm>
            <a:custGeom>
              <a:avLst/>
              <a:gdLst/>
              <a:ahLst/>
              <a:cxnLst/>
              <a:rect l="l" t="t" r="r" b="b"/>
              <a:pathLst>
                <a:path w="264" h="371">
                  <a:moveTo>
                    <a:pt x="134" y="318"/>
                  </a:moveTo>
                  <a:cubicBezTo>
                    <a:pt x="183" y="318"/>
                    <a:pt x="198" y="308"/>
                    <a:pt x="198" y="265"/>
                  </a:cubicBezTo>
                  <a:cubicBezTo>
                    <a:pt x="198" y="216"/>
                    <a:pt x="182" y="204"/>
                    <a:pt x="132" y="203"/>
                  </a:cubicBezTo>
                  <a:lnTo>
                    <a:pt x="65" y="203"/>
                  </a:lnTo>
                  <a:lnTo>
                    <a:pt x="65" y="318"/>
                  </a:lnTo>
                  <a:lnTo>
                    <a:pt x="134" y="318"/>
                  </a:lnTo>
                  <a:close/>
                  <a:moveTo>
                    <a:pt x="65" y="53"/>
                  </a:moveTo>
                  <a:lnTo>
                    <a:pt x="65" y="155"/>
                  </a:lnTo>
                  <a:lnTo>
                    <a:pt x="131" y="155"/>
                  </a:lnTo>
                  <a:cubicBezTo>
                    <a:pt x="175" y="155"/>
                    <a:pt x="190" y="145"/>
                    <a:pt x="190" y="103"/>
                  </a:cubicBezTo>
                  <a:cubicBezTo>
                    <a:pt x="190" y="63"/>
                    <a:pt x="174" y="53"/>
                    <a:pt x="126" y="53"/>
                  </a:cubicBezTo>
                  <a:lnTo>
                    <a:pt x="65" y="53"/>
                  </a:lnTo>
                  <a:close/>
                  <a:moveTo>
                    <a:pt x="191" y="180"/>
                  </a:moveTo>
                  <a:cubicBezTo>
                    <a:pt x="245" y="185"/>
                    <a:pt x="264" y="219"/>
                    <a:pt x="264" y="277"/>
                  </a:cubicBezTo>
                  <a:cubicBezTo>
                    <a:pt x="264" y="351"/>
                    <a:pt x="230" y="371"/>
                    <a:pt x="145" y="371"/>
                  </a:cubicBezTo>
                  <a:cubicBezTo>
                    <a:pt x="79" y="371"/>
                    <a:pt x="44" y="371"/>
                    <a:pt x="0" y="367"/>
                  </a:cubicBezTo>
                  <a:lnTo>
                    <a:pt x="0" y="4"/>
                  </a:lnTo>
                  <a:cubicBezTo>
                    <a:pt x="39" y="1"/>
                    <a:pt x="71" y="0"/>
                    <a:pt x="129" y="0"/>
                  </a:cubicBezTo>
                  <a:cubicBezTo>
                    <a:pt x="220" y="0"/>
                    <a:pt x="253" y="20"/>
                    <a:pt x="253" y="95"/>
                  </a:cubicBezTo>
                  <a:cubicBezTo>
                    <a:pt x="253" y="147"/>
                    <a:pt x="235" y="174"/>
                    <a:pt x="191" y="178"/>
                  </a:cubicBezTo>
                  <a:lnTo>
                    <a:pt x="191" y="18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" name="Freeform 9"/>
            <p:cNvSpPr/>
            <p:nvPr/>
          </p:nvSpPr>
          <p:spPr>
            <a:xfrm>
              <a:off x="8297640" y="6591960"/>
              <a:ext cx="63720" cy="83880"/>
            </a:xfrm>
            <a:custGeom>
              <a:avLst/>
              <a:gdLst/>
              <a:ahLst/>
              <a:cxnLst/>
              <a:rect l="l" t="t" r="r" b="b"/>
              <a:pathLst>
                <a:path w="299" h="376">
                  <a:moveTo>
                    <a:pt x="69" y="188"/>
                  </a:moveTo>
                  <a:cubicBezTo>
                    <a:pt x="69" y="289"/>
                    <a:pt x="88" y="320"/>
                    <a:pt x="149" y="320"/>
                  </a:cubicBezTo>
                  <a:cubicBezTo>
                    <a:pt x="211" y="320"/>
                    <a:pt x="230" y="289"/>
                    <a:pt x="230" y="188"/>
                  </a:cubicBezTo>
                  <a:cubicBezTo>
                    <a:pt x="230" y="87"/>
                    <a:pt x="211" y="56"/>
                    <a:pt x="149" y="56"/>
                  </a:cubicBezTo>
                  <a:cubicBezTo>
                    <a:pt x="88" y="56"/>
                    <a:pt x="69" y="87"/>
                    <a:pt x="69" y="188"/>
                  </a:cubicBezTo>
                  <a:close/>
                  <a:moveTo>
                    <a:pt x="299" y="188"/>
                  </a:moveTo>
                  <a:cubicBezTo>
                    <a:pt x="299" y="332"/>
                    <a:pt x="260" y="376"/>
                    <a:pt x="149" y="376"/>
                  </a:cubicBezTo>
                  <a:cubicBezTo>
                    <a:pt x="39" y="376"/>
                    <a:pt x="0" y="332"/>
                    <a:pt x="0" y="188"/>
                  </a:cubicBezTo>
                  <a:cubicBezTo>
                    <a:pt x="0" y="44"/>
                    <a:pt x="39" y="0"/>
                    <a:pt x="149" y="0"/>
                  </a:cubicBezTo>
                  <a:cubicBezTo>
                    <a:pt x="260" y="0"/>
                    <a:pt x="299" y="44"/>
                    <a:pt x="299" y="188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" name="Freeform 10"/>
            <p:cNvSpPr/>
            <p:nvPr/>
          </p:nvSpPr>
          <p:spPr>
            <a:xfrm>
              <a:off x="8376840" y="6594120"/>
              <a:ext cx="62640" cy="80640"/>
            </a:xfrm>
            <a:custGeom>
              <a:avLst/>
              <a:gdLst/>
              <a:ahLst/>
              <a:cxnLst/>
              <a:rect l="l" t="t" r="r" b="b"/>
              <a:pathLst>
                <a:path w="295" h="363">
                  <a:moveTo>
                    <a:pt x="295" y="339"/>
                  </a:moveTo>
                  <a:cubicBezTo>
                    <a:pt x="295" y="355"/>
                    <a:pt x="287" y="363"/>
                    <a:pt x="271" y="363"/>
                  </a:cubicBezTo>
                  <a:lnTo>
                    <a:pt x="219" y="363"/>
                  </a:lnTo>
                  <a:cubicBezTo>
                    <a:pt x="205" y="363"/>
                    <a:pt x="197" y="357"/>
                    <a:pt x="192" y="343"/>
                  </a:cubicBezTo>
                  <a:lnTo>
                    <a:pt x="90" y="121"/>
                  </a:lnTo>
                  <a:cubicBezTo>
                    <a:pt x="83" y="106"/>
                    <a:pt x="72" y="84"/>
                    <a:pt x="68" y="67"/>
                  </a:cubicBezTo>
                  <a:lnTo>
                    <a:pt x="62" y="67"/>
                  </a:lnTo>
                  <a:cubicBezTo>
                    <a:pt x="64" y="85"/>
                    <a:pt x="65" y="104"/>
                    <a:pt x="65" y="121"/>
                  </a:cubicBezTo>
                  <a:lnTo>
                    <a:pt x="65" y="363"/>
                  </a:lnTo>
                  <a:lnTo>
                    <a:pt x="0" y="363"/>
                  </a:lnTo>
                  <a:lnTo>
                    <a:pt x="0" y="25"/>
                  </a:lnTo>
                  <a:cubicBezTo>
                    <a:pt x="0" y="9"/>
                    <a:pt x="9" y="0"/>
                    <a:pt x="25" y="0"/>
                  </a:cubicBezTo>
                  <a:lnTo>
                    <a:pt x="76" y="0"/>
                  </a:lnTo>
                  <a:cubicBezTo>
                    <a:pt x="90" y="0"/>
                    <a:pt x="97" y="7"/>
                    <a:pt x="103" y="20"/>
                  </a:cubicBezTo>
                  <a:lnTo>
                    <a:pt x="202" y="237"/>
                  </a:lnTo>
                  <a:cubicBezTo>
                    <a:pt x="209" y="252"/>
                    <a:pt x="219" y="274"/>
                    <a:pt x="227" y="294"/>
                  </a:cubicBezTo>
                  <a:lnTo>
                    <a:pt x="234" y="294"/>
                  </a:lnTo>
                  <a:cubicBezTo>
                    <a:pt x="232" y="274"/>
                    <a:pt x="231" y="254"/>
                    <a:pt x="231" y="235"/>
                  </a:cubicBezTo>
                  <a:lnTo>
                    <a:pt x="231" y="0"/>
                  </a:lnTo>
                  <a:lnTo>
                    <a:pt x="295" y="0"/>
                  </a:lnTo>
                  <a:lnTo>
                    <a:pt x="295" y="339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2" name="Freeform 11"/>
            <p:cNvSpPr/>
            <p:nvPr/>
          </p:nvSpPr>
          <p:spPr>
            <a:xfrm>
              <a:off x="8457120" y="6594120"/>
              <a:ext cx="62640" cy="80640"/>
            </a:xfrm>
            <a:custGeom>
              <a:avLst/>
              <a:gdLst/>
              <a:ahLst/>
              <a:cxnLst/>
              <a:rect l="l" t="t" r="r" b="b"/>
              <a:pathLst>
                <a:path w="295" h="363">
                  <a:moveTo>
                    <a:pt x="295" y="339"/>
                  </a:moveTo>
                  <a:cubicBezTo>
                    <a:pt x="295" y="355"/>
                    <a:pt x="286" y="363"/>
                    <a:pt x="271" y="363"/>
                  </a:cubicBezTo>
                  <a:lnTo>
                    <a:pt x="219" y="363"/>
                  </a:lnTo>
                  <a:cubicBezTo>
                    <a:pt x="204" y="363"/>
                    <a:pt x="197" y="357"/>
                    <a:pt x="191" y="343"/>
                  </a:cubicBezTo>
                  <a:lnTo>
                    <a:pt x="89" y="121"/>
                  </a:lnTo>
                  <a:cubicBezTo>
                    <a:pt x="83" y="106"/>
                    <a:pt x="72" y="84"/>
                    <a:pt x="68" y="67"/>
                  </a:cubicBezTo>
                  <a:lnTo>
                    <a:pt x="62" y="67"/>
                  </a:lnTo>
                  <a:cubicBezTo>
                    <a:pt x="64" y="85"/>
                    <a:pt x="65" y="104"/>
                    <a:pt x="65" y="121"/>
                  </a:cubicBezTo>
                  <a:lnTo>
                    <a:pt x="65" y="363"/>
                  </a:lnTo>
                  <a:lnTo>
                    <a:pt x="0" y="363"/>
                  </a:lnTo>
                  <a:lnTo>
                    <a:pt x="0" y="25"/>
                  </a:lnTo>
                  <a:cubicBezTo>
                    <a:pt x="0" y="9"/>
                    <a:pt x="9" y="0"/>
                    <a:pt x="25" y="0"/>
                  </a:cubicBezTo>
                  <a:lnTo>
                    <a:pt x="76" y="0"/>
                  </a:lnTo>
                  <a:cubicBezTo>
                    <a:pt x="90" y="0"/>
                    <a:pt x="97" y="7"/>
                    <a:pt x="103" y="20"/>
                  </a:cubicBezTo>
                  <a:lnTo>
                    <a:pt x="202" y="237"/>
                  </a:lnTo>
                  <a:cubicBezTo>
                    <a:pt x="209" y="252"/>
                    <a:pt x="219" y="274"/>
                    <a:pt x="227" y="294"/>
                  </a:cubicBezTo>
                  <a:lnTo>
                    <a:pt x="233" y="294"/>
                  </a:lnTo>
                  <a:cubicBezTo>
                    <a:pt x="232" y="274"/>
                    <a:pt x="231" y="254"/>
                    <a:pt x="231" y="235"/>
                  </a:cubicBezTo>
                  <a:lnTo>
                    <a:pt x="231" y="0"/>
                  </a:lnTo>
                  <a:lnTo>
                    <a:pt x="295" y="0"/>
                  </a:lnTo>
                  <a:lnTo>
                    <a:pt x="295" y="339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3" name="Freeform 12"/>
            <p:cNvSpPr/>
            <p:nvPr/>
          </p:nvSpPr>
          <p:spPr>
            <a:xfrm>
              <a:off x="7525080" y="6594120"/>
              <a:ext cx="56880" cy="81720"/>
            </a:xfrm>
            <a:custGeom>
              <a:avLst/>
              <a:gdLst/>
              <a:ahLst/>
              <a:cxnLst/>
              <a:rect l="l" t="t" r="r" b="b"/>
              <a:pathLst>
                <a:path w="267" h="370">
                  <a:moveTo>
                    <a:pt x="267" y="223"/>
                  </a:moveTo>
                  <a:cubicBezTo>
                    <a:pt x="267" y="330"/>
                    <a:pt x="232" y="370"/>
                    <a:pt x="136" y="370"/>
                  </a:cubicBezTo>
                  <a:cubicBezTo>
                    <a:pt x="36" y="370"/>
                    <a:pt x="0" y="330"/>
                    <a:pt x="0" y="223"/>
                  </a:cubicBezTo>
                  <a:lnTo>
                    <a:pt x="0" y="0"/>
                  </a:lnTo>
                  <a:lnTo>
                    <a:pt x="53" y="0"/>
                  </a:lnTo>
                  <a:lnTo>
                    <a:pt x="53" y="223"/>
                  </a:lnTo>
                  <a:cubicBezTo>
                    <a:pt x="53" y="298"/>
                    <a:pt x="73" y="323"/>
                    <a:pt x="134" y="323"/>
                  </a:cubicBezTo>
                  <a:cubicBezTo>
                    <a:pt x="193" y="323"/>
                    <a:pt x="215" y="298"/>
                    <a:pt x="215" y="223"/>
                  </a:cubicBezTo>
                  <a:lnTo>
                    <a:pt x="215" y="0"/>
                  </a:lnTo>
                  <a:lnTo>
                    <a:pt x="267" y="0"/>
                  </a:lnTo>
                  <a:lnTo>
                    <a:pt x="267" y="223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4" name="Freeform 13"/>
            <p:cNvSpPr/>
            <p:nvPr/>
          </p:nvSpPr>
          <p:spPr>
            <a:xfrm>
              <a:off x="7600680" y="6594120"/>
              <a:ext cx="60840" cy="80640"/>
            </a:xfrm>
            <a:custGeom>
              <a:avLst/>
              <a:gdLst/>
              <a:ahLst/>
              <a:cxnLst/>
              <a:rect l="l" t="t" r="r" b="b"/>
              <a:pathLst>
                <a:path w="284" h="363">
                  <a:moveTo>
                    <a:pt x="284" y="343"/>
                  </a:moveTo>
                  <a:cubicBezTo>
                    <a:pt x="284" y="356"/>
                    <a:pt x="277" y="363"/>
                    <a:pt x="265" y="363"/>
                  </a:cubicBezTo>
                  <a:lnTo>
                    <a:pt x="215" y="363"/>
                  </a:lnTo>
                  <a:cubicBezTo>
                    <a:pt x="203" y="363"/>
                    <a:pt x="197" y="358"/>
                    <a:pt x="192" y="347"/>
                  </a:cubicBezTo>
                  <a:lnTo>
                    <a:pt x="79" y="100"/>
                  </a:lnTo>
                  <a:cubicBezTo>
                    <a:pt x="73" y="86"/>
                    <a:pt x="62" y="64"/>
                    <a:pt x="57" y="49"/>
                  </a:cubicBezTo>
                  <a:lnTo>
                    <a:pt x="50" y="49"/>
                  </a:lnTo>
                  <a:cubicBezTo>
                    <a:pt x="52" y="66"/>
                    <a:pt x="53" y="83"/>
                    <a:pt x="53" y="100"/>
                  </a:cubicBezTo>
                  <a:lnTo>
                    <a:pt x="53" y="363"/>
                  </a:lnTo>
                  <a:lnTo>
                    <a:pt x="0" y="363"/>
                  </a:lnTo>
                  <a:lnTo>
                    <a:pt x="0" y="21"/>
                  </a:lnTo>
                  <a:cubicBezTo>
                    <a:pt x="0" y="7"/>
                    <a:pt x="7" y="0"/>
                    <a:pt x="20" y="0"/>
                  </a:cubicBezTo>
                  <a:lnTo>
                    <a:pt x="68" y="0"/>
                  </a:lnTo>
                  <a:cubicBezTo>
                    <a:pt x="80" y="0"/>
                    <a:pt x="86" y="6"/>
                    <a:pt x="92" y="17"/>
                  </a:cubicBezTo>
                  <a:lnTo>
                    <a:pt x="202" y="257"/>
                  </a:lnTo>
                  <a:cubicBezTo>
                    <a:pt x="208" y="272"/>
                    <a:pt x="219" y="293"/>
                    <a:pt x="227" y="312"/>
                  </a:cubicBezTo>
                  <a:lnTo>
                    <a:pt x="235" y="312"/>
                  </a:lnTo>
                  <a:cubicBezTo>
                    <a:pt x="233" y="293"/>
                    <a:pt x="232" y="274"/>
                    <a:pt x="232" y="255"/>
                  </a:cubicBezTo>
                  <a:lnTo>
                    <a:pt x="232" y="0"/>
                  </a:lnTo>
                  <a:lnTo>
                    <a:pt x="284" y="0"/>
                  </a:lnTo>
                  <a:lnTo>
                    <a:pt x="284" y="343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7680960" y="6594120"/>
              <a:ext cx="11160" cy="80640"/>
            </a:xfrm>
            <a:prstGeom prst="rect">
              <a:avLst/>
            </a:pr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6" name="Freeform 15"/>
            <p:cNvSpPr/>
            <p:nvPr/>
          </p:nvSpPr>
          <p:spPr>
            <a:xfrm>
              <a:off x="7703640" y="6594120"/>
              <a:ext cx="65520" cy="80640"/>
            </a:xfrm>
            <a:custGeom>
              <a:avLst/>
              <a:gdLst/>
              <a:ahLst/>
              <a:cxnLst/>
              <a:rect l="l" t="t" r="r" b="b"/>
              <a:pathLst>
                <a:path w="306" h="363">
                  <a:moveTo>
                    <a:pt x="199" y="348"/>
                  </a:moveTo>
                  <a:cubicBezTo>
                    <a:pt x="197" y="357"/>
                    <a:pt x="189" y="363"/>
                    <a:pt x="179" y="363"/>
                  </a:cubicBezTo>
                  <a:lnTo>
                    <a:pt x="128" y="363"/>
                  </a:lnTo>
                  <a:cubicBezTo>
                    <a:pt x="118" y="363"/>
                    <a:pt x="110" y="357"/>
                    <a:pt x="108" y="348"/>
                  </a:cubicBezTo>
                  <a:lnTo>
                    <a:pt x="0" y="0"/>
                  </a:lnTo>
                  <a:lnTo>
                    <a:pt x="55" y="0"/>
                  </a:lnTo>
                  <a:lnTo>
                    <a:pt x="137" y="283"/>
                  </a:lnTo>
                  <a:cubicBezTo>
                    <a:pt x="140" y="296"/>
                    <a:pt x="143" y="310"/>
                    <a:pt x="147" y="323"/>
                  </a:cubicBezTo>
                  <a:lnTo>
                    <a:pt x="161" y="323"/>
                  </a:lnTo>
                  <a:cubicBezTo>
                    <a:pt x="163" y="310"/>
                    <a:pt x="167" y="296"/>
                    <a:pt x="171" y="283"/>
                  </a:cubicBezTo>
                  <a:lnTo>
                    <a:pt x="252" y="0"/>
                  </a:lnTo>
                  <a:lnTo>
                    <a:pt x="306" y="0"/>
                  </a:lnTo>
                  <a:lnTo>
                    <a:pt x="199" y="348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7" name="Freeform 16"/>
            <p:cNvSpPr/>
            <p:nvPr/>
          </p:nvSpPr>
          <p:spPr>
            <a:xfrm>
              <a:off x="7780320" y="6594120"/>
              <a:ext cx="48240" cy="80640"/>
            </a:xfrm>
            <a:custGeom>
              <a:avLst/>
              <a:gdLst/>
              <a:ahLst/>
              <a:cxnLst/>
              <a:rect l="l" t="t" r="r" b="b"/>
              <a:pathLst>
                <a:path w="228" h="365">
                  <a:moveTo>
                    <a:pt x="228" y="361"/>
                  </a:moveTo>
                  <a:cubicBezTo>
                    <a:pt x="180" y="365"/>
                    <a:pt x="125" y="365"/>
                    <a:pt x="73" y="365"/>
                  </a:cubicBezTo>
                  <a:cubicBezTo>
                    <a:pt x="27" y="365"/>
                    <a:pt x="0" y="340"/>
                    <a:pt x="0" y="300"/>
                  </a:cubicBezTo>
                  <a:lnTo>
                    <a:pt x="0" y="65"/>
                  </a:lnTo>
                  <a:cubicBezTo>
                    <a:pt x="0" y="25"/>
                    <a:pt x="28" y="0"/>
                    <a:pt x="73" y="0"/>
                  </a:cubicBezTo>
                  <a:cubicBezTo>
                    <a:pt x="125" y="0"/>
                    <a:pt x="180" y="0"/>
                    <a:pt x="228" y="4"/>
                  </a:cubicBezTo>
                  <a:lnTo>
                    <a:pt x="226" y="45"/>
                  </a:lnTo>
                  <a:lnTo>
                    <a:pt x="82" y="45"/>
                  </a:lnTo>
                  <a:cubicBezTo>
                    <a:pt x="61" y="45"/>
                    <a:pt x="53" y="54"/>
                    <a:pt x="53" y="79"/>
                  </a:cubicBezTo>
                  <a:lnTo>
                    <a:pt x="53" y="152"/>
                  </a:lnTo>
                  <a:lnTo>
                    <a:pt x="206" y="152"/>
                  </a:lnTo>
                  <a:lnTo>
                    <a:pt x="206" y="194"/>
                  </a:lnTo>
                  <a:lnTo>
                    <a:pt x="53" y="194"/>
                  </a:lnTo>
                  <a:lnTo>
                    <a:pt x="53" y="287"/>
                  </a:lnTo>
                  <a:cubicBezTo>
                    <a:pt x="53" y="312"/>
                    <a:pt x="61" y="321"/>
                    <a:pt x="82" y="321"/>
                  </a:cubicBezTo>
                  <a:lnTo>
                    <a:pt x="226" y="321"/>
                  </a:lnTo>
                  <a:lnTo>
                    <a:pt x="228" y="361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8" name="Freeform 17"/>
            <p:cNvSpPr/>
            <p:nvPr/>
          </p:nvSpPr>
          <p:spPr>
            <a:xfrm>
              <a:off x="7844400" y="6593040"/>
              <a:ext cx="55080" cy="81720"/>
            </a:xfrm>
            <a:custGeom>
              <a:avLst/>
              <a:gdLst/>
              <a:ahLst/>
              <a:cxnLst/>
              <a:rect l="l" t="t" r="r" b="b"/>
              <a:pathLst>
                <a:path w="260" h="367">
                  <a:moveTo>
                    <a:pt x="126" y="173"/>
                  </a:moveTo>
                  <a:cubicBezTo>
                    <a:pt x="177" y="172"/>
                    <a:pt x="194" y="158"/>
                    <a:pt x="194" y="108"/>
                  </a:cubicBezTo>
                  <a:cubicBezTo>
                    <a:pt x="194" y="58"/>
                    <a:pt x="177" y="45"/>
                    <a:pt x="126" y="45"/>
                  </a:cubicBezTo>
                  <a:cubicBezTo>
                    <a:pt x="98" y="45"/>
                    <a:pt x="72" y="45"/>
                    <a:pt x="52" y="45"/>
                  </a:cubicBezTo>
                  <a:lnTo>
                    <a:pt x="52" y="173"/>
                  </a:lnTo>
                  <a:lnTo>
                    <a:pt x="126" y="173"/>
                  </a:lnTo>
                  <a:close/>
                  <a:moveTo>
                    <a:pt x="204" y="367"/>
                  </a:moveTo>
                  <a:lnTo>
                    <a:pt x="173" y="254"/>
                  </a:lnTo>
                  <a:cubicBezTo>
                    <a:pt x="164" y="228"/>
                    <a:pt x="150" y="218"/>
                    <a:pt x="127" y="218"/>
                  </a:cubicBezTo>
                  <a:lnTo>
                    <a:pt x="52" y="217"/>
                  </a:lnTo>
                  <a:lnTo>
                    <a:pt x="52" y="367"/>
                  </a:lnTo>
                  <a:lnTo>
                    <a:pt x="0" y="367"/>
                  </a:lnTo>
                  <a:lnTo>
                    <a:pt x="0" y="4"/>
                  </a:lnTo>
                  <a:cubicBezTo>
                    <a:pt x="40" y="0"/>
                    <a:pt x="68" y="0"/>
                    <a:pt x="127" y="0"/>
                  </a:cubicBezTo>
                  <a:cubicBezTo>
                    <a:pt x="212" y="0"/>
                    <a:pt x="247" y="23"/>
                    <a:pt x="247" y="105"/>
                  </a:cubicBezTo>
                  <a:cubicBezTo>
                    <a:pt x="247" y="162"/>
                    <a:pt x="229" y="191"/>
                    <a:pt x="180" y="197"/>
                  </a:cubicBezTo>
                  <a:lnTo>
                    <a:pt x="180" y="200"/>
                  </a:lnTo>
                  <a:cubicBezTo>
                    <a:pt x="198" y="205"/>
                    <a:pt x="218" y="221"/>
                    <a:pt x="226" y="252"/>
                  </a:cubicBezTo>
                  <a:lnTo>
                    <a:pt x="260" y="367"/>
                  </a:lnTo>
                  <a:lnTo>
                    <a:pt x="204" y="367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9" name="Freeform 18"/>
            <p:cNvSpPr/>
            <p:nvPr/>
          </p:nvSpPr>
          <p:spPr>
            <a:xfrm>
              <a:off x="7911360" y="6591960"/>
              <a:ext cx="51120" cy="83880"/>
            </a:xfrm>
            <a:custGeom>
              <a:avLst/>
              <a:gdLst/>
              <a:ahLst/>
              <a:cxnLst/>
              <a:rect l="l" t="t" r="r" b="b"/>
              <a:pathLst>
                <a:path w="243" h="375">
                  <a:moveTo>
                    <a:pt x="229" y="11"/>
                  </a:moveTo>
                  <a:lnTo>
                    <a:pt x="226" y="49"/>
                  </a:lnTo>
                  <a:cubicBezTo>
                    <a:pt x="195" y="48"/>
                    <a:pt x="156" y="47"/>
                    <a:pt x="122" y="47"/>
                  </a:cubicBezTo>
                  <a:cubicBezTo>
                    <a:pt x="72" y="47"/>
                    <a:pt x="53" y="49"/>
                    <a:pt x="53" y="97"/>
                  </a:cubicBezTo>
                  <a:cubicBezTo>
                    <a:pt x="53" y="135"/>
                    <a:pt x="67" y="145"/>
                    <a:pt x="97" y="152"/>
                  </a:cubicBezTo>
                  <a:lnTo>
                    <a:pt x="169" y="172"/>
                  </a:lnTo>
                  <a:cubicBezTo>
                    <a:pt x="225" y="188"/>
                    <a:pt x="243" y="221"/>
                    <a:pt x="243" y="276"/>
                  </a:cubicBezTo>
                  <a:cubicBezTo>
                    <a:pt x="243" y="359"/>
                    <a:pt x="206" y="375"/>
                    <a:pt x="119" y="375"/>
                  </a:cubicBezTo>
                  <a:cubicBezTo>
                    <a:pt x="96" y="375"/>
                    <a:pt x="56" y="374"/>
                    <a:pt x="5" y="365"/>
                  </a:cubicBezTo>
                  <a:lnTo>
                    <a:pt x="9" y="326"/>
                  </a:lnTo>
                  <a:cubicBezTo>
                    <a:pt x="75" y="328"/>
                    <a:pt x="93" y="329"/>
                    <a:pt x="120" y="329"/>
                  </a:cubicBezTo>
                  <a:cubicBezTo>
                    <a:pt x="173" y="328"/>
                    <a:pt x="189" y="320"/>
                    <a:pt x="189" y="275"/>
                  </a:cubicBezTo>
                  <a:cubicBezTo>
                    <a:pt x="189" y="236"/>
                    <a:pt x="175" y="227"/>
                    <a:pt x="146" y="219"/>
                  </a:cubicBezTo>
                  <a:lnTo>
                    <a:pt x="72" y="199"/>
                  </a:lnTo>
                  <a:cubicBezTo>
                    <a:pt x="19" y="184"/>
                    <a:pt x="0" y="151"/>
                    <a:pt x="0" y="96"/>
                  </a:cubicBezTo>
                  <a:cubicBezTo>
                    <a:pt x="0" y="12"/>
                    <a:pt x="38" y="0"/>
                    <a:pt x="120" y="0"/>
                  </a:cubicBezTo>
                  <a:cubicBezTo>
                    <a:pt x="154" y="0"/>
                    <a:pt x="192" y="2"/>
                    <a:pt x="229" y="11"/>
                  </a:cubicBez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978320" y="6594120"/>
              <a:ext cx="11160" cy="80640"/>
            </a:xfrm>
            <a:prstGeom prst="rect">
              <a:avLst/>
            </a:pr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21" name="Freeform 20"/>
            <p:cNvSpPr/>
            <p:nvPr/>
          </p:nvSpPr>
          <p:spPr>
            <a:xfrm>
              <a:off x="8001000" y="6594120"/>
              <a:ext cx="60840" cy="80640"/>
            </a:xfrm>
            <a:custGeom>
              <a:avLst/>
              <a:gdLst/>
              <a:ahLst/>
              <a:cxnLst/>
              <a:rect l="l" t="t" r="r" b="b"/>
              <a:pathLst>
                <a:path w="283" h="363">
                  <a:moveTo>
                    <a:pt x="168" y="47"/>
                  </a:moveTo>
                  <a:lnTo>
                    <a:pt x="168" y="363"/>
                  </a:lnTo>
                  <a:lnTo>
                    <a:pt x="114" y="363"/>
                  </a:lnTo>
                  <a:lnTo>
                    <a:pt x="114" y="47"/>
                  </a:lnTo>
                  <a:lnTo>
                    <a:pt x="0" y="47"/>
                  </a:lnTo>
                  <a:lnTo>
                    <a:pt x="0" y="0"/>
                  </a:lnTo>
                  <a:lnTo>
                    <a:pt x="283" y="0"/>
                  </a:lnTo>
                  <a:lnTo>
                    <a:pt x="283" y="47"/>
                  </a:lnTo>
                  <a:lnTo>
                    <a:pt x="168" y="47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22" name="Freeform 21"/>
            <p:cNvSpPr/>
            <p:nvPr/>
          </p:nvSpPr>
          <p:spPr>
            <a:xfrm>
              <a:off x="8059320" y="6572160"/>
              <a:ext cx="68400" cy="102960"/>
            </a:xfrm>
            <a:custGeom>
              <a:avLst/>
              <a:gdLst/>
              <a:ahLst/>
              <a:cxnLst/>
              <a:rect l="l" t="t" r="r" b="b"/>
              <a:pathLst>
                <a:path w="321" h="459">
                  <a:moveTo>
                    <a:pt x="199" y="57"/>
                  </a:moveTo>
                  <a:cubicBezTo>
                    <a:pt x="189" y="57"/>
                    <a:pt x="185" y="53"/>
                    <a:pt x="185" y="43"/>
                  </a:cubicBezTo>
                  <a:lnTo>
                    <a:pt x="185" y="14"/>
                  </a:lnTo>
                  <a:cubicBezTo>
                    <a:pt x="185" y="6"/>
                    <a:pt x="189" y="0"/>
                    <a:pt x="199" y="0"/>
                  </a:cubicBezTo>
                  <a:lnTo>
                    <a:pt x="215" y="0"/>
                  </a:lnTo>
                  <a:cubicBezTo>
                    <a:pt x="224" y="0"/>
                    <a:pt x="230" y="6"/>
                    <a:pt x="230" y="14"/>
                  </a:cubicBezTo>
                  <a:lnTo>
                    <a:pt x="230" y="43"/>
                  </a:lnTo>
                  <a:cubicBezTo>
                    <a:pt x="230" y="53"/>
                    <a:pt x="224" y="57"/>
                    <a:pt x="215" y="57"/>
                  </a:cubicBezTo>
                  <a:lnTo>
                    <a:pt x="199" y="57"/>
                  </a:lnTo>
                  <a:close/>
                  <a:moveTo>
                    <a:pt x="176" y="166"/>
                  </a:moveTo>
                  <a:cubicBezTo>
                    <a:pt x="173" y="157"/>
                    <a:pt x="170" y="146"/>
                    <a:pt x="167" y="137"/>
                  </a:cubicBezTo>
                  <a:lnTo>
                    <a:pt x="153" y="137"/>
                  </a:lnTo>
                  <a:cubicBezTo>
                    <a:pt x="150" y="146"/>
                    <a:pt x="147" y="157"/>
                    <a:pt x="144" y="166"/>
                  </a:cubicBezTo>
                  <a:lnTo>
                    <a:pt x="102" y="304"/>
                  </a:lnTo>
                  <a:lnTo>
                    <a:pt x="218" y="304"/>
                  </a:lnTo>
                  <a:lnTo>
                    <a:pt x="176" y="166"/>
                  </a:lnTo>
                  <a:close/>
                  <a:moveTo>
                    <a:pt x="105" y="57"/>
                  </a:moveTo>
                  <a:cubicBezTo>
                    <a:pt x="96" y="57"/>
                    <a:pt x="92" y="53"/>
                    <a:pt x="92" y="43"/>
                  </a:cubicBezTo>
                  <a:lnTo>
                    <a:pt x="92" y="14"/>
                  </a:lnTo>
                  <a:cubicBezTo>
                    <a:pt x="92" y="6"/>
                    <a:pt x="96" y="0"/>
                    <a:pt x="105" y="0"/>
                  </a:cubicBezTo>
                  <a:lnTo>
                    <a:pt x="122" y="0"/>
                  </a:lnTo>
                  <a:cubicBezTo>
                    <a:pt x="132" y="0"/>
                    <a:pt x="136" y="6"/>
                    <a:pt x="136" y="14"/>
                  </a:cubicBezTo>
                  <a:lnTo>
                    <a:pt x="136" y="43"/>
                  </a:lnTo>
                  <a:cubicBezTo>
                    <a:pt x="136" y="53"/>
                    <a:pt x="132" y="57"/>
                    <a:pt x="122" y="57"/>
                  </a:cubicBezTo>
                  <a:lnTo>
                    <a:pt x="105" y="57"/>
                  </a:lnTo>
                  <a:close/>
                  <a:moveTo>
                    <a:pt x="88" y="350"/>
                  </a:moveTo>
                  <a:lnTo>
                    <a:pt x="54" y="459"/>
                  </a:lnTo>
                  <a:lnTo>
                    <a:pt x="0" y="459"/>
                  </a:lnTo>
                  <a:lnTo>
                    <a:pt x="114" y="110"/>
                  </a:lnTo>
                  <a:cubicBezTo>
                    <a:pt x="116" y="102"/>
                    <a:pt x="124" y="96"/>
                    <a:pt x="133" y="96"/>
                  </a:cubicBezTo>
                  <a:lnTo>
                    <a:pt x="187" y="96"/>
                  </a:lnTo>
                  <a:cubicBezTo>
                    <a:pt x="196" y="96"/>
                    <a:pt x="204" y="102"/>
                    <a:pt x="206" y="110"/>
                  </a:cubicBezTo>
                  <a:lnTo>
                    <a:pt x="321" y="459"/>
                  </a:lnTo>
                  <a:lnTo>
                    <a:pt x="266" y="459"/>
                  </a:lnTo>
                  <a:lnTo>
                    <a:pt x="233" y="350"/>
                  </a:lnTo>
                  <a:lnTo>
                    <a:pt x="88" y="350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23" name="Freeform 22"/>
            <p:cNvSpPr/>
            <p:nvPr/>
          </p:nvSpPr>
          <p:spPr>
            <a:xfrm>
              <a:off x="8125560" y="6594120"/>
              <a:ext cx="59760" cy="80640"/>
            </a:xfrm>
            <a:custGeom>
              <a:avLst/>
              <a:gdLst/>
              <a:ahLst/>
              <a:cxnLst/>
              <a:rect l="l" t="t" r="r" b="b"/>
              <a:pathLst>
                <a:path w="282" h="363">
                  <a:moveTo>
                    <a:pt x="167" y="47"/>
                  </a:moveTo>
                  <a:lnTo>
                    <a:pt x="167" y="363"/>
                  </a:lnTo>
                  <a:lnTo>
                    <a:pt x="114" y="363"/>
                  </a:lnTo>
                  <a:lnTo>
                    <a:pt x="114" y="47"/>
                  </a:lnTo>
                  <a:lnTo>
                    <a:pt x="0" y="47"/>
                  </a:lnTo>
                  <a:lnTo>
                    <a:pt x="0" y="0"/>
                  </a:lnTo>
                  <a:lnTo>
                    <a:pt x="282" y="0"/>
                  </a:lnTo>
                  <a:lnTo>
                    <a:pt x="282" y="47"/>
                  </a:lnTo>
                  <a:lnTo>
                    <a:pt x="167" y="47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</p:grpSp>
      <p:pic>
        <p:nvPicPr>
          <p:cNvPr id="24" name="Picture 5" descr="A blue and pink triangle on a black background&#10;&#10;Description automatically generated"/>
          <p:cNvPicPr/>
          <p:nvPr/>
        </p:nvPicPr>
        <p:blipFill>
          <a:blip r:embed="rId16"/>
          <a:stretch/>
        </p:blipFill>
        <p:spPr>
          <a:xfrm>
            <a:off x="2514600" y="6095880"/>
            <a:ext cx="1505520" cy="830160"/>
          </a:xfrm>
          <a:prstGeom prst="rect">
            <a:avLst/>
          </a:prstGeom>
          <a:ln w="0">
            <a:noFill/>
          </a:ln>
        </p:spPr>
      </p:pic>
      <p:pic>
        <p:nvPicPr>
          <p:cNvPr id="25" name="Picture 1"/>
          <p:cNvPicPr/>
          <p:nvPr/>
        </p:nvPicPr>
        <p:blipFill>
          <a:blip r:embed="rId17"/>
          <a:stretch/>
        </p:blipFill>
        <p:spPr>
          <a:xfrm>
            <a:off x="6580080" y="329400"/>
            <a:ext cx="1954080" cy="667080"/>
          </a:xfrm>
          <a:prstGeom prst="rect">
            <a:avLst/>
          </a:prstGeom>
          <a:ln w="0">
            <a:noFill/>
          </a:ln>
        </p:spPr>
      </p:pic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777960" y="2666880"/>
            <a:ext cx="7772400" cy="99324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3200" b="0" strike="noStrike" spc="-1">
                <a:solidFill>
                  <a:srgbClr val="0064C8"/>
                </a:solidFill>
                <a:latin typeface="Century Gothic"/>
              </a:rPr>
              <a:t>My talk – first line</a:t>
            </a:r>
            <a:br/>
            <a:r>
              <a:rPr lang="en-US" sz="3200" b="0" strike="noStrike" spc="-1">
                <a:solidFill>
                  <a:srgbClr val="0064C8"/>
                </a:solidFill>
                <a:latin typeface="Century Gothic"/>
              </a:rPr>
              <a:t>second line</a:t>
            </a:r>
            <a:endParaRPr lang="en-US" sz="3200" b="0" strike="noStrike" spc="-1">
              <a:solidFill>
                <a:srgbClr val="000000"/>
              </a:solidFill>
              <a:latin typeface="Century Gothic"/>
            </a:endParaRPr>
          </a:p>
        </p:txBody>
      </p:sp>
      <p:pic>
        <p:nvPicPr>
          <p:cNvPr id="27" name="Picture 4" descr="bit-lsi-logo-final"/>
          <p:cNvPicPr/>
          <p:nvPr/>
        </p:nvPicPr>
        <p:blipFill>
          <a:blip r:embed="rId18"/>
          <a:stretch/>
        </p:blipFill>
        <p:spPr>
          <a:xfrm>
            <a:off x="609480" y="317520"/>
            <a:ext cx="1433520" cy="1022760"/>
          </a:xfrm>
          <a:prstGeom prst="rect">
            <a:avLst/>
          </a:prstGeom>
          <a:ln w="0">
            <a:noFill/>
          </a:ln>
        </p:spPr>
      </p:pic>
      <p:sp>
        <p:nvSpPr>
          <p:cNvPr id="28" name="Line 7"/>
          <p:cNvSpPr/>
          <p:nvPr/>
        </p:nvSpPr>
        <p:spPr>
          <a:xfrm>
            <a:off x="687240" y="2060280"/>
            <a:ext cx="7770960" cy="360"/>
          </a:xfrm>
          <a:prstGeom prst="line">
            <a:avLst/>
          </a:prstGeom>
          <a:ln w="19050">
            <a:solidFill>
              <a:srgbClr val="016AC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29" name="Line 8"/>
          <p:cNvSpPr/>
          <p:nvPr/>
        </p:nvSpPr>
        <p:spPr>
          <a:xfrm>
            <a:off x="687240" y="2060280"/>
            <a:ext cx="360" cy="835200"/>
          </a:xfrm>
          <a:prstGeom prst="line">
            <a:avLst/>
          </a:prstGeom>
          <a:ln w="19050">
            <a:solidFill>
              <a:srgbClr val="016AC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30" name="Line 9"/>
          <p:cNvSpPr/>
          <p:nvPr/>
        </p:nvSpPr>
        <p:spPr>
          <a:xfrm>
            <a:off x="1829880" y="4190760"/>
            <a:ext cx="6628320" cy="360"/>
          </a:xfrm>
          <a:prstGeom prst="line">
            <a:avLst/>
          </a:prstGeom>
          <a:ln w="19050">
            <a:solidFill>
              <a:srgbClr val="016AC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31" name="Line 10"/>
          <p:cNvSpPr/>
          <p:nvPr/>
        </p:nvSpPr>
        <p:spPr>
          <a:xfrm>
            <a:off x="687240" y="2060280"/>
            <a:ext cx="7770960" cy="360"/>
          </a:xfrm>
          <a:prstGeom prst="line">
            <a:avLst/>
          </a:prstGeom>
          <a:ln w="19050">
            <a:solidFill>
              <a:srgbClr val="0064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32" name="Line 11"/>
          <p:cNvSpPr/>
          <p:nvPr/>
        </p:nvSpPr>
        <p:spPr>
          <a:xfrm>
            <a:off x="687240" y="2060280"/>
            <a:ext cx="360" cy="835200"/>
          </a:xfrm>
          <a:prstGeom prst="line">
            <a:avLst/>
          </a:prstGeom>
          <a:ln w="19050">
            <a:solidFill>
              <a:srgbClr val="0064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33" name="Line 12"/>
          <p:cNvSpPr/>
          <p:nvPr/>
        </p:nvSpPr>
        <p:spPr>
          <a:xfrm>
            <a:off x="1829880" y="4190760"/>
            <a:ext cx="6628320" cy="360"/>
          </a:xfrm>
          <a:prstGeom prst="line">
            <a:avLst/>
          </a:prstGeom>
          <a:ln w="19050">
            <a:solidFill>
              <a:srgbClr val="0064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pic>
        <p:nvPicPr>
          <p:cNvPr id="54" name="Picture 5" descr="A blue and pink triangle on a black background&#10;&#10;Description automatically generated"/>
          <p:cNvPicPr/>
          <p:nvPr/>
        </p:nvPicPr>
        <p:blipFill>
          <a:blip r:embed="rId19"/>
          <a:stretch/>
        </p:blipFill>
        <p:spPr>
          <a:xfrm>
            <a:off x="2913840" y="76320"/>
            <a:ext cx="2455200" cy="1353960"/>
          </a:xfrm>
          <a:prstGeom prst="rect">
            <a:avLst/>
          </a:prstGeom>
          <a:ln w="0">
            <a:noFill/>
          </a:ln>
        </p:spPr>
      </p:pic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Century Gothic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Century Gothic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Century Gothic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Century Gothic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Century Gothic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Century Gothic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Century Gothic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Picture 4" descr="bit-lsi-logo-final"/>
          <p:cNvPicPr/>
          <p:nvPr/>
        </p:nvPicPr>
        <p:blipFill>
          <a:blip r:embed="rId14"/>
          <a:stretch/>
        </p:blipFill>
        <p:spPr>
          <a:xfrm>
            <a:off x="303840" y="6204960"/>
            <a:ext cx="850320" cy="606600"/>
          </a:xfrm>
          <a:prstGeom prst="rect">
            <a:avLst/>
          </a:prstGeom>
          <a:ln w="0">
            <a:noFill/>
          </a:ln>
        </p:spPr>
      </p:pic>
      <p:pic>
        <p:nvPicPr>
          <p:cNvPr id="93" name="Picture 14"/>
          <p:cNvPicPr/>
          <p:nvPr/>
        </p:nvPicPr>
        <p:blipFill>
          <a:blip r:embed="rId15"/>
          <a:stretch/>
        </p:blipFill>
        <p:spPr>
          <a:xfrm>
            <a:off x="5330880" y="6248520"/>
            <a:ext cx="1327320" cy="452880"/>
          </a:xfrm>
          <a:prstGeom prst="rect">
            <a:avLst/>
          </a:prstGeom>
          <a:ln w="0">
            <a:noFill/>
          </a:ln>
        </p:spPr>
      </p:pic>
      <p:sp>
        <p:nvSpPr>
          <p:cNvPr id="94" name="Line 7"/>
          <p:cNvSpPr/>
          <p:nvPr/>
        </p:nvSpPr>
        <p:spPr>
          <a:xfrm>
            <a:off x="306000" y="6172200"/>
            <a:ext cx="8533080" cy="360"/>
          </a:xfrm>
          <a:prstGeom prst="line">
            <a:avLst/>
          </a:prstGeom>
          <a:ln w="19050">
            <a:solidFill>
              <a:srgbClr val="016AC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95" name="Line 8"/>
          <p:cNvSpPr/>
          <p:nvPr/>
        </p:nvSpPr>
        <p:spPr>
          <a:xfrm>
            <a:off x="306000" y="6172200"/>
            <a:ext cx="8533080" cy="360"/>
          </a:xfrm>
          <a:prstGeom prst="line">
            <a:avLst/>
          </a:prstGeom>
          <a:ln w="19050">
            <a:solidFill>
              <a:srgbClr val="0064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grpSp>
        <p:nvGrpSpPr>
          <p:cNvPr id="96" name="Gruppieren 69"/>
          <p:cNvGrpSpPr/>
          <p:nvPr/>
        </p:nvGrpSpPr>
        <p:grpSpPr>
          <a:xfrm>
            <a:off x="7525080" y="6248520"/>
            <a:ext cx="1126800" cy="453600"/>
            <a:chOff x="7525080" y="6248520"/>
            <a:chExt cx="1126800" cy="453600"/>
          </a:xfrm>
        </p:grpSpPr>
        <p:sp>
          <p:nvSpPr>
            <p:cNvPr id="97" name="AutoShape 3"/>
            <p:cNvSpPr/>
            <p:nvPr/>
          </p:nvSpPr>
          <p:spPr>
            <a:xfrm>
              <a:off x="7525080" y="6248520"/>
              <a:ext cx="1126800" cy="453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98" name="Freeform 5"/>
            <p:cNvSpPr/>
            <p:nvPr/>
          </p:nvSpPr>
          <p:spPr>
            <a:xfrm>
              <a:off x="8208720" y="6248520"/>
              <a:ext cx="273960" cy="247320"/>
            </a:xfrm>
            <a:custGeom>
              <a:avLst/>
              <a:gdLst/>
              <a:ahLst/>
              <a:cxnLst/>
              <a:rect l="l" t="t" r="r" b="b"/>
              <a:pathLst>
                <a:path w="1277" h="1104">
                  <a:moveTo>
                    <a:pt x="944" y="552"/>
                  </a:moveTo>
                  <a:cubicBezTo>
                    <a:pt x="1110" y="357"/>
                    <a:pt x="1203" y="197"/>
                    <a:pt x="1277" y="0"/>
                  </a:cubicBezTo>
                  <a:lnTo>
                    <a:pt x="0" y="0"/>
                  </a:lnTo>
                  <a:lnTo>
                    <a:pt x="0" y="1104"/>
                  </a:lnTo>
                  <a:cubicBezTo>
                    <a:pt x="253" y="1070"/>
                    <a:pt x="607" y="949"/>
                    <a:pt x="944" y="552"/>
                  </a:cubicBezTo>
                  <a:close/>
                </a:path>
              </a:pathLst>
            </a:custGeom>
            <a:solidFill>
              <a:srgbClr val="07529A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99" name="Rectangle 6"/>
            <p:cNvSpPr/>
            <p:nvPr/>
          </p:nvSpPr>
          <p:spPr>
            <a:xfrm>
              <a:off x="8208720" y="6570000"/>
              <a:ext cx="429840" cy="126000"/>
            </a:xfrm>
            <a:prstGeom prst="rect">
              <a:avLst/>
            </a:prstGeom>
            <a:solidFill>
              <a:srgbClr val="EAB90C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0" name="Freeform 7"/>
            <p:cNvSpPr/>
            <p:nvPr/>
          </p:nvSpPr>
          <p:spPr>
            <a:xfrm>
              <a:off x="8208720" y="6248520"/>
              <a:ext cx="429840" cy="301320"/>
            </a:xfrm>
            <a:custGeom>
              <a:avLst/>
              <a:gdLst/>
              <a:ahLst/>
              <a:cxnLst/>
              <a:rect l="l" t="t" r="r" b="b"/>
              <a:pathLst>
                <a:path w="2000" h="1349">
                  <a:moveTo>
                    <a:pt x="2000" y="0"/>
                  </a:moveTo>
                  <a:lnTo>
                    <a:pt x="1361" y="0"/>
                  </a:lnTo>
                  <a:cubicBezTo>
                    <a:pt x="1285" y="208"/>
                    <a:pt x="1168" y="419"/>
                    <a:pt x="992" y="627"/>
                  </a:cubicBezTo>
                  <a:cubicBezTo>
                    <a:pt x="644" y="1036"/>
                    <a:pt x="259" y="1159"/>
                    <a:pt x="0" y="1193"/>
                  </a:cubicBezTo>
                  <a:lnTo>
                    <a:pt x="0" y="1349"/>
                  </a:lnTo>
                  <a:lnTo>
                    <a:pt x="2000" y="1349"/>
                  </a:lnTo>
                  <a:lnTo>
                    <a:pt x="2000" y="0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1" name="Freeform 8"/>
            <p:cNvSpPr/>
            <p:nvPr/>
          </p:nvSpPr>
          <p:spPr>
            <a:xfrm>
              <a:off x="8228520" y="6593040"/>
              <a:ext cx="56880" cy="82800"/>
            </a:xfrm>
            <a:custGeom>
              <a:avLst/>
              <a:gdLst/>
              <a:ahLst/>
              <a:cxnLst/>
              <a:rect l="l" t="t" r="r" b="b"/>
              <a:pathLst>
                <a:path w="264" h="371">
                  <a:moveTo>
                    <a:pt x="134" y="318"/>
                  </a:moveTo>
                  <a:cubicBezTo>
                    <a:pt x="183" y="318"/>
                    <a:pt x="198" y="308"/>
                    <a:pt x="198" y="265"/>
                  </a:cubicBezTo>
                  <a:cubicBezTo>
                    <a:pt x="198" y="216"/>
                    <a:pt x="182" y="204"/>
                    <a:pt x="132" y="203"/>
                  </a:cubicBezTo>
                  <a:lnTo>
                    <a:pt x="65" y="203"/>
                  </a:lnTo>
                  <a:lnTo>
                    <a:pt x="65" y="318"/>
                  </a:lnTo>
                  <a:lnTo>
                    <a:pt x="134" y="318"/>
                  </a:lnTo>
                  <a:close/>
                  <a:moveTo>
                    <a:pt x="65" y="53"/>
                  </a:moveTo>
                  <a:lnTo>
                    <a:pt x="65" y="155"/>
                  </a:lnTo>
                  <a:lnTo>
                    <a:pt x="131" y="155"/>
                  </a:lnTo>
                  <a:cubicBezTo>
                    <a:pt x="175" y="155"/>
                    <a:pt x="190" y="145"/>
                    <a:pt x="190" y="103"/>
                  </a:cubicBezTo>
                  <a:cubicBezTo>
                    <a:pt x="190" y="63"/>
                    <a:pt x="174" y="53"/>
                    <a:pt x="126" y="53"/>
                  </a:cubicBezTo>
                  <a:lnTo>
                    <a:pt x="65" y="53"/>
                  </a:lnTo>
                  <a:close/>
                  <a:moveTo>
                    <a:pt x="191" y="180"/>
                  </a:moveTo>
                  <a:cubicBezTo>
                    <a:pt x="245" y="185"/>
                    <a:pt x="264" y="219"/>
                    <a:pt x="264" y="277"/>
                  </a:cubicBezTo>
                  <a:cubicBezTo>
                    <a:pt x="264" y="351"/>
                    <a:pt x="230" y="371"/>
                    <a:pt x="145" y="371"/>
                  </a:cubicBezTo>
                  <a:cubicBezTo>
                    <a:pt x="79" y="371"/>
                    <a:pt x="44" y="371"/>
                    <a:pt x="0" y="367"/>
                  </a:cubicBezTo>
                  <a:lnTo>
                    <a:pt x="0" y="4"/>
                  </a:lnTo>
                  <a:cubicBezTo>
                    <a:pt x="39" y="1"/>
                    <a:pt x="71" y="0"/>
                    <a:pt x="129" y="0"/>
                  </a:cubicBezTo>
                  <a:cubicBezTo>
                    <a:pt x="220" y="0"/>
                    <a:pt x="253" y="20"/>
                    <a:pt x="253" y="95"/>
                  </a:cubicBezTo>
                  <a:cubicBezTo>
                    <a:pt x="253" y="147"/>
                    <a:pt x="235" y="174"/>
                    <a:pt x="191" y="178"/>
                  </a:cubicBezTo>
                  <a:lnTo>
                    <a:pt x="191" y="18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2" name="Freeform 9"/>
            <p:cNvSpPr/>
            <p:nvPr/>
          </p:nvSpPr>
          <p:spPr>
            <a:xfrm>
              <a:off x="8297640" y="6591960"/>
              <a:ext cx="63720" cy="83880"/>
            </a:xfrm>
            <a:custGeom>
              <a:avLst/>
              <a:gdLst/>
              <a:ahLst/>
              <a:cxnLst/>
              <a:rect l="l" t="t" r="r" b="b"/>
              <a:pathLst>
                <a:path w="299" h="376">
                  <a:moveTo>
                    <a:pt x="69" y="188"/>
                  </a:moveTo>
                  <a:cubicBezTo>
                    <a:pt x="69" y="289"/>
                    <a:pt x="88" y="320"/>
                    <a:pt x="149" y="320"/>
                  </a:cubicBezTo>
                  <a:cubicBezTo>
                    <a:pt x="211" y="320"/>
                    <a:pt x="230" y="289"/>
                    <a:pt x="230" y="188"/>
                  </a:cubicBezTo>
                  <a:cubicBezTo>
                    <a:pt x="230" y="87"/>
                    <a:pt x="211" y="56"/>
                    <a:pt x="149" y="56"/>
                  </a:cubicBezTo>
                  <a:cubicBezTo>
                    <a:pt x="88" y="56"/>
                    <a:pt x="69" y="87"/>
                    <a:pt x="69" y="188"/>
                  </a:cubicBezTo>
                  <a:close/>
                  <a:moveTo>
                    <a:pt x="299" y="188"/>
                  </a:moveTo>
                  <a:cubicBezTo>
                    <a:pt x="299" y="332"/>
                    <a:pt x="260" y="376"/>
                    <a:pt x="149" y="376"/>
                  </a:cubicBezTo>
                  <a:cubicBezTo>
                    <a:pt x="39" y="376"/>
                    <a:pt x="0" y="332"/>
                    <a:pt x="0" y="188"/>
                  </a:cubicBezTo>
                  <a:cubicBezTo>
                    <a:pt x="0" y="44"/>
                    <a:pt x="39" y="0"/>
                    <a:pt x="149" y="0"/>
                  </a:cubicBezTo>
                  <a:cubicBezTo>
                    <a:pt x="260" y="0"/>
                    <a:pt x="299" y="44"/>
                    <a:pt x="299" y="188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3" name="Freeform 10"/>
            <p:cNvSpPr/>
            <p:nvPr/>
          </p:nvSpPr>
          <p:spPr>
            <a:xfrm>
              <a:off x="8376840" y="6594120"/>
              <a:ext cx="62640" cy="80640"/>
            </a:xfrm>
            <a:custGeom>
              <a:avLst/>
              <a:gdLst/>
              <a:ahLst/>
              <a:cxnLst/>
              <a:rect l="l" t="t" r="r" b="b"/>
              <a:pathLst>
                <a:path w="295" h="363">
                  <a:moveTo>
                    <a:pt x="295" y="339"/>
                  </a:moveTo>
                  <a:cubicBezTo>
                    <a:pt x="295" y="355"/>
                    <a:pt x="287" y="363"/>
                    <a:pt x="271" y="363"/>
                  </a:cubicBezTo>
                  <a:lnTo>
                    <a:pt x="219" y="363"/>
                  </a:lnTo>
                  <a:cubicBezTo>
                    <a:pt x="205" y="363"/>
                    <a:pt x="197" y="357"/>
                    <a:pt x="192" y="343"/>
                  </a:cubicBezTo>
                  <a:lnTo>
                    <a:pt x="90" y="121"/>
                  </a:lnTo>
                  <a:cubicBezTo>
                    <a:pt x="83" y="106"/>
                    <a:pt x="72" y="84"/>
                    <a:pt x="68" y="67"/>
                  </a:cubicBezTo>
                  <a:lnTo>
                    <a:pt x="62" y="67"/>
                  </a:lnTo>
                  <a:cubicBezTo>
                    <a:pt x="64" y="85"/>
                    <a:pt x="65" y="104"/>
                    <a:pt x="65" y="121"/>
                  </a:cubicBezTo>
                  <a:lnTo>
                    <a:pt x="65" y="363"/>
                  </a:lnTo>
                  <a:lnTo>
                    <a:pt x="0" y="363"/>
                  </a:lnTo>
                  <a:lnTo>
                    <a:pt x="0" y="25"/>
                  </a:lnTo>
                  <a:cubicBezTo>
                    <a:pt x="0" y="9"/>
                    <a:pt x="9" y="0"/>
                    <a:pt x="25" y="0"/>
                  </a:cubicBezTo>
                  <a:lnTo>
                    <a:pt x="76" y="0"/>
                  </a:lnTo>
                  <a:cubicBezTo>
                    <a:pt x="90" y="0"/>
                    <a:pt x="97" y="7"/>
                    <a:pt x="103" y="20"/>
                  </a:cubicBezTo>
                  <a:lnTo>
                    <a:pt x="202" y="237"/>
                  </a:lnTo>
                  <a:cubicBezTo>
                    <a:pt x="209" y="252"/>
                    <a:pt x="219" y="274"/>
                    <a:pt x="227" y="294"/>
                  </a:cubicBezTo>
                  <a:lnTo>
                    <a:pt x="234" y="294"/>
                  </a:lnTo>
                  <a:cubicBezTo>
                    <a:pt x="232" y="274"/>
                    <a:pt x="231" y="254"/>
                    <a:pt x="231" y="235"/>
                  </a:cubicBezTo>
                  <a:lnTo>
                    <a:pt x="231" y="0"/>
                  </a:lnTo>
                  <a:lnTo>
                    <a:pt x="295" y="0"/>
                  </a:lnTo>
                  <a:lnTo>
                    <a:pt x="295" y="339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4" name="Freeform 11"/>
            <p:cNvSpPr/>
            <p:nvPr/>
          </p:nvSpPr>
          <p:spPr>
            <a:xfrm>
              <a:off x="8457120" y="6594120"/>
              <a:ext cx="62640" cy="80640"/>
            </a:xfrm>
            <a:custGeom>
              <a:avLst/>
              <a:gdLst/>
              <a:ahLst/>
              <a:cxnLst/>
              <a:rect l="l" t="t" r="r" b="b"/>
              <a:pathLst>
                <a:path w="295" h="363">
                  <a:moveTo>
                    <a:pt x="295" y="339"/>
                  </a:moveTo>
                  <a:cubicBezTo>
                    <a:pt x="295" y="355"/>
                    <a:pt x="286" y="363"/>
                    <a:pt x="271" y="363"/>
                  </a:cubicBezTo>
                  <a:lnTo>
                    <a:pt x="219" y="363"/>
                  </a:lnTo>
                  <a:cubicBezTo>
                    <a:pt x="204" y="363"/>
                    <a:pt x="197" y="357"/>
                    <a:pt x="191" y="343"/>
                  </a:cubicBezTo>
                  <a:lnTo>
                    <a:pt x="89" y="121"/>
                  </a:lnTo>
                  <a:cubicBezTo>
                    <a:pt x="83" y="106"/>
                    <a:pt x="72" y="84"/>
                    <a:pt x="68" y="67"/>
                  </a:cubicBezTo>
                  <a:lnTo>
                    <a:pt x="62" y="67"/>
                  </a:lnTo>
                  <a:cubicBezTo>
                    <a:pt x="64" y="85"/>
                    <a:pt x="65" y="104"/>
                    <a:pt x="65" y="121"/>
                  </a:cubicBezTo>
                  <a:lnTo>
                    <a:pt x="65" y="363"/>
                  </a:lnTo>
                  <a:lnTo>
                    <a:pt x="0" y="363"/>
                  </a:lnTo>
                  <a:lnTo>
                    <a:pt x="0" y="25"/>
                  </a:lnTo>
                  <a:cubicBezTo>
                    <a:pt x="0" y="9"/>
                    <a:pt x="9" y="0"/>
                    <a:pt x="25" y="0"/>
                  </a:cubicBezTo>
                  <a:lnTo>
                    <a:pt x="76" y="0"/>
                  </a:lnTo>
                  <a:cubicBezTo>
                    <a:pt x="90" y="0"/>
                    <a:pt x="97" y="7"/>
                    <a:pt x="103" y="20"/>
                  </a:cubicBezTo>
                  <a:lnTo>
                    <a:pt x="202" y="237"/>
                  </a:lnTo>
                  <a:cubicBezTo>
                    <a:pt x="209" y="252"/>
                    <a:pt x="219" y="274"/>
                    <a:pt x="227" y="294"/>
                  </a:cubicBezTo>
                  <a:lnTo>
                    <a:pt x="233" y="294"/>
                  </a:lnTo>
                  <a:cubicBezTo>
                    <a:pt x="232" y="274"/>
                    <a:pt x="231" y="254"/>
                    <a:pt x="231" y="235"/>
                  </a:cubicBezTo>
                  <a:lnTo>
                    <a:pt x="231" y="0"/>
                  </a:lnTo>
                  <a:lnTo>
                    <a:pt x="295" y="0"/>
                  </a:lnTo>
                  <a:lnTo>
                    <a:pt x="295" y="339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5" name="Freeform 12"/>
            <p:cNvSpPr/>
            <p:nvPr/>
          </p:nvSpPr>
          <p:spPr>
            <a:xfrm>
              <a:off x="7525080" y="6594120"/>
              <a:ext cx="56880" cy="81720"/>
            </a:xfrm>
            <a:custGeom>
              <a:avLst/>
              <a:gdLst/>
              <a:ahLst/>
              <a:cxnLst/>
              <a:rect l="l" t="t" r="r" b="b"/>
              <a:pathLst>
                <a:path w="267" h="370">
                  <a:moveTo>
                    <a:pt x="267" y="223"/>
                  </a:moveTo>
                  <a:cubicBezTo>
                    <a:pt x="267" y="330"/>
                    <a:pt x="232" y="370"/>
                    <a:pt x="136" y="370"/>
                  </a:cubicBezTo>
                  <a:cubicBezTo>
                    <a:pt x="36" y="370"/>
                    <a:pt x="0" y="330"/>
                    <a:pt x="0" y="223"/>
                  </a:cubicBezTo>
                  <a:lnTo>
                    <a:pt x="0" y="0"/>
                  </a:lnTo>
                  <a:lnTo>
                    <a:pt x="53" y="0"/>
                  </a:lnTo>
                  <a:lnTo>
                    <a:pt x="53" y="223"/>
                  </a:lnTo>
                  <a:cubicBezTo>
                    <a:pt x="53" y="298"/>
                    <a:pt x="73" y="323"/>
                    <a:pt x="134" y="323"/>
                  </a:cubicBezTo>
                  <a:cubicBezTo>
                    <a:pt x="193" y="323"/>
                    <a:pt x="215" y="298"/>
                    <a:pt x="215" y="223"/>
                  </a:cubicBezTo>
                  <a:lnTo>
                    <a:pt x="215" y="0"/>
                  </a:lnTo>
                  <a:lnTo>
                    <a:pt x="267" y="0"/>
                  </a:lnTo>
                  <a:lnTo>
                    <a:pt x="267" y="223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6" name="Freeform 13"/>
            <p:cNvSpPr/>
            <p:nvPr/>
          </p:nvSpPr>
          <p:spPr>
            <a:xfrm>
              <a:off x="7600680" y="6594120"/>
              <a:ext cx="60840" cy="80640"/>
            </a:xfrm>
            <a:custGeom>
              <a:avLst/>
              <a:gdLst/>
              <a:ahLst/>
              <a:cxnLst/>
              <a:rect l="l" t="t" r="r" b="b"/>
              <a:pathLst>
                <a:path w="284" h="363">
                  <a:moveTo>
                    <a:pt x="284" y="343"/>
                  </a:moveTo>
                  <a:cubicBezTo>
                    <a:pt x="284" y="356"/>
                    <a:pt x="277" y="363"/>
                    <a:pt x="265" y="363"/>
                  </a:cubicBezTo>
                  <a:lnTo>
                    <a:pt x="215" y="363"/>
                  </a:lnTo>
                  <a:cubicBezTo>
                    <a:pt x="203" y="363"/>
                    <a:pt x="197" y="358"/>
                    <a:pt x="192" y="347"/>
                  </a:cubicBezTo>
                  <a:lnTo>
                    <a:pt x="79" y="100"/>
                  </a:lnTo>
                  <a:cubicBezTo>
                    <a:pt x="73" y="86"/>
                    <a:pt x="62" y="64"/>
                    <a:pt x="57" y="49"/>
                  </a:cubicBezTo>
                  <a:lnTo>
                    <a:pt x="50" y="49"/>
                  </a:lnTo>
                  <a:cubicBezTo>
                    <a:pt x="52" y="66"/>
                    <a:pt x="53" y="83"/>
                    <a:pt x="53" y="100"/>
                  </a:cubicBezTo>
                  <a:lnTo>
                    <a:pt x="53" y="363"/>
                  </a:lnTo>
                  <a:lnTo>
                    <a:pt x="0" y="363"/>
                  </a:lnTo>
                  <a:lnTo>
                    <a:pt x="0" y="21"/>
                  </a:lnTo>
                  <a:cubicBezTo>
                    <a:pt x="0" y="7"/>
                    <a:pt x="7" y="0"/>
                    <a:pt x="20" y="0"/>
                  </a:cubicBezTo>
                  <a:lnTo>
                    <a:pt x="68" y="0"/>
                  </a:lnTo>
                  <a:cubicBezTo>
                    <a:pt x="80" y="0"/>
                    <a:pt x="86" y="6"/>
                    <a:pt x="92" y="17"/>
                  </a:cubicBezTo>
                  <a:lnTo>
                    <a:pt x="202" y="257"/>
                  </a:lnTo>
                  <a:cubicBezTo>
                    <a:pt x="208" y="272"/>
                    <a:pt x="219" y="293"/>
                    <a:pt x="227" y="312"/>
                  </a:cubicBezTo>
                  <a:lnTo>
                    <a:pt x="235" y="312"/>
                  </a:lnTo>
                  <a:cubicBezTo>
                    <a:pt x="233" y="293"/>
                    <a:pt x="232" y="274"/>
                    <a:pt x="232" y="255"/>
                  </a:cubicBezTo>
                  <a:lnTo>
                    <a:pt x="232" y="0"/>
                  </a:lnTo>
                  <a:lnTo>
                    <a:pt x="284" y="0"/>
                  </a:lnTo>
                  <a:lnTo>
                    <a:pt x="284" y="343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7" name="Rectangle 14"/>
            <p:cNvSpPr/>
            <p:nvPr/>
          </p:nvSpPr>
          <p:spPr>
            <a:xfrm>
              <a:off x="7680960" y="6594120"/>
              <a:ext cx="11160" cy="80640"/>
            </a:xfrm>
            <a:prstGeom prst="rect">
              <a:avLst/>
            </a:pr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8" name="Freeform 15"/>
            <p:cNvSpPr/>
            <p:nvPr/>
          </p:nvSpPr>
          <p:spPr>
            <a:xfrm>
              <a:off x="7703640" y="6594120"/>
              <a:ext cx="65520" cy="80640"/>
            </a:xfrm>
            <a:custGeom>
              <a:avLst/>
              <a:gdLst/>
              <a:ahLst/>
              <a:cxnLst/>
              <a:rect l="l" t="t" r="r" b="b"/>
              <a:pathLst>
                <a:path w="306" h="363">
                  <a:moveTo>
                    <a:pt x="199" y="348"/>
                  </a:moveTo>
                  <a:cubicBezTo>
                    <a:pt x="197" y="357"/>
                    <a:pt x="189" y="363"/>
                    <a:pt x="179" y="363"/>
                  </a:cubicBezTo>
                  <a:lnTo>
                    <a:pt x="128" y="363"/>
                  </a:lnTo>
                  <a:cubicBezTo>
                    <a:pt x="118" y="363"/>
                    <a:pt x="110" y="357"/>
                    <a:pt x="108" y="348"/>
                  </a:cubicBezTo>
                  <a:lnTo>
                    <a:pt x="0" y="0"/>
                  </a:lnTo>
                  <a:lnTo>
                    <a:pt x="55" y="0"/>
                  </a:lnTo>
                  <a:lnTo>
                    <a:pt x="137" y="283"/>
                  </a:lnTo>
                  <a:cubicBezTo>
                    <a:pt x="140" y="296"/>
                    <a:pt x="143" y="310"/>
                    <a:pt x="147" y="323"/>
                  </a:cubicBezTo>
                  <a:lnTo>
                    <a:pt x="161" y="323"/>
                  </a:lnTo>
                  <a:cubicBezTo>
                    <a:pt x="163" y="310"/>
                    <a:pt x="167" y="296"/>
                    <a:pt x="171" y="283"/>
                  </a:cubicBezTo>
                  <a:lnTo>
                    <a:pt x="252" y="0"/>
                  </a:lnTo>
                  <a:lnTo>
                    <a:pt x="306" y="0"/>
                  </a:lnTo>
                  <a:lnTo>
                    <a:pt x="199" y="348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9" name="Freeform 16"/>
            <p:cNvSpPr/>
            <p:nvPr/>
          </p:nvSpPr>
          <p:spPr>
            <a:xfrm>
              <a:off x="7780320" y="6594120"/>
              <a:ext cx="48240" cy="80640"/>
            </a:xfrm>
            <a:custGeom>
              <a:avLst/>
              <a:gdLst/>
              <a:ahLst/>
              <a:cxnLst/>
              <a:rect l="l" t="t" r="r" b="b"/>
              <a:pathLst>
                <a:path w="228" h="365">
                  <a:moveTo>
                    <a:pt x="228" y="361"/>
                  </a:moveTo>
                  <a:cubicBezTo>
                    <a:pt x="180" y="365"/>
                    <a:pt x="125" y="365"/>
                    <a:pt x="73" y="365"/>
                  </a:cubicBezTo>
                  <a:cubicBezTo>
                    <a:pt x="27" y="365"/>
                    <a:pt x="0" y="340"/>
                    <a:pt x="0" y="300"/>
                  </a:cubicBezTo>
                  <a:lnTo>
                    <a:pt x="0" y="65"/>
                  </a:lnTo>
                  <a:cubicBezTo>
                    <a:pt x="0" y="25"/>
                    <a:pt x="28" y="0"/>
                    <a:pt x="73" y="0"/>
                  </a:cubicBezTo>
                  <a:cubicBezTo>
                    <a:pt x="125" y="0"/>
                    <a:pt x="180" y="0"/>
                    <a:pt x="228" y="4"/>
                  </a:cubicBezTo>
                  <a:lnTo>
                    <a:pt x="226" y="45"/>
                  </a:lnTo>
                  <a:lnTo>
                    <a:pt x="82" y="45"/>
                  </a:lnTo>
                  <a:cubicBezTo>
                    <a:pt x="61" y="45"/>
                    <a:pt x="53" y="54"/>
                    <a:pt x="53" y="79"/>
                  </a:cubicBezTo>
                  <a:lnTo>
                    <a:pt x="53" y="152"/>
                  </a:lnTo>
                  <a:lnTo>
                    <a:pt x="206" y="152"/>
                  </a:lnTo>
                  <a:lnTo>
                    <a:pt x="206" y="194"/>
                  </a:lnTo>
                  <a:lnTo>
                    <a:pt x="53" y="194"/>
                  </a:lnTo>
                  <a:lnTo>
                    <a:pt x="53" y="287"/>
                  </a:lnTo>
                  <a:cubicBezTo>
                    <a:pt x="53" y="312"/>
                    <a:pt x="61" y="321"/>
                    <a:pt x="82" y="321"/>
                  </a:cubicBezTo>
                  <a:lnTo>
                    <a:pt x="226" y="321"/>
                  </a:lnTo>
                  <a:lnTo>
                    <a:pt x="228" y="361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0" name="Freeform 17"/>
            <p:cNvSpPr/>
            <p:nvPr/>
          </p:nvSpPr>
          <p:spPr>
            <a:xfrm>
              <a:off x="7844400" y="6593040"/>
              <a:ext cx="55080" cy="81720"/>
            </a:xfrm>
            <a:custGeom>
              <a:avLst/>
              <a:gdLst/>
              <a:ahLst/>
              <a:cxnLst/>
              <a:rect l="l" t="t" r="r" b="b"/>
              <a:pathLst>
                <a:path w="260" h="367">
                  <a:moveTo>
                    <a:pt x="126" y="173"/>
                  </a:moveTo>
                  <a:cubicBezTo>
                    <a:pt x="177" y="172"/>
                    <a:pt x="194" y="158"/>
                    <a:pt x="194" y="108"/>
                  </a:cubicBezTo>
                  <a:cubicBezTo>
                    <a:pt x="194" y="58"/>
                    <a:pt x="177" y="45"/>
                    <a:pt x="126" y="45"/>
                  </a:cubicBezTo>
                  <a:cubicBezTo>
                    <a:pt x="98" y="45"/>
                    <a:pt x="72" y="45"/>
                    <a:pt x="52" y="45"/>
                  </a:cubicBezTo>
                  <a:lnTo>
                    <a:pt x="52" y="173"/>
                  </a:lnTo>
                  <a:lnTo>
                    <a:pt x="126" y="173"/>
                  </a:lnTo>
                  <a:close/>
                  <a:moveTo>
                    <a:pt x="204" y="367"/>
                  </a:moveTo>
                  <a:lnTo>
                    <a:pt x="173" y="254"/>
                  </a:lnTo>
                  <a:cubicBezTo>
                    <a:pt x="164" y="228"/>
                    <a:pt x="150" y="218"/>
                    <a:pt x="127" y="218"/>
                  </a:cubicBezTo>
                  <a:lnTo>
                    <a:pt x="52" y="217"/>
                  </a:lnTo>
                  <a:lnTo>
                    <a:pt x="52" y="367"/>
                  </a:lnTo>
                  <a:lnTo>
                    <a:pt x="0" y="367"/>
                  </a:lnTo>
                  <a:lnTo>
                    <a:pt x="0" y="4"/>
                  </a:lnTo>
                  <a:cubicBezTo>
                    <a:pt x="40" y="0"/>
                    <a:pt x="68" y="0"/>
                    <a:pt x="127" y="0"/>
                  </a:cubicBezTo>
                  <a:cubicBezTo>
                    <a:pt x="212" y="0"/>
                    <a:pt x="247" y="23"/>
                    <a:pt x="247" y="105"/>
                  </a:cubicBezTo>
                  <a:cubicBezTo>
                    <a:pt x="247" y="162"/>
                    <a:pt x="229" y="191"/>
                    <a:pt x="180" y="197"/>
                  </a:cubicBezTo>
                  <a:lnTo>
                    <a:pt x="180" y="200"/>
                  </a:lnTo>
                  <a:cubicBezTo>
                    <a:pt x="198" y="205"/>
                    <a:pt x="218" y="221"/>
                    <a:pt x="226" y="252"/>
                  </a:cubicBezTo>
                  <a:lnTo>
                    <a:pt x="260" y="367"/>
                  </a:lnTo>
                  <a:lnTo>
                    <a:pt x="204" y="367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1" name="Freeform 18"/>
            <p:cNvSpPr/>
            <p:nvPr/>
          </p:nvSpPr>
          <p:spPr>
            <a:xfrm>
              <a:off x="7911360" y="6591960"/>
              <a:ext cx="51120" cy="83880"/>
            </a:xfrm>
            <a:custGeom>
              <a:avLst/>
              <a:gdLst/>
              <a:ahLst/>
              <a:cxnLst/>
              <a:rect l="l" t="t" r="r" b="b"/>
              <a:pathLst>
                <a:path w="243" h="375">
                  <a:moveTo>
                    <a:pt x="229" y="11"/>
                  </a:moveTo>
                  <a:lnTo>
                    <a:pt x="226" y="49"/>
                  </a:lnTo>
                  <a:cubicBezTo>
                    <a:pt x="195" y="48"/>
                    <a:pt x="156" y="47"/>
                    <a:pt x="122" y="47"/>
                  </a:cubicBezTo>
                  <a:cubicBezTo>
                    <a:pt x="72" y="47"/>
                    <a:pt x="53" y="49"/>
                    <a:pt x="53" y="97"/>
                  </a:cubicBezTo>
                  <a:cubicBezTo>
                    <a:pt x="53" y="135"/>
                    <a:pt x="67" y="145"/>
                    <a:pt x="97" y="152"/>
                  </a:cubicBezTo>
                  <a:lnTo>
                    <a:pt x="169" y="172"/>
                  </a:lnTo>
                  <a:cubicBezTo>
                    <a:pt x="225" y="188"/>
                    <a:pt x="243" y="221"/>
                    <a:pt x="243" y="276"/>
                  </a:cubicBezTo>
                  <a:cubicBezTo>
                    <a:pt x="243" y="359"/>
                    <a:pt x="206" y="375"/>
                    <a:pt x="119" y="375"/>
                  </a:cubicBezTo>
                  <a:cubicBezTo>
                    <a:pt x="96" y="375"/>
                    <a:pt x="56" y="374"/>
                    <a:pt x="5" y="365"/>
                  </a:cubicBezTo>
                  <a:lnTo>
                    <a:pt x="9" y="326"/>
                  </a:lnTo>
                  <a:cubicBezTo>
                    <a:pt x="75" y="328"/>
                    <a:pt x="93" y="329"/>
                    <a:pt x="120" y="329"/>
                  </a:cubicBezTo>
                  <a:cubicBezTo>
                    <a:pt x="173" y="328"/>
                    <a:pt x="189" y="320"/>
                    <a:pt x="189" y="275"/>
                  </a:cubicBezTo>
                  <a:cubicBezTo>
                    <a:pt x="189" y="236"/>
                    <a:pt x="175" y="227"/>
                    <a:pt x="146" y="219"/>
                  </a:cubicBezTo>
                  <a:lnTo>
                    <a:pt x="72" y="199"/>
                  </a:lnTo>
                  <a:cubicBezTo>
                    <a:pt x="19" y="184"/>
                    <a:pt x="0" y="151"/>
                    <a:pt x="0" y="96"/>
                  </a:cubicBezTo>
                  <a:cubicBezTo>
                    <a:pt x="0" y="12"/>
                    <a:pt x="38" y="0"/>
                    <a:pt x="120" y="0"/>
                  </a:cubicBezTo>
                  <a:cubicBezTo>
                    <a:pt x="154" y="0"/>
                    <a:pt x="192" y="2"/>
                    <a:pt x="229" y="11"/>
                  </a:cubicBez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2" name="Rectangle 19"/>
            <p:cNvSpPr/>
            <p:nvPr/>
          </p:nvSpPr>
          <p:spPr>
            <a:xfrm>
              <a:off x="7978320" y="6594120"/>
              <a:ext cx="11160" cy="80640"/>
            </a:xfrm>
            <a:prstGeom prst="rect">
              <a:avLst/>
            </a:pr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3" name="Freeform 20"/>
            <p:cNvSpPr/>
            <p:nvPr/>
          </p:nvSpPr>
          <p:spPr>
            <a:xfrm>
              <a:off x="8001000" y="6594120"/>
              <a:ext cx="60840" cy="80640"/>
            </a:xfrm>
            <a:custGeom>
              <a:avLst/>
              <a:gdLst/>
              <a:ahLst/>
              <a:cxnLst/>
              <a:rect l="l" t="t" r="r" b="b"/>
              <a:pathLst>
                <a:path w="283" h="363">
                  <a:moveTo>
                    <a:pt x="168" y="47"/>
                  </a:moveTo>
                  <a:lnTo>
                    <a:pt x="168" y="363"/>
                  </a:lnTo>
                  <a:lnTo>
                    <a:pt x="114" y="363"/>
                  </a:lnTo>
                  <a:lnTo>
                    <a:pt x="114" y="47"/>
                  </a:lnTo>
                  <a:lnTo>
                    <a:pt x="0" y="47"/>
                  </a:lnTo>
                  <a:lnTo>
                    <a:pt x="0" y="0"/>
                  </a:lnTo>
                  <a:lnTo>
                    <a:pt x="283" y="0"/>
                  </a:lnTo>
                  <a:lnTo>
                    <a:pt x="283" y="47"/>
                  </a:lnTo>
                  <a:lnTo>
                    <a:pt x="168" y="47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4" name="Freeform 21"/>
            <p:cNvSpPr/>
            <p:nvPr/>
          </p:nvSpPr>
          <p:spPr>
            <a:xfrm>
              <a:off x="8059320" y="6572160"/>
              <a:ext cx="68400" cy="102960"/>
            </a:xfrm>
            <a:custGeom>
              <a:avLst/>
              <a:gdLst/>
              <a:ahLst/>
              <a:cxnLst/>
              <a:rect l="l" t="t" r="r" b="b"/>
              <a:pathLst>
                <a:path w="321" h="459">
                  <a:moveTo>
                    <a:pt x="199" y="57"/>
                  </a:moveTo>
                  <a:cubicBezTo>
                    <a:pt x="189" y="57"/>
                    <a:pt x="185" y="53"/>
                    <a:pt x="185" y="43"/>
                  </a:cubicBezTo>
                  <a:lnTo>
                    <a:pt x="185" y="14"/>
                  </a:lnTo>
                  <a:cubicBezTo>
                    <a:pt x="185" y="6"/>
                    <a:pt x="189" y="0"/>
                    <a:pt x="199" y="0"/>
                  </a:cubicBezTo>
                  <a:lnTo>
                    <a:pt x="215" y="0"/>
                  </a:lnTo>
                  <a:cubicBezTo>
                    <a:pt x="224" y="0"/>
                    <a:pt x="230" y="6"/>
                    <a:pt x="230" y="14"/>
                  </a:cubicBezTo>
                  <a:lnTo>
                    <a:pt x="230" y="43"/>
                  </a:lnTo>
                  <a:cubicBezTo>
                    <a:pt x="230" y="53"/>
                    <a:pt x="224" y="57"/>
                    <a:pt x="215" y="57"/>
                  </a:cubicBezTo>
                  <a:lnTo>
                    <a:pt x="199" y="57"/>
                  </a:lnTo>
                  <a:close/>
                  <a:moveTo>
                    <a:pt x="176" y="166"/>
                  </a:moveTo>
                  <a:cubicBezTo>
                    <a:pt x="173" y="157"/>
                    <a:pt x="170" y="146"/>
                    <a:pt x="167" y="137"/>
                  </a:cubicBezTo>
                  <a:lnTo>
                    <a:pt x="153" y="137"/>
                  </a:lnTo>
                  <a:cubicBezTo>
                    <a:pt x="150" y="146"/>
                    <a:pt x="147" y="157"/>
                    <a:pt x="144" y="166"/>
                  </a:cubicBezTo>
                  <a:lnTo>
                    <a:pt x="102" y="304"/>
                  </a:lnTo>
                  <a:lnTo>
                    <a:pt x="218" y="304"/>
                  </a:lnTo>
                  <a:lnTo>
                    <a:pt x="176" y="166"/>
                  </a:lnTo>
                  <a:close/>
                  <a:moveTo>
                    <a:pt x="105" y="57"/>
                  </a:moveTo>
                  <a:cubicBezTo>
                    <a:pt x="96" y="57"/>
                    <a:pt x="92" y="53"/>
                    <a:pt x="92" y="43"/>
                  </a:cubicBezTo>
                  <a:lnTo>
                    <a:pt x="92" y="14"/>
                  </a:lnTo>
                  <a:cubicBezTo>
                    <a:pt x="92" y="6"/>
                    <a:pt x="96" y="0"/>
                    <a:pt x="105" y="0"/>
                  </a:cubicBezTo>
                  <a:lnTo>
                    <a:pt x="122" y="0"/>
                  </a:lnTo>
                  <a:cubicBezTo>
                    <a:pt x="132" y="0"/>
                    <a:pt x="136" y="6"/>
                    <a:pt x="136" y="14"/>
                  </a:cubicBezTo>
                  <a:lnTo>
                    <a:pt x="136" y="43"/>
                  </a:lnTo>
                  <a:cubicBezTo>
                    <a:pt x="136" y="53"/>
                    <a:pt x="132" y="57"/>
                    <a:pt x="122" y="57"/>
                  </a:cubicBezTo>
                  <a:lnTo>
                    <a:pt x="105" y="57"/>
                  </a:lnTo>
                  <a:close/>
                  <a:moveTo>
                    <a:pt x="88" y="350"/>
                  </a:moveTo>
                  <a:lnTo>
                    <a:pt x="54" y="459"/>
                  </a:lnTo>
                  <a:lnTo>
                    <a:pt x="0" y="459"/>
                  </a:lnTo>
                  <a:lnTo>
                    <a:pt x="114" y="110"/>
                  </a:lnTo>
                  <a:cubicBezTo>
                    <a:pt x="116" y="102"/>
                    <a:pt x="124" y="96"/>
                    <a:pt x="133" y="96"/>
                  </a:cubicBezTo>
                  <a:lnTo>
                    <a:pt x="187" y="96"/>
                  </a:lnTo>
                  <a:cubicBezTo>
                    <a:pt x="196" y="96"/>
                    <a:pt x="204" y="102"/>
                    <a:pt x="206" y="110"/>
                  </a:cubicBezTo>
                  <a:lnTo>
                    <a:pt x="321" y="459"/>
                  </a:lnTo>
                  <a:lnTo>
                    <a:pt x="266" y="459"/>
                  </a:lnTo>
                  <a:lnTo>
                    <a:pt x="233" y="350"/>
                  </a:lnTo>
                  <a:lnTo>
                    <a:pt x="88" y="350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5" name="Freeform 22"/>
            <p:cNvSpPr/>
            <p:nvPr/>
          </p:nvSpPr>
          <p:spPr>
            <a:xfrm>
              <a:off x="8125560" y="6594120"/>
              <a:ext cx="59760" cy="80640"/>
            </a:xfrm>
            <a:custGeom>
              <a:avLst/>
              <a:gdLst/>
              <a:ahLst/>
              <a:cxnLst/>
              <a:rect l="l" t="t" r="r" b="b"/>
              <a:pathLst>
                <a:path w="282" h="363">
                  <a:moveTo>
                    <a:pt x="167" y="47"/>
                  </a:moveTo>
                  <a:lnTo>
                    <a:pt x="167" y="363"/>
                  </a:lnTo>
                  <a:lnTo>
                    <a:pt x="114" y="363"/>
                  </a:lnTo>
                  <a:lnTo>
                    <a:pt x="114" y="47"/>
                  </a:lnTo>
                  <a:lnTo>
                    <a:pt x="0" y="47"/>
                  </a:lnTo>
                  <a:lnTo>
                    <a:pt x="0" y="0"/>
                  </a:lnTo>
                  <a:lnTo>
                    <a:pt x="282" y="0"/>
                  </a:lnTo>
                  <a:lnTo>
                    <a:pt x="282" y="47"/>
                  </a:lnTo>
                  <a:lnTo>
                    <a:pt x="167" y="47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</p:grpSp>
      <p:pic>
        <p:nvPicPr>
          <p:cNvPr id="116" name="Picture 5" descr="A blue and pink triangle on a black background&#10;&#10;Description automatically generated"/>
          <p:cNvPicPr/>
          <p:nvPr/>
        </p:nvPicPr>
        <p:blipFill>
          <a:blip r:embed="rId16"/>
          <a:stretch/>
        </p:blipFill>
        <p:spPr>
          <a:xfrm>
            <a:off x="2514600" y="6095880"/>
            <a:ext cx="1505520" cy="830160"/>
          </a:xfrm>
          <a:prstGeom prst="rect">
            <a:avLst/>
          </a:prstGeom>
          <a:ln w="0">
            <a:noFill/>
          </a:ln>
        </p:spPr>
      </p:pic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Century Gothic"/>
              </a:rPr>
              <a:t>Click to edit the title text format</a:t>
            </a:r>
          </a:p>
        </p:txBody>
      </p:sp>
      <p:sp>
        <p:nvSpPr>
          <p:cNvPr id="118" name="PlaceHolder 2"/>
          <p:cNvSpPr>
            <a:spLocks noGrp="1"/>
          </p:cNvSpPr>
          <p:nvPr>
            <p:ph type="body"/>
          </p:nvPr>
        </p:nvSpPr>
        <p:spPr>
          <a:xfrm>
            <a:off x="382680" y="1371600"/>
            <a:ext cx="8380080" cy="464796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r>
              <a:rPr lang="en-US" sz="2000" b="0" strike="noStrike" spc="-1">
                <a:solidFill>
                  <a:srgbClr val="000000"/>
                </a:solidFill>
                <a:latin typeface="Century Gothic"/>
              </a:rPr>
              <a:t>Click to edit Master text styles</a:t>
            </a: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0064C8"/>
              </a:buClr>
              <a:buSzPct val="125000"/>
              <a:buFont typeface="StarSymbol"/>
              <a:buChar char="-"/>
            </a:pPr>
            <a:r>
              <a:rPr lang="en-US" sz="1800" b="0" strike="noStrike" spc="-1">
                <a:solidFill>
                  <a:srgbClr val="000000"/>
                </a:solidFill>
                <a:latin typeface="Century Gothic"/>
              </a:rPr>
              <a:t>Second level</a:t>
            </a:r>
          </a:p>
          <a:p>
            <a:pPr marL="1143000" lvl="2" indent="-2286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r>
              <a:rPr lang="en-US" sz="1600" b="0" strike="noStrike" spc="-1">
                <a:solidFill>
                  <a:srgbClr val="000000"/>
                </a:solidFill>
                <a:latin typeface="Century Gothic"/>
              </a:rPr>
              <a:t>Third level</a:t>
            </a:r>
          </a:p>
          <a:p>
            <a:pPr marL="1600200" lvl="3" indent="-2286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0064C8"/>
              </a:buClr>
              <a:buSzPct val="125000"/>
              <a:buFont typeface="Calibri"/>
              <a:buChar char="-"/>
            </a:pPr>
            <a:r>
              <a:rPr lang="en-US" sz="1200" b="0" strike="noStrike" spc="-1">
                <a:solidFill>
                  <a:srgbClr val="000000"/>
                </a:solidFill>
                <a:latin typeface="Century Gothic"/>
              </a:rPr>
              <a:t>Fourth level</a:t>
            </a:r>
          </a:p>
          <a:p>
            <a:pPr marL="18288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en-US" sz="1200" b="0" strike="noStrike" spc="-1">
                <a:solidFill>
                  <a:srgbClr val="000000"/>
                </a:solidFill>
                <a:latin typeface="Century Gothic"/>
              </a:rPr>
              <a:t>Fifth level</a:t>
            </a:r>
          </a:p>
        </p:txBody>
      </p:sp>
      <p:sp>
        <p:nvSpPr>
          <p:cNvPr id="119" name="PlaceHolder 3"/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F6156E8F-3799-4EE2-B4AD-B038F32766C1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‹#›</a:t>
            </a:fld>
            <a:endParaRPr lang="en-GB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777960" y="2666880"/>
            <a:ext cx="7772400" cy="99324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GB" sz="3200" b="0" strike="noStrike" spc="-1" dirty="0">
                <a:solidFill>
                  <a:srgbClr val="0064C8"/>
                </a:solidFill>
                <a:latin typeface="Century Gothic"/>
                <a:ea typeface="Calibri"/>
              </a:rPr>
              <a:t>AI Agent for Chemical Explainability</a:t>
            </a:r>
            <a:endParaRPr lang="en-US" sz="320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7" name="PlaceHolder 2"/>
          <p:cNvSpPr>
            <a:spLocks noGrp="1"/>
          </p:cNvSpPr>
          <p:nvPr>
            <p:ph type="subTitle"/>
          </p:nvPr>
        </p:nvSpPr>
        <p:spPr>
          <a:xfrm>
            <a:off x="686520" y="4361040"/>
            <a:ext cx="7997400" cy="17755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/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pos="0" algn="l"/>
              </a:tabLst>
            </a:pPr>
            <a:endParaRPr lang="en-US" sz="2000" b="0" strike="noStrike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0000"/>
                </a:solidFill>
                <a:latin typeface="Century Gothic"/>
              </a:rPr>
              <a:t>Department of Life Science Informatics, B-IT</a:t>
            </a:r>
            <a:endParaRPr lang="en-GB" sz="200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0000"/>
                </a:solidFill>
                <a:latin typeface="Century Gothic"/>
              </a:rPr>
              <a:t>Lamarr Institute for Machine Learning and Artificial Intelligence                   </a:t>
            </a:r>
            <a:endParaRPr lang="en-GB" sz="200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0000"/>
                </a:solidFill>
                <a:latin typeface="Century Gothic"/>
              </a:rPr>
              <a:t>LIMES Institute Program Unit Medicinal Chemistry</a:t>
            </a:r>
            <a:endParaRPr lang="en-GB" sz="200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0000"/>
                </a:solidFill>
                <a:latin typeface="Century Gothic"/>
              </a:rPr>
              <a:t>Rheinische Friedrich-Wilhelms-Universität Bonn</a:t>
            </a:r>
            <a:endParaRPr lang="en-GB" sz="200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pos="0" algn="l"/>
              </a:tabLst>
            </a:pPr>
            <a:endParaRPr lang="en-GB" sz="2000" b="0" strike="noStrike" spc="-1" dirty="0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296727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p15="http://schemas.microsoft.com/office/powerpoint/2012/main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Study idea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2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2" name="PlaceHolder 2">
            <a:extLst>
              <a:ext uri="{FF2B5EF4-FFF2-40B4-BE49-F238E27FC236}">
                <a16:creationId xmlns:a16="http://schemas.microsoft.com/office/drawing/2014/main" id="{870990D0-7AC5-46BA-6FC4-274F8E0A3ABE}"/>
              </a:ext>
            </a:extLst>
          </p:cNvPr>
          <p:cNvSpPr txBox="1">
            <a:spLocks/>
          </p:cNvSpPr>
          <p:nvPr/>
        </p:nvSpPr>
        <p:spPr>
          <a:xfrm>
            <a:off x="380880" y="1371599"/>
            <a:ext cx="8380080" cy="713065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MCP-based Agent for ML compound explainability </a:t>
            </a: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  <p:pic>
        <p:nvPicPr>
          <p:cNvPr id="4" name="Picture 3" descr="A diagram of different types of chemistry&#10;&#10;AI-generated content may be incorrect.">
            <a:extLst>
              <a:ext uri="{FF2B5EF4-FFF2-40B4-BE49-F238E27FC236}">
                <a16:creationId xmlns:a16="http://schemas.microsoft.com/office/drawing/2014/main" id="{A9172708-06AB-AE7A-4BC0-05B1328EE70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429" y="2123180"/>
            <a:ext cx="7810981" cy="3363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17325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p15="http://schemas.microsoft.com/office/powerpoint/2012/main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Study idea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3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2" name="PlaceHolder 2">
            <a:extLst>
              <a:ext uri="{FF2B5EF4-FFF2-40B4-BE49-F238E27FC236}">
                <a16:creationId xmlns:a16="http://schemas.microsoft.com/office/drawing/2014/main" id="{870990D0-7AC5-46BA-6FC4-274F8E0A3ABE}"/>
              </a:ext>
            </a:extLst>
          </p:cNvPr>
          <p:cNvSpPr txBox="1">
            <a:spLocks/>
          </p:cNvSpPr>
          <p:nvPr/>
        </p:nvSpPr>
        <p:spPr>
          <a:xfrm>
            <a:off x="380880" y="1371599"/>
            <a:ext cx="8380080" cy="4643307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 2" charset="2"/>
              <a:buChar char="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Framework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LM Studio + Open Source LLM (GPT-OSS, </a:t>
            </a:r>
            <a:r>
              <a:rPr lang="en-US" sz="1600" spc="-1" dirty="0" err="1">
                <a:solidFill>
                  <a:srgbClr val="000000"/>
                </a:solidFill>
                <a:latin typeface="Century Gothic"/>
              </a:rPr>
              <a:t>Qwen</a:t>
            </a: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 3.5, </a:t>
            </a:r>
            <a:r>
              <a:rPr lang="en-US" sz="1600" spc="-1" dirty="0" err="1">
                <a:solidFill>
                  <a:srgbClr val="000000"/>
                </a:solidFill>
                <a:latin typeface="Century Gothic"/>
              </a:rPr>
              <a:t>etc</a:t>
            </a: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)</a:t>
            </a:r>
            <a:br>
              <a:rPr lang="en-US" sz="1600" spc="-1" dirty="0">
                <a:solidFill>
                  <a:srgbClr val="000000"/>
                </a:solidFill>
                <a:latin typeface="Century Gothic"/>
              </a:rPr>
            </a:b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Explainability methods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SHAP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600" spc="-1" dirty="0" err="1">
                <a:solidFill>
                  <a:srgbClr val="000000"/>
                </a:solidFill>
                <a:latin typeface="Century Gothic"/>
              </a:rPr>
              <a:t>MolAnchor</a:t>
            </a:r>
            <a:endParaRPr lang="en-US" sz="1600" spc="-1" dirty="0">
              <a:solidFill>
                <a:srgbClr val="000000"/>
              </a:solidFill>
              <a:latin typeface="Century Gothic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Counterfactuals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600" spc="-1" dirty="0" err="1">
                <a:solidFill>
                  <a:srgbClr val="000000"/>
                </a:solidFill>
                <a:latin typeface="Century Gothic"/>
              </a:rPr>
              <a:t>MolCE</a:t>
            </a:r>
            <a:endParaRPr lang="en-US" sz="1600" spc="-1" dirty="0">
              <a:solidFill>
                <a:srgbClr val="000000"/>
              </a:solidFill>
              <a:latin typeface="Century Gothic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600" spc="-1" dirty="0" err="1">
                <a:solidFill>
                  <a:srgbClr val="000000"/>
                </a:solidFill>
                <a:latin typeface="Century Gothic"/>
              </a:rPr>
              <a:t>EdgeShaper</a:t>
            </a:r>
            <a:endParaRPr lang="en-US" sz="1600" spc="-1" dirty="0">
              <a:solidFill>
                <a:srgbClr val="000000"/>
              </a:solidFill>
              <a:latin typeface="Century Gothic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endParaRPr lang="en-US" sz="16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ML models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Traditional ML – RF, SVM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NNs – DNN, GNN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1600" spc="-1" dirty="0">
              <a:solidFill>
                <a:srgbClr val="000000"/>
              </a:solidFill>
              <a:latin typeface="Century Gothic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</p:spTree>
    <p:extLst>
      <p:ext uri="{BB962C8B-B14F-4D97-AF65-F5344CB8AC3E}">
        <p14:creationId xmlns:p14="http://schemas.microsoft.com/office/powerpoint/2010/main" val="17074787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p15="http://schemas.microsoft.com/office/powerpoint/2012/main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Exemplary answer output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4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2" name="PlaceHolder 2">
            <a:extLst>
              <a:ext uri="{FF2B5EF4-FFF2-40B4-BE49-F238E27FC236}">
                <a16:creationId xmlns:a16="http://schemas.microsoft.com/office/drawing/2014/main" id="{870990D0-7AC5-46BA-6FC4-274F8E0A3ABE}"/>
              </a:ext>
            </a:extLst>
          </p:cNvPr>
          <p:cNvSpPr txBox="1">
            <a:spLocks/>
          </p:cNvSpPr>
          <p:nvPr/>
        </p:nvSpPr>
        <p:spPr>
          <a:xfrm>
            <a:off x="380880" y="1371598"/>
            <a:ext cx="3306353" cy="4559301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Build an ML model for a given dataset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Get a complete report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800" spc="-1" dirty="0">
                <a:solidFill>
                  <a:srgbClr val="000000"/>
                </a:solidFill>
                <a:latin typeface="Century Gothic"/>
              </a:rPr>
              <a:t>Dataset summary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800" spc="-1" dirty="0">
                <a:solidFill>
                  <a:srgbClr val="000000"/>
                </a:solidFill>
                <a:latin typeface="Century Gothic"/>
              </a:rPr>
              <a:t>Data split statistics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800" spc="-1" dirty="0">
                <a:solidFill>
                  <a:srgbClr val="000000"/>
                </a:solidFill>
                <a:latin typeface="Century Gothic"/>
              </a:rPr>
              <a:t>Model training information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800" spc="-1" dirty="0">
                <a:solidFill>
                  <a:srgbClr val="000000"/>
                </a:solidFill>
                <a:latin typeface="Century Gothic"/>
              </a:rPr>
              <a:t>Test set performance </a:t>
            </a: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3BA145D-265C-C0B1-7C0E-2EE32552E4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7354" y="1196437"/>
            <a:ext cx="4943606" cy="4598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58088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p15="http://schemas.microsoft.com/office/powerpoint/2012/main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Exemplary answer output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5</a:t>
            </a:fld>
            <a:endParaRPr lang="en-GB" sz="1200" b="0" strike="noStrike" spc="-1" dirty="0">
              <a:latin typeface="Times New Roman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F3D5BC1-9264-881D-CF39-9525F8165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9608" y="970759"/>
            <a:ext cx="4618726" cy="4817482"/>
          </a:xfrm>
          <a:prstGeom prst="rect">
            <a:avLst/>
          </a:prstGeom>
        </p:spPr>
      </p:pic>
      <p:sp>
        <p:nvSpPr>
          <p:cNvPr id="7" name="PlaceHolder 2">
            <a:extLst>
              <a:ext uri="{FF2B5EF4-FFF2-40B4-BE49-F238E27FC236}">
                <a16:creationId xmlns:a16="http://schemas.microsoft.com/office/drawing/2014/main" id="{66DE14D4-64D4-6D1F-DD92-BC16D674C58B}"/>
              </a:ext>
            </a:extLst>
          </p:cNvPr>
          <p:cNvSpPr txBox="1">
            <a:spLocks/>
          </p:cNvSpPr>
          <p:nvPr/>
        </p:nvSpPr>
        <p:spPr>
          <a:xfrm>
            <a:off x="380880" y="1371598"/>
            <a:ext cx="3556120" cy="4559301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Ask the model to explain an ML prediction for a given compound with SHAP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Get explanation statistics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Display explanation mapping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Rationalize explanations (LLM)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1800" spc="-1" dirty="0">
              <a:solidFill>
                <a:srgbClr val="000000"/>
              </a:solidFill>
              <a:latin typeface="Century Gothic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</p:spTree>
    <p:extLst>
      <p:ext uri="{BB962C8B-B14F-4D97-AF65-F5344CB8AC3E}">
        <p14:creationId xmlns:p14="http://schemas.microsoft.com/office/powerpoint/2010/main" val="457486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p15="http://schemas.microsoft.com/office/powerpoint/2012/main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Exemplary answer output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6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7" name="PlaceHolder 2">
            <a:extLst>
              <a:ext uri="{FF2B5EF4-FFF2-40B4-BE49-F238E27FC236}">
                <a16:creationId xmlns:a16="http://schemas.microsoft.com/office/drawing/2014/main" id="{66DE14D4-64D4-6D1F-DD92-BC16D674C58B}"/>
              </a:ext>
            </a:extLst>
          </p:cNvPr>
          <p:cNvSpPr txBox="1">
            <a:spLocks/>
          </p:cNvSpPr>
          <p:nvPr/>
        </p:nvSpPr>
        <p:spPr>
          <a:xfrm>
            <a:off x="380880" y="1371598"/>
            <a:ext cx="3556120" cy="4559301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Ask the model to explain an ML prediction n for a given compound with </a:t>
            </a:r>
            <a:r>
              <a:rPr lang="en-US" sz="2000" spc="-1" dirty="0" err="1">
                <a:solidFill>
                  <a:srgbClr val="000000"/>
                </a:solidFill>
                <a:latin typeface="Century Gothic"/>
              </a:rPr>
              <a:t>MolAnchor</a:t>
            </a: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Get explanation statistics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Display explanation mapping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Rationalize explanations (LLM)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1800" spc="-1" dirty="0">
              <a:solidFill>
                <a:srgbClr val="000000"/>
              </a:solidFill>
              <a:latin typeface="Century Gothic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ABC6A26-9CF7-7B03-D767-F8B5CB557E1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3811" t="-1266" r="-2705" b="-5248"/>
          <a:stretch/>
        </p:blipFill>
        <p:spPr>
          <a:xfrm>
            <a:off x="4313911" y="1075604"/>
            <a:ext cx="4307305" cy="402598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0F84ACB-0B25-83EE-C843-9841A30F78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4050" y="4862478"/>
            <a:ext cx="4051300" cy="1083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768892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To do list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7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7" name="PlaceHolder 2">
            <a:extLst>
              <a:ext uri="{FF2B5EF4-FFF2-40B4-BE49-F238E27FC236}">
                <a16:creationId xmlns:a16="http://schemas.microsoft.com/office/drawing/2014/main" id="{66DE14D4-64D4-6D1F-DD92-BC16D674C58B}"/>
              </a:ext>
            </a:extLst>
          </p:cNvPr>
          <p:cNvSpPr txBox="1">
            <a:spLocks/>
          </p:cNvSpPr>
          <p:nvPr/>
        </p:nvSpPr>
        <p:spPr>
          <a:xfrm>
            <a:off x="380880" y="1371598"/>
            <a:ext cx="8109070" cy="4559301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Add and properly implement missing XAI methods (</a:t>
            </a:r>
            <a:r>
              <a:rPr lang="en-US" sz="2000" spc="-1" dirty="0" err="1">
                <a:solidFill>
                  <a:srgbClr val="000000"/>
                </a:solidFill>
                <a:latin typeface="Century Gothic"/>
              </a:rPr>
              <a:t>MolCE</a:t>
            </a: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, </a:t>
            </a:r>
            <a:r>
              <a:rPr lang="en-US" sz="2000" spc="-1" dirty="0" err="1">
                <a:solidFill>
                  <a:srgbClr val="000000"/>
                </a:solidFill>
                <a:latin typeface="Century Gothic"/>
              </a:rPr>
              <a:t>EdgeSHaper</a:t>
            </a: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, Counterfactuals)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Integrate with cluster for faster inference and explore larger LLM’s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None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Clean up the repository and make it available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Make a guide for lab members for the implementation of AI agents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1800" spc="-1" dirty="0">
              <a:solidFill>
                <a:srgbClr val="000000"/>
              </a:solidFill>
              <a:latin typeface="Century Gothic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</p:spTree>
    <p:extLst>
      <p:ext uri="{BB962C8B-B14F-4D97-AF65-F5344CB8AC3E}">
        <p14:creationId xmlns:p14="http://schemas.microsoft.com/office/powerpoint/2010/main" val="372702933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Framing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8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7" name="PlaceHolder 2">
            <a:extLst>
              <a:ext uri="{FF2B5EF4-FFF2-40B4-BE49-F238E27FC236}">
                <a16:creationId xmlns:a16="http://schemas.microsoft.com/office/drawing/2014/main" id="{66DE14D4-64D4-6D1F-DD92-BC16D674C58B}"/>
              </a:ext>
            </a:extLst>
          </p:cNvPr>
          <p:cNvSpPr txBox="1">
            <a:spLocks/>
          </p:cNvSpPr>
          <p:nvPr/>
        </p:nvSpPr>
        <p:spPr>
          <a:xfrm>
            <a:off x="380880" y="1371598"/>
            <a:ext cx="8109070" cy="4559301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How to frame the project: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A proof-of-concept study?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A explainability platform for XAI applied to molecular design?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 A explainability platform for XAI specific to molecular selectivity?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16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1800" spc="-1" dirty="0">
              <a:solidFill>
                <a:srgbClr val="000000"/>
              </a:solidFill>
              <a:latin typeface="Century Gothic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</p:spTree>
    <p:extLst>
      <p:ext uri="{BB962C8B-B14F-4D97-AF65-F5344CB8AC3E}">
        <p14:creationId xmlns:p14="http://schemas.microsoft.com/office/powerpoint/2010/main" val="15948790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244</Words>
  <Application>Microsoft Office PowerPoint</Application>
  <PresentationFormat>On-screen Show (4:3)</PresentationFormat>
  <Paragraphs>70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</vt:i4>
      </vt:variant>
    </vt:vector>
  </HeadingPairs>
  <TitlesOfParts>
    <vt:vector size="18" baseType="lpstr">
      <vt:lpstr>Arial</vt:lpstr>
      <vt:lpstr>Calibri</vt:lpstr>
      <vt:lpstr>Century Gothic</vt:lpstr>
      <vt:lpstr>StarSymbol</vt:lpstr>
      <vt:lpstr>Symbol</vt:lpstr>
      <vt:lpstr>Times New Roman</vt:lpstr>
      <vt:lpstr>Wingdings</vt:lpstr>
      <vt:lpstr>Wingdings 2</vt:lpstr>
      <vt:lpstr>Office Theme</vt:lpstr>
      <vt:lpstr>Office Theme</vt:lpstr>
      <vt:lpstr>AI Agent for Chemical Explainability</vt:lpstr>
      <vt:lpstr>Study idea</vt:lpstr>
      <vt:lpstr>Study idea</vt:lpstr>
      <vt:lpstr>Exemplary answer output</vt:lpstr>
      <vt:lpstr>Exemplary answer output</vt:lpstr>
      <vt:lpstr>Exemplary answer output</vt:lpstr>
      <vt:lpstr>To do list</vt:lpstr>
      <vt:lpstr>Framing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dc:description/>
  <cp:lastModifiedBy>Alec Lamens</cp:lastModifiedBy>
  <cp:revision>1660</cp:revision>
  <cp:lastPrinted>2019-01-04T13:46:38Z</cp:lastPrinted>
  <dcterms:created xsi:type="dcterms:W3CDTF">2006-08-16T00:00:00Z</dcterms:created>
  <dcterms:modified xsi:type="dcterms:W3CDTF">2026-03-23T11:15:05Z</dcterms:modified>
  <dc:language>en-GB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  <property fmtid="{D5CDD505-2E9C-101B-9397-08002B2CF9AE}" pid="3" name="Slides">
    <vt:i4>5</vt:i4>
  </property>
</Properties>
</file>