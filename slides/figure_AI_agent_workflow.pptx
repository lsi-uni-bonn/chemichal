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4" r:id="rId3"/>
    <p:sldId id="262" r:id="rId4"/>
    <p:sldId id="265" r:id="rId5"/>
    <p:sldId id="270" r:id="rId6"/>
    <p:sldId id="268" r:id="rId7"/>
    <p:sldId id="266" r:id="rId8"/>
    <p:sldId id="257" r:id="rId9"/>
    <p:sldId id="271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F7F491A-693C-4300-BC29-3556D2E5482E}" v="24" dt="2026-05-05T09:35:46.92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748" autoAdjust="0"/>
    <p:restoredTop sz="94660"/>
  </p:normalViewPr>
  <p:slideViewPr>
    <p:cSldViewPr snapToGrid="0">
      <p:cViewPr>
        <p:scale>
          <a:sx n="100" d="100"/>
          <a:sy n="100" d="100"/>
        </p:scale>
        <p:origin x="2800" y="14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iago Janela" userId="ee1a79fe-c79c-4f34-9602-7f6f2f0482b3" providerId="ADAL" clId="{A1A622BE-A8AD-47B7-8802-BAC61BCE5126}"/>
    <pc:docChg chg="undo custSel modSld sldOrd">
      <pc:chgData name="Tiago Janela" userId="ee1a79fe-c79c-4f34-9602-7f6f2f0482b3" providerId="ADAL" clId="{A1A622BE-A8AD-47B7-8802-BAC61BCE5126}" dt="2026-05-05T09:41:57.171" v="707" actId="20577"/>
      <pc:docMkLst>
        <pc:docMk/>
      </pc:docMkLst>
      <pc:sldChg chg="ord">
        <pc:chgData name="Tiago Janela" userId="ee1a79fe-c79c-4f34-9602-7f6f2f0482b3" providerId="ADAL" clId="{A1A622BE-A8AD-47B7-8802-BAC61BCE5126}" dt="2026-05-05T09:31:05.398" v="600"/>
        <pc:sldMkLst>
          <pc:docMk/>
          <pc:sldMk cId="1345047233" sldId="257"/>
        </pc:sldMkLst>
      </pc:sldChg>
      <pc:sldChg chg="addSp delSp modSp mod">
        <pc:chgData name="Tiago Janela" userId="ee1a79fe-c79c-4f34-9602-7f6f2f0482b3" providerId="ADAL" clId="{A1A622BE-A8AD-47B7-8802-BAC61BCE5126}" dt="2026-05-05T09:41:57.171" v="707" actId="20577"/>
        <pc:sldMkLst>
          <pc:docMk/>
          <pc:sldMk cId="2519744953" sldId="271"/>
        </pc:sldMkLst>
        <pc:spChg chg="add mod">
          <ac:chgData name="Tiago Janela" userId="ee1a79fe-c79c-4f34-9602-7f6f2f0482b3" providerId="ADAL" clId="{A1A622BE-A8AD-47B7-8802-BAC61BCE5126}" dt="2026-05-05T09:35:25.360" v="667" actId="164"/>
          <ac:spMkLst>
            <pc:docMk/>
            <pc:sldMk cId="2519744953" sldId="271"/>
            <ac:spMk id="4" creationId="{08FA050B-7F9C-37E0-1BF1-B0BFBA2A6AB6}"/>
          </ac:spMkLst>
        </pc:spChg>
        <pc:spChg chg="add del mod">
          <ac:chgData name="Tiago Janela" userId="ee1a79fe-c79c-4f34-9602-7f6f2f0482b3" providerId="ADAL" clId="{A1A622BE-A8AD-47B7-8802-BAC61BCE5126}" dt="2026-05-05T08:55:10.338" v="34" actId="478"/>
          <ac:spMkLst>
            <pc:docMk/>
            <pc:sldMk cId="2519744953" sldId="271"/>
            <ac:spMk id="7" creationId="{FBB69548-BDB0-3DAC-FE39-86DD0DB49878}"/>
          </ac:spMkLst>
        </pc:spChg>
        <pc:spChg chg="add mod">
          <ac:chgData name="Tiago Janela" userId="ee1a79fe-c79c-4f34-9602-7f6f2f0482b3" providerId="ADAL" clId="{A1A622BE-A8AD-47B7-8802-BAC61BCE5126}" dt="2026-05-05T09:35:51.627" v="680" actId="1076"/>
          <ac:spMkLst>
            <pc:docMk/>
            <pc:sldMk cId="2519744953" sldId="271"/>
            <ac:spMk id="8" creationId="{C6A637BB-D23C-AC41-E681-E3F7F85E6902}"/>
          </ac:spMkLst>
        </pc:spChg>
        <pc:spChg chg="add mod">
          <ac:chgData name="Tiago Janela" userId="ee1a79fe-c79c-4f34-9602-7f6f2f0482b3" providerId="ADAL" clId="{A1A622BE-A8AD-47B7-8802-BAC61BCE5126}" dt="2026-05-05T09:13:07.063" v="515" actId="164"/>
          <ac:spMkLst>
            <pc:docMk/>
            <pc:sldMk cId="2519744953" sldId="271"/>
            <ac:spMk id="14" creationId="{1CE3FF1D-C5C5-4F85-FDAE-4B1945FA6BBB}"/>
          </ac:spMkLst>
        </pc:spChg>
        <pc:spChg chg="add del mod">
          <ac:chgData name="Tiago Janela" userId="ee1a79fe-c79c-4f34-9602-7f6f2f0482b3" providerId="ADAL" clId="{A1A622BE-A8AD-47B7-8802-BAC61BCE5126}" dt="2026-05-05T09:13:07.063" v="515" actId="164"/>
          <ac:spMkLst>
            <pc:docMk/>
            <pc:sldMk cId="2519744953" sldId="271"/>
            <ac:spMk id="15" creationId="{CBDDEA34-DD65-3091-A015-71A47D453E84}"/>
          </ac:spMkLst>
        </pc:spChg>
        <pc:spChg chg="add del mod">
          <ac:chgData name="Tiago Janela" userId="ee1a79fe-c79c-4f34-9602-7f6f2f0482b3" providerId="ADAL" clId="{A1A622BE-A8AD-47B7-8802-BAC61BCE5126}" dt="2026-05-05T09:00:23.150" v="100" actId="478"/>
          <ac:spMkLst>
            <pc:docMk/>
            <pc:sldMk cId="2519744953" sldId="271"/>
            <ac:spMk id="16" creationId="{D0CA13C2-2230-B755-5DA8-32FED8AA41FD}"/>
          </ac:spMkLst>
        </pc:spChg>
        <pc:spChg chg="add del mod">
          <ac:chgData name="Tiago Janela" userId="ee1a79fe-c79c-4f34-9602-7f6f2f0482b3" providerId="ADAL" clId="{A1A622BE-A8AD-47B7-8802-BAC61BCE5126}" dt="2026-05-05T09:13:07.063" v="515" actId="164"/>
          <ac:spMkLst>
            <pc:docMk/>
            <pc:sldMk cId="2519744953" sldId="271"/>
            <ac:spMk id="17" creationId="{204FBA1E-346E-6B1E-8896-F6F07D779AC9}"/>
          </ac:spMkLst>
        </pc:spChg>
        <pc:spChg chg="add mod">
          <ac:chgData name="Tiago Janela" userId="ee1a79fe-c79c-4f34-9602-7f6f2f0482b3" providerId="ADAL" clId="{A1A622BE-A8AD-47B7-8802-BAC61BCE5126}" dt="2026-05-05T09:30:44.408" v="595" actId="1076"/>
          <ac:spMkLst>
            <pc:docMk/>
            <pc:sldMk cId="2519744953" sldId="271"/>
            <ac:spMk id="18" creationId="{E58EE59A-690D-3E11-D794-703C7D1995B8}"/>
          </ac:spMkLst>
        </pc:spChg>
        <pc:spChg chg="add mod">
          <ac:chgData name="Tiago Janela" userId="ee1a79fe-c79c-4f34-9602-7f6f2f0482b3" providerId="ADAL" clId="{A1A622BE-A8AD-47B7-8802-BAC61BCE5126}" dt="2026-05-05T09:32:44.149" v="626" actId="1036"/>
          <ac:spMkLst>
            <pc:docMk/>
            <pc:sldMk cId="2519744953" sldId="271"/>
            <ac:spMk id="19" creationId="{08BFD5EE-9CAE-287D-9E4F-E2562CF75F82}"/>
          </ac:spMkLst>
        </pc:spChg>
        <pc:spChg chg="add mod">
          <ac:chgData name="Tiago Janela" userId="ee1a79fe-c79c-4f34-9602-7f6f2f0482b3" providerId="ADAL" clId="{A1A622BE-A8AD-47B7-8802-BAC61BCE5126}" dt="2026-05-05T09:30:50.248" v="597" actId="1076"/>
          <ac:spMkLst>
            <pc:docMk/>
            <pc:sldMk cId="2519744953" sldId="271"/>
            <ac:spMk id="21" creationId="{C5A8469C-A992-DB09-4250-C278FE7FB0AD}"/>
          </ac:spMkLst>
        </pc:spChg>
        <pc:spChg chg="add mod">
          <ac:chgData name="Tiago Janela" userId="ee1a79fe-c79c-4f34-9602-7f6f2f0482b3" providerId="ADAL" clId="{A1A622BE-A8AD-47B7-8802-BAC61BCE5126}" dt="2026-05-05T09:41:31.053" v="700" actId="20577"/>
          <ac:spMkLst>
            <pc:docMk/>
            <pc:sldMk cId="2519744953" sldId="271"/>
            <ac:spMk id="22" creationId="{E1D880B2-C5E1-2410-59CA-CA6CAD75A98C}"/>
          </ac:spMkLst>
        </pc:spChg>
        <pc:spChg chg="add mod">
          <ac:chgData name="Tiago Janela" userId="ee1a79fe-c79c-4f34-9602-7f6f2f0482b3" providerId="ADAL" clId="{A1A622BE-A8AD-47B7-8802-BAC61BCE5126}" dt="2026-05-05T09:31:56.012" v="616" actId="1076"/>
          <ac:spMkLst>
            <pc:docMk/>
            <pc:sldMk cId="2519744953" sldId="271"/>
            <ac:spMk id="26" creationId="{1F55FAF4-E37F-9C23-5ADC-041855B798A3}"/>
          </ac:spMkLst>
        </pc:spChg>
        <pc:spChg chg="add mod">
          <ac:chgData name="Tiago Janela" userId="ee1a79fe-c79c-4f34-9602-7f6f2f0482b3" providerId="ADAL" clId="{A1A622BE-A8AD-47B7-8802-BAC61BCE5126}" dt="2026-05-05T09:34:00.567" v="637" actId="14100"/>
          <ac:spMkLst>
            <pc:docMk/>
            <pc:sldMk cId="2519744953" sldId="271"/>
            <ac:spMk id="31" creationId="{2C6B2306-650E-3E81-EC31-8B3737049E58}"/>
          </ac:spMkLst>
        </pc:spChg>
        <pc:spChg chg="add del mod">
          <ac:chgData name="Tiago Janela" userId="ee1a79fe-c79c-4f34-9602-7f6f2f0482b3" providerId="ADAL" clId="{A1A622BE-A8AD-47B7-8802-BAC61BCE5126}" dt="2026-05-05T09:33:54.405" v="634" actId="478"/>
          <ac:spMkLst>
            <pc:docMk/>
            <pc:sldMk cId="2519744953" sldId="271"/>
            <ac:spMk id="32" creationId="{B2A2C8AD-AFC5-1194-8A5B-218045A6ACE5}"/>
          </ac:spMkLst>
        </pc:spChg>
        <pc:spChg chg="add mod">
          <ac:chgData name="Tiago Janela" userId="ee1a79fe-c79c-4f34-9602-7f6f2f0482b3" providerId="ADAL" clId="{A1A622BE-A8AD-47B7-8802-BAC61BCE5126}" dt="2026-05-05T09:41:57.171" v="707" actId="20577"/>
          <ac:spMkLst>
            <pc:docMk/>
            <pc:sldMk cId="2519744953" sldId="271"/>
            <ac:spMk id="33" creationId="{1327BE73-95DC-EE18-0BD2-C9E76133E10B}"/>
          </ac:spMkLst>
        </pc:spChg>
        <pc:grpChg chg="add mod">
          <ac:chgData name="Tiago Janela" userId="ee1a79fe-c79c-4f34-9602-7f6f2f0482b3" providerId="ADAL" clId="{A1A622BE-A8AD-47B7-8802-BAC61BCE5126}" dt="2026-05-05T09:30:32.056" v="594" actId="1076"/>
          <ac:grpSpMkLst>
            <pc:docMk/>
            <pc:sldMk cId="2519744953" sldId="271"/>
            <ac:grpSpMk id="20" creationId="{50B2A722-C5F6-0139-E158-82F59377626C}"/>
          </ac:grpSpMkLst>
        </pc:grpChg>
        <pc:grpChg chg="add mod">
          <ac:chgData name="Tiago Janela" userId="ee1a79fe-c79c-4f34-9602-7f6f2f0482b3" providerId="ADAL" clId="{A1A622BE-A8AD-47B7-8802-BAC61BCE5126}" dt="2026-05-05T09:35:27.539" v="668" actId="1076"/>
          <ac:grpSpMkLst>
            <pc:docMk/>
            <pc:sldMk cId="2519744953" sldId="271"/>
            <ac:grpSpMk id="34" creationId="{2C9035D1-DF83-CA21-2F92-6873D3A0CE08}"/>
          </ac:grpSpMkLst>
        </pc:grpChg>
        <pc:picChg chg="add mod">
          <ac:chgData name="Tiago Janela" userId="ee1a79fe-c79c-4f34-9602-7f6f2f0482b3" providerId="ADAL" clId="{A1A622BE-A8AD-47B7-8802-BAC61BCE5126}" dt="2026-05-05T09:35:25.360" v="667" actId="164"/>
          <ac:picMkLst>
            <pc:docMk/>
            <pc:sldMk cId="2519744953" sldId="271"/>
            <ac:picMk id="3" creationId="{8F78A61F-BDFD-291F-30B0-437D758941F1}"/>
          </ac:picMkLst>
        </pc:picChg>
        <pc:picChg chg="mod">
          <ac:chgData name="Tiago Janela" userId="ee1a79fe-c79c-4f34-9602-7f6f2f0482b3" providerId="ADAL" clId="{A1A622BE-A8AD-47B7-8802-BAC61BCE5126}" dt="2026-05-05T08:56:56.014" v="55" actId="1076"/>
          <ac:picMkLst>
            <pc:docMk/>
            <pc:sldMk cId="2519744953" sldId="271"/>
            <ac:picMk id="5" creationId="{288BF725-1A06-1C9F-7DA4-2C2537D1D45F}"/>
          </ac:picMkLst>
        </pc:picChg>
        <pc:picChg chg="add mod ord">
          <ac:chgData name="Tiago Janela" userId="ee1a79fe-c79c-4f34-9602-7f6f2f0482b3" providerId="ADAL" clId="{A1A622BE-A8AD-47B7-8802-BAC61BCE5126}" dt="2026-05-05T09:13:07.063" v="515" actId="164"/>
          <ac:picMkLst>
            <pc:docMk/>
            <pc:sldMk cId="2519744953" sldId="271"/>
            <ac:picMk id="6" creationId="{5262A6EC-E637-EDB0-3030-9857BA6DA859}"/>
          </ac:picMkLst>
        </pc:picChg>
        <pc:picChg chg="add mod">
          <ac:chgData name="Tiago Janela" userId="ee1a79fe-c79c-4f34-9602-7f6f2f0482b3" providerId="ADAL" clId="{A1A622BE-A8AD-47B7-8802-BAC61BCE5126}" dt="2026-05-05T09:35:11.313" v="663" actId="1076"/>
          <ac:picMkLst>
            <pc:docMk/>
            <pc:sldMk cId="2519744953" sldId="271"/>
            <ac:picMk id="13" creationId="{13221AFB-132F-E506-0973-8C1C3D3CAF3E}"/>
          </ac:picMkLst>
        </pc:picChg>
        <pc:cxnChg chg="add mod">
          <ac:chgData name="Tiago Janela" userId="ee1a79fe-c79c-4f34-9602-7f6f2f0482b3" providerId="ADAL" clId="{A1A622BE-A8AD-47B7-8802-BAC61BCE5126}" dt="2026-05-05T09:35:14.788" v="664" actId="1076"/>
          <ac:cxnSpMkLst>
            <pc:docMk/>
            <pc:sldMk cId="2519744953" sldId="271"/>
            <ac:cxnSpMk id="10" creationId="{C6371F5B-CA79-FE2B-8490-AA0C8A2B62E4}"/>
          </ac:cxnSpMkLst>
        </pc:cxnChg>
        <pc:cxnChg chg="add del mod">
          <ac:chgData name="Tiago Janela" userId="ee1a79fe-c79c-4f34-9602-7f6f2f0482b3" providerId="ADAL" clId="{A1A622BE-A8AD-47B7-8802-BAC61BCE5126}" dt="2026-05-05T09:32:14.879" v="617" actId="478"/>
          <ac:cxnSpMkLst>
            <pc:docMk/>
            <pc:sldMk cId="2519744953" sldId="271"/>
            <ac:cxnSpMk id="24" creationId="{DBDA15A4-D021-B2F4-4732-CAD59B1D551D}"/>
          </ac:cxnSpMkLst>
        </pc:cxnChg>
        <pc:cxnChg chg="add mod">
          <ac:chgData name="Tiago Janela" userId="ee1a79fe-c79c-4f34-9602-7f6f2f0482b3" providerId="ADAL" clId="{A1A622BE-A8AD-47B7-8802-BAC61BCE5126}" dt="2026-05-05T09:32:44.149" v="626" actId="1036"/>
          <ac:cxnSpMkLst>
            <pc:docMk/>
            <pc:sldMk cId="2519744953" sldId="271"/>
            <ac:cxnSpMk id="28" creationId="{9AC5A16D-D384-CDB1-B4B6-3C67744D3392}"/>
          </ac:cxnSpMkLst>
        </pc:cxnChg>
        <pc:cxnChg chg="add mod">
          <ac:chgData name="Tiago Janela" userId="ee1a79fe-c79c-4f34-9602-7f6f2f0482b3" providerId="ADAL" clId="{A1A622BE-A8AD-47B7-8802-BAC61BCE5126}" dt="2026-05-05T09:41:12.825" v="688" actId="14100"/>
          <ac:cxnSpMkLst>
            <pc:docMk/>
            <pc:sldMk cId="2519744953" sldId="271"/>
            <ac:cxnSpMk id="35" creationId="{75064ED0-C5EB-DB59-3405-E37BED392634}"/>
          </ac:cxnSpMkLst>
        </pc:cxnChg>
        <pc:cxnChg chg="add mod">
          <ac:chgData name="Tiago Janela" userId="ee1a79fe-c79c-4f34-9602-7f6f2f0482b3" providerId="ADAL" clId="{A1A622BE-A8AD-47B7-8802-BAC61BCE5126}" dt="2026-05-05T09:41:10.013" v="687" actId="1582"/>
          <ac:cxnSpMkLst>
            <pc:docMk/>
            <pc:sldMk cId="2519744953" sldId="271"/>
            <ac:cxnSpMk id="38" creationId="{BDD6AACF-F886-03E0-E9E9-7D30FCBA4067}"/>
          </ac:cxnSpMkLst>
        </pc:cxnChg>
        <pc:cxnChg chg="add mod">
          <ac:chgData name="Tiago Janela" userId="ee1a79fe-c79c-4f34-9602-7f6f2f0482b3" providerId="ADAL" clId="{A1A622BE-A8AD-47B7-8802-BAC61BCE5126}" dt="2026-05-05T09:41:10.013" v="687" actId="1582"/>
          <ac:cxnSpMkLst>
            <pc:docMk/>
            <pc:sldMk cId="2519744953" sldId="271"/>
            <ac:cxnSpMk id="41" creationId="{51F94F30-9C1C-4DAF-4DF6-DCD8C70EA381}"/>
          </ac:cxnSpMkLst>
        </pc:cxnChg>
        <pc:cxnChg chg="add mod">
          <ac:chgData name="Tiago Janela" userId="ee1a79fe-c79c-4f34-9602-7f6f2f0482b3" providerId="ADAL" clId="{A1A622BE-A8AD-47B7-8802-BAC61BCE5126}" dt="2026-05-05T09:40:52.758" v="686" actId="208"/>
          <ac:cxnSpMkLst>
            <pc:docMk/>
            <pc:sldMk cId="2519744953" sldId="271"/>
            <ac:cxnSpMk id="45" creationId="{4460A228-31B3-2B5E-A09B-C24F14A23BDE}"/>
          </ac:cxnSpMkLst>
        </pc:cxnChg>
      </pc:sldChg>
    </pc:docChg>
  </pc:docChgLst>
  <pc:docChgLst>
    <pc:chgData name="Tiago Janela" userId="ee1a79fe-c79c-4f34-9602-7f6f2f0482b3" providerId="ADAL" clId="{C6F762F8-531C-4476-ABA6-417285C6BBB6}"/>
    <pc:docChg chg="undo custSel addSld modSld">
      <pc:chgData name="Tiago Janela" userId="ee1a79fe-c79c-4f34-9602-7f6f2f0482b3" providerId="ADAL" clId="{C6F762F8-531C-4476-ABA6-417285C6BBB6}" dt="2026-05-05T10:30:36.335" v="1049" actId="1076"/>
      <pc:docMkLst>
        <pc:docMk/>
      </pc:docMkLst>
      <pc:sldChg chg="addSp delSp modSp new mod">
        <pc:chgData name="Tiago Janela" userId="ee1a79fe-c79c-4f34-9602-7f6f2f0482b3" providerId="ADAL" clId="{C6F762F8-531C-4476-ABA6-417285C6BBB6}" dt="2026-05-05T10:30:36.335" v="1049" actId="1076"/>
        <pc:sldMkLst>
          <pc:docMk/>
          <pc:sldMk cId="2519744953" sldId="271"/>
        </pc:sldMkLst>
        <pc:spChg chg="del">
          <ac:chgData name="Tiago Janela" userId="ee1a79fe-c79c-4f34-9602-7f6f2f0482b3" providerId="ADAL" clId="{C6F762F8-531C-4476-ABA6-417285C6BBB6}" dt="2026-05-05T08:39:22.014" v="2" actId="478"/>
          <ac:spMkLst>
            <pc:docMk/>
            <pc:sldMk cId="2519744953" sldId="271"/>
            <ac:spMk id="2" creationId="{446EC336-D425-B6F4-2F6C-2AAE4027A368}"/>
          </ac:spMkLst>
        </pc:spChg>
        <pc:spChg chg="add mod">
          <ac:chgData name="Tiago Janela" userId="ee1a79fe-c79c-4f34-9602-7f6f2f0482b3" providerId="ADAL" clId="{C6F762F8-531C-4476-ABA6-417285C6BBB6}" dt="2026-05-05T09:44:40.776" v="18" actId="1076"/>
          <ac:spMkLst>
            <pc:docMk/>
            <pc:sldMk cId="2519744953" sldId="271"/>
            <ac:spMk id="2" creationId="{5570178C-785A-881E-CFDD-8491D7AD8B78}"/>
          </ac:spMkLst>
        </pc:spChg>
        <pc:spChg chg="del">
          <ac:chgData name="Tiago Janela" userId="ee1a79fe-c79c-4f34-9602-7f6f2f0482b3" providerId="ADAL" clId="{C6F762F8-531C-4476-ABA6-417285C6BBB6}" dt="2026-05-05T08:39:21.296" v="1" actId="478"/>
          <ac:spMkLst>
            <pc:docMk/>
            <pc:sldMk cId="2519744953" sldId="271"/>
            <ac:spMk id="3" creationId="{236787A7-F12F-0AF7-2250-B8A59D3A8CC0}"/>
          </ac:spMkLst>
        </pc:spChg>
        <pc:spChg chg="mod">
          <ac:chgData name="Tiago Janela" userId="ee1a79fe-c79c-4f34-9602-7f6f2f0482b3" providerId="ADAL" clId="{C6F762F8-531C-4476-ABA6-417285C6BBB6}" dt="2026-05-05T10:29:33.127" v="1045" actId="1076"/>
          <ac:spMkLst>
            <pc:docMk/>
            <pc:sldMk cId="2519744953" sldId="271"/>
            <ac:spMk id="8" creationId="{C6A637BB-D23C-AC41-E681-E3F7F85E6902}"/>
          </ac:spMkLst>
        </pc:spChg>
        <pc:spChg chg="mod">
          <ac:chgData name="Tiago Janela" userId="ee1a79fe-c79c-4f34-9602-7f6f2f0482b3" providerId="ADAL" clId="{C6F762F8-531C-4476-ABA6-417285C6BBB6}" dt="2026-05-05T09:46:01.128" v="73" actId="14100"/>
          <ac:spMkLst>
            <pc:docMk/>
            <pc:sldMk cId="2519744953" sldId="271"/>
            <ac:spMk id="9" creationId="{2FF10057-0B09-9CB7-01CD-D577AC0DC409}"/>
          </ac:spMkLst>
        </pc:spChg>
        <pc:spChg chg="mod">
          <ac:chgData name="Tiago Janela" userId="ee1a79fe-c79c-4f34-9602-7f6f2f0482b3" providerId="ADAL" clId="{C6F762F8-531C-4476-ABA6-417285C6BBB6}" dt="2026-05-05T09:45:23.224" v="65" actId="14100"/>
          <ac:spMkLst>
            <pc:docMk/>
            <pc:sldMk cId="2519744953" sldId="271"/>
            <ac:spMk id="12" creationId="{390A0E8E-AEBB-2FD4-234B-1DEA7289E35F}"/>
          </ac:spMkLst>
        </pc:spChg>
        <pc:spChg chg="mod">
          <ac:chgData name="Tiago Janela" userId="ee1a79fe-c79c-4f34-9602-7f6f2f0482b3" providerId="ADAL" clId="{C6F762F8-531C-4476-ABA6-417285C6BBB6}" dt="2026-05-05T10:19:27.987" v="962" actId="1076"/>
          <ac:spMkLst>
            <pc:docMk/>
            <pc:sldMk cId="2519744953" sldId="271"/>
            <ac:spMk id="14" creationId="{1CE3FF1D-C5C5-4F85-FDAE-4B1945FA6BBB}"/>
          </ac:spMkLst>
        </pc:spChg>
        <pc:spChg chg="mod">
          <ac:chgData name="Tiago Janela" userId="ee1a79fe-c79c-4f34-9602-7f6f2f0482b3" providerId="ADAL" clId="{C6F762F8-531C-4476-ABA6-417285C6BBB6}" dt="2026-05-05T09:46:08.767" v="74" actId="1076"/>
          <ac:spMkLst>
            <pc:docMk/>
            <pc:sldMk cId="2519744953" sldId="271"/>
            <ac:spMk id="16" creationId="{5C2A4602-1A75-0ED1-C22B-5F1D1C66B432}"/>
          </ac:spMkLst>
        </pc:spChg>
        <pc:spChg chg="mod">
          <ac:chgData name="Tiago Janela" userId="ee1a79fe-c79c-4f34-9602-7f6f2f0482b3" providerId="ADAL" clId="{C6F762F8-531C-4476-ABA6-417285C6BBB6}" dt="2026-05-05T10:19:56.713" v="965" actId="1076"/>
          <ac:spMkLst>
            <pc:docMk/>
            <pc:sldMk cId="2519744953" sldId="271"/>
            <ac:spMk id="17" creationId="{204FBA1E-346E-6B1E-8896-F6F07D779AC9}"/>
          </ac:spMkLst>
        </pc:spChg>
        <pc:spChg chg="mod topLvl">
          <ac:chgData name="Tiago Janela" userId="ee1a79fe-c79c-4f34-9602-7f6f2f0482b3" providerId="ADAL" clId="{C6F762F8-531C-4476-ABA6-417285C6BBB6}" dt="2026-05-05T10:30:36.335" v="1049" actId="1076"/>
          <ac:spMkLst>
            <pc:docMk/>
            <pc:sldMk cId="2519744953" sldId="271"/>
            <ac:spMk id="18" creationId="{E58EE59A-690D-3E11-D794-703C7D1995B8}"/>
          </ac:spMkLst>
        </pc:spChg>
        <pc:spChg chg="mod topLvl">
          <ac:chgData name="Tiago Janela" userId="ee1a79fe-c79c-4f34-9602-7f6f2f0482b3" providerId="ADAL" clId="{C6F762F8-531C-4476-ABA6-417285C6BBB6}" dt="2026-05-05T10:30:26.967" v="1047" actId="1076"/>
          <ac:spMkLst>
            <pc:docMk/>
            <pc:sldMk cId="2519744953" sldId="271"/>
            <ac:spMk id="19" creationId="{08BFD5EE-9CAE-287D-9E4F-E2562CF75F82}"/>
          </ac:spMkLst>
        </pc:spChg>
        <pc:spChg chg="mod topLvl">
          <ac:chgData name="Tiago Janela" userId="ee1a79fe-c79c-4f34-9602-7f6f2f0482b3" providerId="ADAL" clId="{C6F762F8-531C-4476-ABA6-417285C6BBB6}" dt="2026-05-05T10:30:28.911" v="1048" actId="1076"/>
          <ac:spMkLst>
            <pc:docMk/>
            <pc:sldMk cId="2519744953" sldId="271"/>
            <ac:spMk id="21" creationId="{C5A8469C-A992-DB09-4250-C278FE7FB0AD}"/>
          </ac:spMkLst>
        </pc:spChg>
        <pc:spChg chg="mod topLvl">
          <ac:chgData name="Tiago Janela" userId="ee1a79fe-c79c-4f34-9602-7f6f2f0482b3" providerId="ADAL" clId="{C6F762F8-531C-4476-ABA6-417285C6BBB6}" dt="2026-05-05T09:59:56.537" v="352" actId="164"/>
          <ac:spMkLst>
            <pc:docMk/>
            <pc:sldMk cId="2519744953" sldId="271"/>
            <ac:spMk id="22" creationId="{E1D880B2-C5E1-2410-59CA-CA6CAD75A98C}"/>
          </ac:spMkLst>
        </pc:spChg>
        <pc:spChg chg="add mod">
          <ac:chgData name="Tiago Janela" userId="ee1a79fe-c79c-4f34-9602-7f6f2f0482b3" providerId="ADAL" clId="{C6F762F8-531C-4476-ABA6-417285C6BBB6}" dt="2026-05-05T09:46:18.501" v="76"/>
          <ac:spMkLst>
            <pc:docMk/>
            <pc:sldMk cId="2519744953" sldId="271"/>
            <ac:spMk id="25" creationId="{EE131641-B5E0-A63E-DF5B-6937DAD04330}"/>
          </ac:spMkLst>
        </pc:spChg>
        <pc:spChg chg="mod">
          <ac:chgData name="Tiago Janela" userId="ee1a79fe-c79c-4f34-9602-7f6f2f0482b3" providerId="ADAL" clId="{C6F762F8-531C-4476-ABA6-417285C6BBB6}" dt="2026-05-05T10:29:33.127" v="1045" actId="1076"/>
          <ac:spMkLst>
            <pc:docMk/>
            <pc:sldMk cId="2519744953" sldId="271"/>
            <ac:spMk id="26" creationId="{1F55FAF4-E37F-9C23-5ADC-041855B798A3}"/>
          </ac:spMkLst>
        </pc:spChg>
        <pc:spChg chg="mod">
          <ac:chgData name="Tiago Janela" userId="ee1a79fe-c79c-4f34-9602-7f6f2f0482b3" providerId="ADAL" clId="{C6F762F8-531C-4476-ABA6-417285C6BBB6}" dt="2026-05-05T10:20:13.475" v="974" actId="14100"/>
          <ac:spMkLst>
            <pc:docMk/>
            <pc:sldMk cId="2519744953" sldId="271"/>
            <ac:spMk id="29" creationId="{1BA75D9E-60F7-DC50-D77F-4A81AB8C7F02}"/>
          </ac:spMkLst>
        </pc:spChg>
        <pc:spChg chg="mod">
          <ac:chgData name="Tiago Janela" userId="ee1a79fe-c79c-4f34-9602-7f6f2f0482b3" providerId="ADAL" clId="{C6F762F8-531C-4476-ABA6-417285C6BBB6}" dt="2026-05-05T10:00:22.029" v="358" actId="164"/>
          <ac:spMkLst>
            <pc:docMk/>
            <pc:sldMk cId="2519744953" sldId="271"/>
            <ac:spMk id="31" creationId="{2C6B2306-650E-3E81-EC31-8B3737049E58}"/>
          </ac:spMkLst>
        </pc:spChg>
        <pc:spChg chg="mod">
          <ac:chgData name="Tiago Janela" userId="ee1a79fe-c79c-4f34-9602-7f6f2f0482b3" providerId="ADAL" clId="{C6F762F8-531C-4476-ABA6-417285C6BBB6}" dt="2026-05-05T09:47:13.639" v="103" actId="20577"/>
          <ac:spMkLst>
            <pc:docMk/>
            <pc:sldMk cId="2519744953" sldId="271"/>
            <ac:spMk id="32" creationId="{15D7485D-8F43-A9A9-481D-886C19432D40}"/>
          </ac:spMkLst>
        </pc:spChg>
        <pc:spChg chg="mod">
          <ac:chgData name="Tiago Janela" userId="ee1a79fe-c79c-4f34-9602-7f6f2f0482b3" providerId="ADAL" clId="{C6F762F8-531C-4476-ABA6-417285C6BBB6}" dt="2026-05-05T10:27:25.479" v="1032" actId="20577"/>
          <ac:spMkLst>
            <pc:docMk/>
            <pc:sldMk cId="2519744953" sldId="271"/>
            <ac:spMk id="33" creationId="{1327BE73-95DC-EE18-0BD2-C9E76133E10B}"/>
          </ac:spMkLst>
        </pc:spChg>
        <pc:spChg chg="mod">
          <ac:chgData name="Tiago Janela" userId="ee1a79fe-c79c-4f34-9602-7f6f2f0482b3" providerId="ADAL" clId="{C6F762F8-531C-4476-ABA6-417285C6BBB6}" dt="2026-05-05T10:20:16.793" v="975" actId="1076"/>
          <ac:spMkLst>
            <pc:docMk/>
            <pc:sldMk cId="2519744953" sldId="271"/>
            <ac:spMk id="36" creationId="{7CB9286C-A2C0-C53C-78E5-964CD21BDAFD}"/>
          </ac:spMkLst>
        </pc:spChg>
        <pc:spChg chg="add mod">
          <ac:chgData name="Tiago Janela" userId="ee1a79fe-c79c-4f34-9602-7f6f2f0482b3" providerId="ADAL" clId="{C6F762F8-531C-4476-ABA6-417285C6BBB6}" dt="2026-05-05T10:29:33.127" v="1045" actId="1076"/>
          <ac:spMkLst>
            <pc:docMk/>
            <pc:sldMk cId="2519744953" sldId="271"/>
            <ac:spMk id="81" creationId="{B5045C33-8CE3-F542-6B5C-2041185EA134}"/>
          </ac:spMkLst>
        </pc:spChg>
        <pc:spChg chg="add mod">
          <ac:chgData name="Tiago Janela" userId="ee1a79fe-c79c-4f34-9602-7f6f2f0482b3" providerId="ADAL" clId="{C6F762F8-531C-4476-ABA6-417285C6BBB6}" dt="2026-05-05T10:29:33.127" v="1045" actId="1076"/>
          <ac:spMkLst>
            <pc:docMk/>
            <pc:sldMk cId="2519744953" sldId="271"/>
            <ac:spMk id="86" creationId="{7963CEA9-8ED0-D842-08A9-9E8F9D68919C}"/>
          </ac:spMkLst>
        </pc:spChg>
        <pc:spChg chg="add del mod">
          <ac:chgData name="Tiago Janela" userId="ee1a79fe-c79c-4f34-9602-7f6f2f0482b3" providerId="ADAL" clId="{C6F762F8-531C-4476-ABA6-417285C6BBB6}" dt="2026-05-05T10:08:20.580" v="743" actId="478"/>
          <ac:spMkLst>
            <pc:docMk/>
            <pc:sldMk cId="2519744953" sldId="271"/>
            <ac:spMk id="87" creationId="{2D1318A3-3E41-C109-153D-6DDA1058DC3C}"/>
          </ac:spMkLst>
        </pc:spChg>
        <pc:spChg chg="add del mod">
          <ac:chgData name="Tiago Janela" userId="ee1a79fe-c79c-4f34-9602-7f6f2f0482b3" providerId="ADAL" clId="{C6F762F8-531C-4476-ABA6-417285C6BBB6}" dt="2026-05-05T10:07:32.189" v="703" actId="478"/>
          <ac:spMkLst>
            <pc:docMk/>
            <pc:sldMk cId="2519744953" sldId="271"/>
            <ac:spMk id="88" creationId="{92C4F6FC-26BF-384E-229F-F1622772B111}"/>
          </ac:spMkLst>
        </pc:spChg>
        <pc:spChg chg="add del mod">
          <ac:chgData name="Tiago Janela" userId="ee1a79fe-c79c-4f34-9602-7f6f2f0482b3" providerId="ADAL" clId="{C6F762F8-531C-4476-ABA6-417285C6BBB6}" dt="2026-05-05T10:08:17.508" v="742" actId="478"/>
          <ac:spMkLst>
            <pc:docMk/>
            <pc:sldMk cId="2519744953" sldId="271"/>
            <ac:spMk id="89" creationId="{1091981D-5DC8-FF7C-E7ED-A37A728F695B}"/>
          </ac:spMkLst>
        </pc:spChg>
        <pc:grpChg chg="add del mod">
          <ac:chgData name="Tiago Janela" userId="ee1a79fe-c79c-4f34-9602-7f6f2f0482b3" providerId="ADAL" clId="{C6F762F8-531C-4476-ABA6-417285C6BBB6}" dt="2026-05-05T09:46:12.688" v="75" actId="478"/>
          <ac:grpSpMkLst>
            <pc:docMk/>
            <pc:sldMk cId="2519744953" sldId="271"/>
            <ac:grpSpMk id="7" creationId="{85DEDF07-894C-76F7-26C8-291D354AFEEB}"/>
          </ac:grpSpMkLst>
        </pc:grpChg>
        <pc:grpChg chg="mod">
          <ac:chgData name="Tiago Janela" userId="ee1a79fe-c79c-4f34-9602-7f6f2f0482b3" providerId="ADAL" clId="{C6F762F8-531C-4476-ABA6-417285C6BBB6}" dt="2026-05-05T10:29:33.127" v="1045" actId="1076"/>
          <ac:grpSpMkLst>
            <pc:docMk/>
            <pc:sldMk cId="2519744953" sldId="271"/>
            <ac:grpSpMk id="20" creationId="{50B2A722-C5F6-0139-E158-82F59377626C}"/>
          </ac:grpSpMkLst>
        </pc:grpChg>
        <pc:grpChg chg="add mod">
          <ac:chgData name="Tiago Janela" userId="ee1a79fe-c79c-4f34-9602-7f6f2f0482b3" providerId="ADAL" clId="{C6F762F8-531C-4476-ABA6-417285C6BBB6}" dt="2026-05-05T09:49:28.839" v="168" actId="164"/>
          <ac:grpSpMkLst>
            <pc:docMk/>
            <pc:sldMk cId="2519744953" sldId="271"/>
            <ac:grpSpMk id="27" creationId="{B8DA168A-9712-BBD1-3B33-4CCE2C15D3B5}"/>
          </ac:grpSpMkLst>
        </pc:grpChg>
        <pc:grpChg chg="mod">
          <ac:chgData name="Tiago Janela" userId="ee1a79fe-c79c-4f34-9602-7f6f2f0482b3" providerId="ADAL" clId="{C6F762F8-531C-4476-ABA6-417285C6BBB6}" dt="2026-05-05T10:29:33.127" v="1045" actId="1076"/>
          <ac:grpSpMkLst>
            <pc:docMk/>
            <pc:sldMk cId="2519744953" sldId="271"/>
            <ac:grpSpMk id="34" creationId="{2C9035D1-DF83-CA21-2F92-6873D3A0CE08}"/>
          </ac:grpSpMkLst>
        </pc:grpChg>
        <pc:grpChg chg="add del mod">
          <ac:chgData name="Tiago Janela" userId="ee1a79fe-c79c-4f34-9602-7f6f2f0482b3" providerId="ADAL" clId="{C6F762F8-531C-4476-ABA6-417285C6BBB6}" dt="2026-05-05T09:50:48.882" v="189" actId="165"/>
          <ac:grpSpMkLst>
            <pc:docMk/>
            <pc:sldMk cId="2519744953" sldId="271"/>
            <ac:grpSpMk id="39" creationId="{41B4286E-C4FB-BBE9-55F5-D44A4FC720D3}"/>
          </ac:grpSpMkLst>
        </pc:grpChg>
        <pc:grpChg chg="add mod">
          <ac:chgData name="Tiago Janela" userId="ee1a79fe-c79c-4f34-9602-7f6f2f0482b3" providerId="ADAL" clId="{C6F762F8-531C-4476-ABA6-417285C6BBB6}" dt="2026-05-05T10:29:33.127" v="1045" actId="1076"/>
          <ac:grpSpMkLst>
            <pc:docMk/>
            <pc:sldMk cId="2519744953" sldId="271"/>
            <ac:grpSpMk id="40" creationId="{E7AF24A1-AAC1-1D4E-5BA7-D3E0F6A19C3D}"/>
          </ac:grpSpMkLst>
        </pc:grpChg>
        <pc:grpChg chg="add del mod">
          <ac:chgData name="Tiago Janela" userId="ee1a79fe-c79c-4f34-9602-7f6f2f0482b3" providerId="ADAL" clId="{C6F762F8-531C-4476-ABA6-417285C6BBB6}" dt="2026-05-05T10:02:55.572" v="431" actId="478"/>
          <ac:grpSpMkLst>
            <pc:docMk/>
            <pc:sldMk cId="2519744953" sldId="271"/>
            <ac:grpSpMk id="71" creationId="{83E597AF-2955-8B00-60AE-73549FC7CAA0}"/>
          </ac:grpSpMkLst>
        </pc:grpChg>
        <pc:grpChg chg="add mod">
          <ac:chgData name="Tiago Janela" userId="ee1a79fe-c79c-4f34-9602-7f6f2f0482b3" providerId="ADAL" clId="{C6F762F8-531C-4476-ABA6-417285C6BBB6}" dt="2026-05-05T10:29:33.127" v="1045" actId="1076"/>
          <ac:grpSpMkLst>
            <pc:docMk/>
            <pc:sldMk cId="2519744953" sldId="271"/>
            <ac:grpSpMk id="75" creationId="{7F77017C-1E26-2E6B-6E7E-9A6724BC58A4}"/>
          </ac:grpSpMkLst>
        </pc:grpChg>
        <pc:grpChg chg="add mod">
          <ac:chgData name="Tiago Janela" userId="ee1a79fe-c79c-4f34-9602-7f6f2f0482b3" providerId="ADAL" clId="{C6F762F8-531C-4476-ABA6-417285C6BBB6}" dt="2026-05-05T10:00:13.391" v="357" actId="164"/>
          <ac:grpSpMkLst>
            <pc:docMk/>
            <pc:sldMk cId="2519744953" sldId="271"/>
            <ac:grpSpMk id="77" creationId="{2AD1DCC1-6FB2-BA49-5C36-3A33B1D57845}"/>
          </ac:grpSpMkLst>
        </pc:grpChg>
        <pc:grpChg chg="add del mod">
          <ac:chgData name="Tiago Janela" userId="ee1a79fe-c79c-4f34-9602-7f6f2f0482b3" providerId="ADAL" clId="{C6F762F8-531C-4476-ABA6-417285C6BBB6}" dt="2026-05-05T10:29:33.127" v="1045" actId="1076"/>
          <ac:grpSpMkLst>
            <pc:docMk/>
            <pc:sldMk cId="2519744953" sldId="271"/>
            <ac:grpSpMk id="78" creationId="{EAF49822-3B85-7A7F-1670-D03B71B777F9}"/>
          </ac:grpSpMkLst>
        </pc:grpChg>
        <pc:picChg chg="add del mod">
          <ac:chgData name="Tiago Janela" userId="ee1a79fe-c79c-4f34-9602-7f6f2f0482b3" providerId="ADAL" clId="{C6F762F8-531C-4476-ABA6-417285C6BBB6}" dt="2026-05-05T10:22:16.657" v="991" actId="478"/>
          <ac:picMkLst>
            <pc:docMk/>
            <pc:sldMk cId="2519744953" sldId="271"/>
            <ac:picMk id="5" creationId="{288BF725-1A06-1C9F-7DA4-2C2537D1D45F}"/>
          </ac:picMkLst>
        </pc:picChg>
        <pc:picChg chg="del mod">
          <ac:chgData name="Tiago Janela" userId="ee1a79fe-c79c-4f34-9602-7f6f2f0482b3" providerId="ADAL" clId="{C6F762F8-531C-4476-ABA6-417285C6BBB6}" dt="2026-05-05T09:45:26.673" v="66" actId="478"/>
          <ac:picMkLst>
            <pc:docMk/>
            <pc:sldMk cId="2519744953" sldId="271"/>
            <ac:picMk id="11" creationId="{84CE8C6D-29B3-9BD9-3EFE-E9962FF4F781}"/>
          </ac:picMkLst>
        </pc:picChg>
        <pc:picChg chg="mod">
          <ac:chgData name="Tiago Janela" userId="ee1a79fe-c79c-4f34-9602-7f6f2f0482b3" providerId="ADAL" clId="{C6F762F8-531C-4476-ABA6-417285C6BBB6}" dt="2026-05-05T10:29:33.127" v="1045" actId="1076"/>
          <ac:picMkLst>
            <pc:docMk/>
            <pc:sldMk cId="2519744953" sldId="271"/>
            <ac:picMk id="13" creationId="{13221AFB-132F-E506-0973-8C1C3D3CAF3E}"/>
          </ac:picMkLst>
        </pc:picChg>
        <pc:picChg chg="add mod">
          <ac:chgData name="Tiago Janela" userId="ee1a79fe-c79c-4f34-9602-7f6f2f0482b3" providerId="ADAL" clId="{C6F762F8-531C-4476-ABA6-417285C6BBB6}" dt="2026-05-05T09:49:28.839" v="168" actId="164"/>
          <ac:picMkLst>
            <pc:docMk/>
            <pc:sldMk cId="2519744953" sldId="271"/>
            <ac:picMk id="24" creationId="{7C7D0011-638D-F55A-71BB-663422E67566}"/>
          </ac:picMkLst>
        </pc:picChg>
        <pc:picChg chg="del mod">
          <ac:chgData name="Tiago Janela" userId="ee1a79fe-c79c-4f34-9602-7f6f2f0482b3" providerId="ADAL" clId="{C6F762F8-531C-4476-ABA6-417285C6BBB6}" dt="2026-05-05T09:46:52.120" v="92" actId="478"/>
          <ac:picMkLst>
            <pc:docMk/>
            <pc:sldMk cId="2519744953" sldId="271"/>
            <ac:picMk id="30" creationId="{0E76A5AC-ECA5-BA39-BF8E-37849A835773}"/>
          </ac:picMkLst>
        </pc:picChg>
        <pc:picChg chg="add del mod">
          <ac:chgData name="Tiago Janela" userId="ee1a79fe-c79c-4f34-9602-7f6f2f0482b3" providerId="ADAL" clId="{C6F762F8-531C-4476-ABA6-417285C6BBB6}" dt="2026-05-05T10:02:55.572" v="431" actId="478"/>
          <ac:picMkLst>
            <pc:docMk/>
            <pc:sldMk cId="2519744953" sldId="271"/>
            <ac:picMk id="69" creationId="{5F7E64C4-3F76-F366-8CDD-A0AD12846F6E}"/>
          </ac:picMkLst>
        </pc:picChg>
        <pc:picChg chg="add del mod">
          <ac:chgData name="Tiago Janela" userId="ee1a79fe-c79c-4f34-9602-7f6f2f0482b3" providerId="ADAL" clId="{C6F762F8-531C-4476-ABA6-417285C6BBB6}" dt="2026-05-05T10:02:56.757" v="432" actId="478"/>
          <ac:picMkLst>
            <pc:docMk/>
            <pc:sldMk cId="2519744953" sldId="271"/>
            <ac:picMk id="70" creationId="{BB7A3C22-4962-43DA-4E41-504DCE2578E4}"/>
          </ac:picMkLst>
        </pc:picChg>
        <pc:picChg chg="add del mod">
          <ac:chgData name="Tiago Janela" userId="ee1a79fe-c79c-4f34-9602-7f6f2f0482b3" providerId="ADAL" clId="{C6F762F8-531C-4476-ABA6-417285C6BBB6}" dt="2026-05-05T10:25:53.161" v="1025" actId="478"/>
          <ac:picMkLst>
            <pc:docMk/>
            <pc:sldMk cId="2519744953" sldId="271"/>
            <ac:picMk id="99" creationId="{205D314B-B5EE-F7E3-DB43-F368AFA6AEC7}"/>
          </ac:picMkLst>
        </pc:picChg>
        <pc:cxnChg chg="add del mod">
          <ac:chgData name="Tiago Janela" userId="ee1a79fe-c79c-4f34-9602-7f6f2f0482b3" providerId="ADAL" clId="{C6F762F8-531C-4476-ABA6-417285C6BBB6}" dt="2026-05-05T10:29:33.127" v="1045" actId="1076"/>
          <ac:cxnSpMkLst>
            <pc:docMk/>
            <pc:sldMk cId="2519744953" sldId="271"/>
            <ac:cxnSpMk id="10" creationId="{C6371F5B-CA79-FE2B-8490-AA0C8A2B62E4}"/>
          </ac:cxnSpMkLst>
        </pc:cxnChg>
        <pc:cxnChg chg="del mod">
          <ac:chgData name="Tiago Janela" userId="ee1a79fe-c79c-4f34-9602-7f6f2f0482b3" providerId="ADAL" clId="{C6F762F8-531C-4476-ABA6-417285C6BBB6}" dt="2026-05-05T09:52:57.759" v="223" actId="478"/>
          <ac:cxnSpMkLst>
            <pc:docMk/>
            <pc:sldMk cId="2519744953" sldId="271"/>
            <ac:cxnSpMk id="28" creationId="{9AC5A16D-D384-CDB1-B4B6-3C67744D3392}"/>
          </ac:cxnSpMkLst>
        </pc:cxnChg>
        <pc:cxnChg chg="mod topLvl">
          <ac:chgData name="Tiago Janela" userId="ee1a79fe-c79c-4f34-9602-7f6f2f0482b3" providerId="ADAL" clId="{C6F762F8-531C-4476-ABA6-417285C6BBB6}" dt="2026-05-05T10:30:36.335" v="1049" actId="1076"/>
          <ac:cxnSpMkLst>
            <pc:docMk/>
            <pc:sldMk cId="2519744953" sldId="271"/>
            <ac:cxnSpMk id="35" creationId="{75064ED0-C5EB-DB59-3405-E37BED392634}"/>
          </ac:cxnSpMkLst>
        </pc:cxnChg>
        <pc:cxnChg chg="mod topLvl">
          <ac:chgData name="Tiago Janela" userId="ee1a79fe-c79c-4f34-9602-7f6f2f0482b3" providerId="ADAL" clId="{C6F762F8-531C-4476-ABA6-417285C6BBB6}" dt="2026-05-05T10:30:28.911" v="1048" actId="1076"/>
          <ac:cxnSpMkLst>
            <pc:docMk/>
            <pc:sldMk cId="2519744953" sldId="271"/>
            <ac:cxnSpMk id="38" creationId="{BDD6AACF-F886-03E0-E9E9-7D30FCBA4067}"/>
          </ac:cxnSpMkLst>
        </pc:cxnChg>
        <pc:cxnChg chg="mod topLvl">
          <ac:chgData name="Tiago Janela" userId="ee1a79fe-c79c-4f34-9602-7f6f2f0482b3" providerId="ADAL" clId="{C6F762F8-531C-4476-ABA6-417285C6BBB6}" dt="2026-05-05T10:30:28.911" v="1048" actId="1076"/>
          <ac:cxnSpMkLst>
            <pc:docMk/>
            <pc:sldMk cId="2519744953" sldId="271"/>
            <ac:cxnSpMk id="41" creationId="{51F94F30-9C1C-4DAF-4DF6-DCD8C70EA381}"/>
          </ac:cxnSpMkLst>
        </pc:cxnChg>
        <pc:cxnChg chg="mod">
          <ac:chgData name="Tiago Janela" userId="ee1a79fe-c79c-4f34-9602-7f6f2f0482b3" providerId="ADAL" clId="{C6F762F8-531C-4476-ABA6-417285C6BBB6}" dt="2026-05-05T10:29:33.127" v="1045" actId="1076"/>
          <ac:cxnSpMkLst>
            <pc:docMk/>
            <pc:sldMk cId="2519744953" sldId="271"/>
            <ac:cxnSpMk id="45" creationId="{4460A228-31B3-2B5E-A09B-C24F14A23BDE}"/>
          </ac:cxnSpMkLst>
        </pc:cxnChg>
        <pc:cxnChg chg="add mod">
          <ac:chgData name="Tiago Janela" userId="ee1a79fe-c79c-4f34-9602-7f6f2f0482b3" providerId="ADAL" clId="{C6F762F8-531C-4476-ABA6-417285C6BBB6}" dt="2026-05-05T09:53:01.442" v="224"/>
          <ac:cxnSpMkLst>
            <pc:docMk/>
            <pc:sldMk cId="2519744953" sldId="271"/>
            <ac:cxnSpMk id="58" creationId="{D97AF89B-375F-7209-D45E-7CC2A445D6AC}"/>
          </ac:cxnSpMkLst>
        </pc:cxnChg>
        <pc:cxnChg chg="add mod">
          <ac:chgData name="Tiago Janela" userId="ee1a79fe-c79c-4f34-9602-7f6f2f0482b3" providerId="ADAL" clId="{C6F762F8-531C-4476-ABA6-417285C6BBB6}" dt="2026-05-05T10:30:26.967" v="1047" actId="1076"/>
          <ac:cxnSpMkLst>
            <pc:docMk/>
            <pc:sldMk cId="2519744953" sldId="271"/>
            <ac:cxnSpMk id="60" creationId="{9CCC567B-02F2-8C5A-E25E-B8966029DC11}"/>
          </ac:cxnSpMkLst>
        </pc:cxnChg>
        <pc:cxnChg chg="add mod">
          <ac:chgData name="Tiago Janela" userId="ee1a79fe-c79c-4f34-9602-7f6f2f0482b3" providerId="ADAL" clId="{C6F762F8-531C-4476-ABA6-417285C6BBB6}" dt="2026-05-05T10:30:26.967" v="1047" actId="1076"/>
          <ac:cxnSpMkLst>
            <pc:docMk/>
            <pc:sldMk cId="2519744953" sldId="271"/>
            <ac:cxnSpMk id="62" creationId="{529E0225-C2BC-D68F-BBB5-281511FA5A8A}"/>
          </ac:cxnSpMkLst>
        </pc:cxnChg>
        <pc:cxnChg chg="add mod">
          <ac:chgData name="Tiago Janela" userId="ee1a79fe-c79c-4f34-9602-7f6f2f0482b3" providerId="ADAL" clId="{C6F762F8-531C-4476-ABA6-417285C6BBB6}" dt="2026-05-05T10:01:30.517" v="416" actId="14100"/>
          <ac:cxnSpMkLst>
            <pc:docMk/>
            <pc:sldMk cId="2519744953" sldId="271"/>
            <ac:cxnSpMk id="82" creationId="{3A59E64F-995A-8DA2-B8B9-5C44098C81E1}"/>
          </ac:cxnSpMkLst>
        </pc:cxnChg>
        <pc:cxnChg chg="add del mod">
          <ac:chgData name="Tiago Janela" userId="ee1a79fe-c79c-4f34-9602-7f6f2f0482b3" providerId="ADAL" clId="{C6F762F8-531C-4476-ABA6-417285C6BBB6}" dt="2026-05-05T10:28:48.216" v="1039" actId="478"/>
          <ac:cxnSpMkLst>
            <pc:docMk/>
            <pc:sldMk cId="2519744953" sldId="271"/>
            <ac:cxnSpMk id="91" creationId="{AECD1220-8661-00DD-E94C-74716199F06D}"/>
          </ac:cxnSpMkLst>
        </pc:cxnChg>
      </pc:sldChg>
    </pc:docChg>
  </pc:docChgLst>
  <pc:docChgLst>
    <pc:chgData name="Tiago Janela" userId="ee1a79fe-c79c-4f34-9602-7f6f2f0482b3" providerId="ADAL" clId="{DC72B5B4-B17B-4D99-A471-9D4A1A65A636}"/>
    <pc:docChg chg="modSld">
      <pc:chgData name="Tiago Janela" userId="ee1a79fe-c79c-4f34-9602-7f6f2f0482b3" providerId="ADAL" clId="{DC72B5B4-B17B-4D99-A471-9D4A1A65A636}" dt="2026-04-10T09:47:32.948" v="0" actId="164"/>
      <pc:docMkLst>
        <pc:docMk/>
      </pc:docMkLst>
      <pc:sldChg chg="addSp modSp">
        <pc:chgData name="Tiago Janela" userId="ee1a79fe-c79c-4f34-9602-7f6f2f0482b3" providerId="ADAL" clId="{DC72B5B4-B17B-4D99-A471-9D4A1A65A636}" dt="2026-04-10T09:47:32.948" v="0" actId="164"/>
        <pc:sldMkLst>
          <pc:docMk/>
          <pc:sldMk cId="3157379607" sldId="256"/>
        </pc:sldMkLst>
        <pc:grpChg chg="add mod">
          <ac:chgData name="Tiago Janela" userId="ee1a79fe-c79c-4f34-9602-7f6f2f0482b3" providerId="ADAL" clId="{DC72B5B4-B17B-4D99-A471-9D4A1A65A636}" dt="2026-04-10T09:47:32.948" v="0" actId="164"/>
          <ac:grpSpMkLst>
            <pc:docMk/>
            <pc:sldMk cId="3157379607" sldId="256"/>
            <ac:grpSpMk id="2" creationId="{29B5869D-89AA-074F-A57C-6183A17CB9BA}"/>
          </ac:grpSpMkLst>
        </pc:grpChg>
        <pc:grpChg chg="mod">
          <ac:chgData name="Tiago Janela" userId="ee1a79fe-c79c-4f34-9602-7f6f2f0482b3" providerId="ADAL" clId="{DC72B5B4-B17B-4D99-A471-9D4A1A65A636}" dt="2026-04-10T09:47:32.948" v="0" actId="164"/>
          <ac:grpSpMkLst>
            <pc:docMk/>
            <pc:sldMk cId="3157379607" sldId="256"/>
            <ac:grpSpMk id="142" creationId="{10981DF9-3B88-6642-A38A-F557DBD8A271}"/>
          </ac:grpSpMkLst>
        </pc:grpChg>
        <pc:grpChg chg="mod">
          <ac:chgData name="Tiago Janela" userId="ee1a79fe-c79c-4f34-9602-7f6f2f0482b3" providerId="ADAL" clId="{DC72B5B4-B17B-4D99-A471-9D4A1A65A636}" dt="2026-04-10T09:47:32.948" v="0" actId="164"/>
          <ac:grpSpMkLst>
            <pc:docMk/>
            <pc:sldMk cId="3157379607" sldId="256"/>
            <ac:grpSpMk id="143" creationId="{44DF905F-D3A1-4FD5-B979-6E405669B5A0}"/>
          </ac:grpSpMkLst>
        </pc:grpChg>
      </pc:sldChg>
    </pc:docChg>
  </pc:docChgLst>
  <pc:docChgLst>
    <pc:chgData name="Tiago Janela" userId="ee1a79fe-c79c-4f34-9602-7f6f2f0482b3" providerId="ADAL" clId="{C4759255-AC54-444B-9E29-28A6C409BEE6}"/>
    <pc:docChg chg="undo custSel addSld delSld modSld sldOrd">
      <pc:chgData name="Tiago Janela" userId="ee1a79fe-c79c-4f34-9602-7f6f2f0482b3" providerId="ADAL" clId="{C4759255-AC54-444B-9E29-28A6C409BEE6}" dt="2026-04-29T15:21:14.903" v="824" actId="20577"/>
      <pc:docMkLst>
        <pc:docMk/>
      </pc:docMkLst>
      <pc:sldChg chg="ord">
        <pc:chgData name="Tiago Janela" userId="ee1a79fe-c79c-4f34-9602-7f6f2f0482b3" providerId="ADAL" clId="{C4759255-AC54-444B-9E29-28A6C409BEE6}" dt="2026-04-29T14:21:47.554" v="570"/>
        <pc:sldMkLst>
          <pc:docMk/>
          <pc:sldMk cId="1804857238" sldId="262"/>
        </pc:sldMkLst>
      </pc:sldChg>
      <pc:sldChg chg="modSp mod">
        <pc:chgData name="Tiago Janela" userId="ee1a79fe-c79c-4f34-9602-7f6f2f0482b3" providerId="ADAL" clId="{C4759255-AC54-444B-9E29-28A6C409BEE6}" dt="2026-04-29T13:17:21.107" v="1" actId="14100"/>
        <pc:sldMkLst>
          <pc:docMk/>
          <pc:sldMk cId="158870704" sldId="264"/>
        </pc:sldMkLst>
        <pc:spChg chg="mod">
          <ac:chgData name="Tiago Janela" userId="ee1a79fe-c79c-4f34-9602-7f6f2f0482b3" providerId="ADAL" clId="{C4759255-AC54-444B-9E29-28A6C409BEE6}" dt="2026-04-29T13:17:21.107" v="1" actId="14100"/>
          <ac:spMkLst>
            <pc:docMk/>
            <pc:sldMk cId="158870704" sldId="264"/>
            <ac:spMk id="9" creationId="{75178BF8-9CBE-7AE5-98D4-55D1FF6F4255}"/>
          </ac:spMkLst>
        </pc:spChg>
      </pc:sldChg>
      <pc:sldChg chg="ord">
        <pc:chgData name="Tiago Janela" userId="ee1a79fe-c79c-4f34-9602-7f6f2f0482b3" providerId="ADAL" clId="{C4759255-AC54-444B-9E29-28A6C409BEE6}" dt="2026-04-29T14:21:50.130" v="572"/>
        <pc:sldMkLst>
          <pc:docMk/>
          <pc:sldMk cId="3017132667" sldId="265"/>
        </pc:sldMkLst>
      </pc:sldChg>
      <pc:sldChg chg="addSp delSp modSp add mod ord">
        <pc:chgData name="Tiago Janela" userId="ee1a79fe-c79c-4f34-9602-7f6f2f0482b3" providerId="ADAL" clId="{C4759255-AC54-444B-9E29-28A6C409BEE6}" dt="2026-04-29T14:02:23.074" v="433" actId="404"/>
        <pc:sldMkLst>
          <pc:docMk/>
          <pc:sldMk cId="377492229" sldId="266"/>
        </pc:sldMkLst>
        <pc:spChg chg="add mod">
          <ac:chgData name="Tiago Janela" userId="ee1a79fe-c79c-4f34-9602-7f6f2f0482b3" providerId="ADAL" clId="{C4759255-AC54-444B-9E29-28A6C409BEE6}" dt="2026-04-29T13:26:59.548" v="167" actId="164"/>
          <ac:spMkLst>
            <pc:docMk/>
            <pc:sldMk cId="377492229" sldId="266"/>
            <ac:spMk id="7" creationId="{2488285A-EC5F-953B-2AA0-843EC3F5127C}"/>
          </ac:spMkLst>
        </pc:spChg>
        <pc:spChg chg="add mod">
          <ac:chgData name="Tiago Janela" userId="ee1a79fe-c79c-4f34-9602-7f6f2f0482b3" providerId="ADAL" clId="{C4759255-AC54-444B-9E29-28A6C409BEE6}" dt="2026-04-29T13:27:02.268" v="168" actId="164"/>
          <ac:spMkLst>
            <pc:docMk/>
            <pc:sldMk cId="377492229" sldId="266"/>
            <ac:spMk id="9" creationId="{641E8493-13A8-D084-AAF5-76892DBCDE12}"/>
          </ac:spMkLst>
        </pc:spChg>
        <pc:spChg chg="add mod">
          <ac:chgData name="Tiago Janela" userId="ee1a79fe-c79c-4f34-9602-7f6f2f0482b3" providerId="ADAL" clId="{C4759255-AC54-444B-9E29-28A6C409BEE6}" dt="2026-04-29T13:27:52.042" v="174" actId="1076"/>
          <ac:spMkLst>
            <pc:docMk/>
            <pc:sldMk cId="377492229" sldId="266"/>
            <ac:spMk id="22" creationId="{CC3DB96C-E7DA-1AD3-B9F5-7FDA8BA9B3AD}"/>
          </ac:spMkLst>
        </pc:spChg>
        <pc:spChg chg="mod">
          <ac:chgData name="Tiago Janela" userId="ee1a79fe-c79c-4f34-9602-7f6f2f0482b3" providerId="ADAL" clId="{C4759255-AC54-444B-9E29-28A6C409BEE6}" dt="2026-04-29T13:22:59.595" v="8" actId="1076"/>
          <ac:spMkLst>
            <pc:docMk/>
            <pc:sldMk cId="377492229" sldId="266"/>
            <ac:spMk id="26" creationId="{46EB3E60-57A2-3048-A916-245D3EEE448E}"/>
          </ac:spMkLst>
        </pc:spChg>
        <pc:spChg chg="add mod">
          <ac:chgData name="Tiago Janela" userId="ee1a79fe-c79c-4f34-9602-7f6f2f0482b3" providerId="ADAL" clId="{C4759255-AC54-444B-9E29-28A6C409BEE6}" dt="2026-04-29T13:45:23.917" v="324" actId="164"/>
          <ac:spMkLst>
            <pc:docMk/>
            <pc:sldMk cId="377492229" sldId="266"/>
            <ac:spMk id="28" creationId="{5B927D80-0780-203A-8CD6-2AFA89094D43}"/>
          </ac:spMkLst>
        </pc:spChg>
        <pc:spChg chg="add mod">
          <ac:chgData name="Tiago Janela" userId="ee1a79fe-c79c-4f34-9602-7f6f2f0482b3" providerId="ADAL" clId="{C4759255-AC54-444B-9E29-28A6C409BEE6}" dt="2026-04-29T13:45:26.412" v="325" actId="164"/>
          <ac:spMkLst>
            <pc:docMk/>
            <pc:sldMk cId="377492229" sldId="266"/>
            <ac:spMk id="30" creationId="{B0D4C90D-2A3D-51FF-63CF-89B19440DDFB}"/>
          </ac:spMkLst>
        </pc:spChg>
        <pc:spChg chg="mod">
          <ac:chgData name="Tiago Janela" userId="ee1a79fe-c79c-4f34-9602-7f6f2f0482b3" providerId="ADAL" clId="{C4759255-AC54-444B-9E29-28A6C409BEE6}" dt="2026-04-29T14:02:23.074" v="433" actId="404"/>
          <ac:spMkLst>
            <pc:docMk/>
            <pc:sldMk cId="377492229" sldId="266"/>
            <ac:spMk id="46" creationId="{C02F4519-6E55-F26A-E1A3-2105A25F6A50}"/>
          </ac:spMkLst>
        </pc:spChg>
        <pc:grpChg chg="add mod">
          <ac:chgData name="Tiago Janela" userId="ee1a79fe-c79c-4f34-9602-7f6f2f0482b3" providerId="ADAL" clId="{C4759255-AC54-444B-9E29-28A6C409BEE6}" dt="2026-04-29T13:26:59.548" v="167" actId="164"/>
          <ac:grpSpMkLst>
            <pc:docMk/>
            <pc:sldMk cId="377492229" sldId="266"/>
            <ac:grpSpMk id="2" creationId="{5C615D10-25D2-1F41-F5FD-4EFD3DB05967}"/>
          </ac:grpSpMkLst>
        </pc:grpChg>
        <pc:grpChg chg="add mod">
          <ac:chgData name="Tiago Janela" userId="ee1a79fe-c79c-4f34-9602-7f6f2f0482b3" providerId="ADAL" clId="{C4759255-AC54-444B-9E29-28A6C409BEE6}" dt="2026-04-29T13:26:59.548" v="167" actId="164"/>
          <ac:grpSpMkLst>
            <pc:docMk/>
            <pc:sldMk cId="377492229" sldId="266"/>
            <ac:grpSpMk id="3" creationId="{32A6B30B-7C85-BDCD-D535-21D074298F51}"/>
          </ac:grpSpMkLst>
        </pc:grpChg>
        <pc:grpChg chg="add mod">
          <ac:chgData name="Tiago Janela" userId="ee1a79fe-c79c-4f34-9602-7f6f2f0482b3" providerId="ADAL" clId="{C4759255-AC54-444B-9E29-28A6C409BEE6}" dt="2026-04-29T13:27:02.268" v="168" actId="164"/>
          <ac:grpSpMkLst>
            <pc:docMk/>
            <pc:sldMk cId="377492229" sldId="266"/>
            <ac:grpSpMk id="5" creationId="{41B0B536-979D-AF86-E1AA-3EDC1D09F714}"/>
          </ac:grpSpMkLst>
        </pc:grpChg>
        <pc:grpChg chg="add mod">
          <ac:chgData name="Tiago Janela" userId="ee1a79fe-c79c-4f34-9602-7f6f2f0482b3" providerId="ADAL" clId="{C4759255-AC54-444B-9E29-28A6C409BEE6}" dt="2026-04-29T13:27:02.268" v="168" actId="164"/>
          <ac:grpSpMkLst>
            <pc:docMk/>
            <pc:sldMk cId="377492229" sldId="266"/>
            <ac:grpSpMk id="6" creationId="{3AA3631B-3F0D-3733-0FDC-BBD18F86BEDB}"/>
          </ac:grpSpMkLst>
        </pc:grpChg>
        <pc:grpChg chg="add mod">
          <ac:chgData name="Tiago Janela" userId="ee1a79fe-c79c-4f34-9602-7f6f2f0482b3" providerId="ADAL" clId="{C4759255-AC54-444B-9E29-28A6C409BEE6}" dt="2026-04-29T13:27:06.754" v="169" actId="1076"/>
          <ac:grpSpMkLst>
            <pc:docMk/>
            <pc:sldMk cId="377492229" sldId="266"/>
            <ac:grpSpMk id="11" creationId="{DA01BAF4-359C-BB38-4616-17928143767D}"/>
          </ac:grpSpMkLst>
        </pc:grpChg>
        <pc:grpChg chg="add mod">
          <ac:chgData name="Tiago Janela" userId="ee1a79fe-c79c-4f34-9602-7f6f2f0482b3" providerId="ADAL" clId="{C4759255-AC54-444B-9E29-28A6C409BEE6}" dt="2026-04-29T13:27:13.674" v="170" actId="1076"/>
          <ac:grpSpMkLst>
            <pc:docMk/>
            <pc:sldMk cId="377492229" sldId="266"/>
            <ac:grpSpMk id="14" creationId="{CA32F1FE-2AD1-7279-C420-23D2BBBE4114}"/>
          </ac:grpSpMkLst>
        </pc:grpChg>
        <pc:grpChg chg="mod">
          <ac:chgData name="Tiago Janela" userId="ee1a79fe-c79c-4f34-9602-7f6f2f0482b3" providerId="ADAL" clId="{C4759255-AC54-444B-9E29-28A6C409BEE6}" dt="2026-04-29T13:22:57.283" v="7" actId="1076"/>
          <ac:grpSpMkLst>
            <pc:docMk/>
            <pc:sldMk cId="377492229" sldId="266"/>
            <ac:grpSpMk id="19" creationId="{3E3C0CE0-F9D7-0B88-458B-B30D6DB941D5}"/>
          </ac:grpSpMkLst>
        </pc:grpChg>
        <pc:grpChg chg="add mod">
          <ac:chgData name="Tiago Janela" userId="ee1a79fe-c79c-4f34-9602-7f6f2f0482b3" providerId="ADAL" clId="{C4759255-AC54-444B-9E29-28A6C409BEE6}" dt="2026-04-29T13:45:34.604" v="371" actId="1035"/>
          <ac:grpSpMkLst>
            <pc:docMk/>
            <pc:sldMk cId="377492229" sldId="266"/>
            <ac:grpSpMk id="36" creationId="{9EC2A3B4-5B0E-882B-8458-F75AA108A5E6}"/>
          </ac:grpSpMkLst>
        </pc:grpChg>
        <pc:grpChg chg="add mod">
          <ac:chgData name="Tiago Janela" userId="ee1a79fe-c79c-4f34-9602-7f6f2f0482b3" providerId="ADAL" clId="{C4759255-AC54-444B-9E29-28A6C409BEE6}" dt="2026-04-29T13:45:34.604" v="371" actId="1035"/>
          <ac:grpSpMkLst>
            <pc:docMk/>
            <pc:sldMk cId="377492229" sldId="266"/>
            <ac:grpSpMk id="37" creationId="{94E61FAA-489A-631D-A169-A21283220D66}"/>
          </ac:grpSpMkLst>
        </pc:grpChg>
        <pc:picChg chg="mod">
          <ac:chgData name="Tiago Janela" userId="ee1a79fe-c79c-4f34-9602-7f6f2f0482b3" providerId="ADAL" clId="{C4759255-AC54-444B-9E29-28A6C409BEE6}" dt="2026-04-29T13:23:20.444" v="17" actId="164"/>
          <ac:picMkLst>
            <pc:docMk/>
            <pc:sldMk cId="377492229" sldId="266"/>
            <ac:picMk id="4" creationId="{9B8DE2D9-50FB-48E1-3766-F90DC4B43C31}"/>
          </ac:picMkLst>
        </pc:picChg>
        <pc:picChg chg="mod">
          <ac:chgData name="Tiago Janela" userId="ee1a79fe-c79c-4f34-9602-7f6f2f0482b3" providerId="ADAL" clId="{C4759255-AC54-444B-9E29-28A6C409BEE6}" dt="2026-04-29T13:18:50.766" v="5" actId="164"/>
          <ac:picMkLst>
            <pc:docMk/>
            <pc:sldMk cId="377492229" sldId="266"/>
            <ac:picMk id="10" creationId="{E5CCB7DC-7BE9-E070-5374-2C22E866120E}"/>
          </ac:picMkLst>
        </pc:picChg>
        <pc:picChg chg="mod">
          <ac:chgData name="Tiago Janela" userId="ee1a79fe-c79c-4f34-9602-7f6f2f0482b3" providerId="ADAL" clId="{C4759255-AC54-444B-9E29-28A6C409BEE6}" dt="2026-04-29T13:18:53.126" v="6" actId="164"/>
          <ac:picMkLst>
            <pc:docMk/>
            <pc:sldMk cId="377492229" sldId="266"/>
            <ac:picMk id="12" creationId="{635294F4-DE55-F52A-0F65-840B513A24A2}"/>
          </ac:picMkLst>
        </pc:picChg>
        <pc:picChg chg="mod">
          <ac:chgData name="Tiago Janela" userId="ee1a79fe-c79c-4f34-9602-7f6f2f0482b3" providerId="ADAL" clId="{C4759255-AC54-444B-9E29-28A6C409BEE6}" dt="2026-04-29T13:23:23.485" v="18" actId="164"/>
          <ac:picMkLst>
            <pc:docMk/>
            <pc:sldMk cId="377492229" sldId="266"/>
            <ac:picMk id="13" creationId="{7E80FD93-EC36-7292-D41F-2AB7B9A8674E}"/>
          </ac:picMkLst>
        </pc:picChg>
        <pc:picChg chg="mod">
          <ac:chgData name="Tiago Janela" userId="ee1a79fe-c79c-4f34-9602-7f6f2f0482b3" providerId="ADAL" clId="{C4759255-AC54-444B-9E29-28A6C409BEE6}" dt="2026-04-29T13:18:50.766" v="5" actId="164"/>
          <ac:picMkLst>
            <pc:docMk/>
            <pc:sldMk cId="377492229" sldId="266"/>
            <ac:picMk id="15" creationId="{413DC958-3438-AD99-8ED3-9413D987A5AC}"/>
          </ac:picMkLst>
        </pc:picChg>
        <pc:picChg chg="mod">
          <ac:chgData name="Tiago Janela" userId="ee1a79fe-c79c-4f34-9602-7f6f2f0482b3" providerId="ADAL" clId="{C4759255-AC54-444B-9E29-28A6C409BEE6}" dt="2026-04-29T13:18:53.126" v="6" actId="164"/>
          <ac:picMkLst>
            <pc:docMk/>
            <pc:sldMk cId="377492229" sldId="266"/>
            <ac:picMk id="16" creationId="{65A8E5C2-6215-DED8-8284-904D83645C28}"/>
          </ac:picMkLst>
        </pc:picChg>
        <pc:picChg chg="mod">
          <ac:chgData name="Tiago Janela" userId="ee1a79fe-c79c-4f34-9602-7f6f2f0482b3" providerId="ADAL" clId="{C4759255-AC54-444B-9E29-28A6C409BEE6}" dt="2026-04-29T13:23:20.444" v="17" actId="164"/>
          <ac:picMkLst>
            <pc:docMk/>
            <pc:sldMk cId="377492229" sldId="266"/>
            <ac:picMk id="17" creationId="{9A57B164-6AA0-9A5C-969C-361475D72D25}"/>
          </ac:picMkLst>
        </pc:picChg>
        <pc:picChg chg="mod">
          <ac:chgData name="Tiago Janela" userId="ee1a79fe-c79c-4f34-9602-7f6f2f0482b3" providerId="ADAL" clId="{C4759255-AC54-444B-9E29-28A6C409BEE6}" dt="2026-04-29T13:23:23.485" v="18" actId="164"/>
          <ac:picMkLst>
            <pc:docMk/>
            <pc:sldMk cId="377492229" sldId="266"/>
            <ac:picMk id="18" creationId="{721B14D9-308B-88B5-4785-360A6C506019}"/>
          </ac:picMkLst>
        </pc:picChg>
        <pc:cxnChg chg="add mod">
          <ac:chgData name="Tiago Janela" userId="ee1a79fe-c79c-4f34-9602-7f6f2f0482b3" providerId="ADAL" clId="{C4759255-AC54-444B-9E29-28A6C409BEE6}" dt="2026-04-29T13:45:23.917" v="324" actId="164"/>
          <ac:cxnSpMkLst>
            <pc:docMk/>
            <pc:sldMk cId="377492229" sldId="266"/>
            <ac:cxnSpMk id="24" creationId="{FFDCAFC5-B9FC-083C-56A5-5CB45102C9FB}"/>
          </ac:cxnSpMkLst>
        </pc:cxnChg>
        <pc:cxnChg chg="add mod">
          <ac:chgData name="Tiago Janela" userId="ee1a79fe-c79c-4f34-9602-7f6f2f0482b3" providerId="ADAL" clId="{C4759255-AC54-444B-9E29-28A6C409BEE6}" dt="2026-04-29T13:45:26.412" v="325" actId="164"/>
          <ac:cxnSpMkLst>
            <pc:docMk/>
            <pc:sldMk cId="377492229" sldId="266"/>
            <ac:cxnSpMk id="29" creationId="{6BA7A5D6-C7CD-4C58-39DD-3212C8919ED5}"/>
          </ac:cxnSpMkLst>
        </pc:cxnChg>
      </pc:sldChg>
      <pc:sldChg chg="addSp delSp modSp add mod ord">
        <pc:chgData name="Tiago Janela" userId="ee1a79fe-c79c-4f34-9602-7f6f2f0482b3" providerId="ADAL" clId="{C4759255-AC54-444B-9E29-28A6C409BEE6}" dt="2026-04-29T14:36:01.445" v="805" actId="20577"/>
        <pc:sldMkLst>
          <pc:docMk/>
          <pc:sldMk cId="909832984" sldId="268"/>
        </pc:sldMkLst>
        <pc:spChg chg="mod topLvl">
          <ac:chgData name="Tiago Janela" userId="ee1a79fe-c79c-4f34-9602-7f6f2f0482b3" providerId="ADAL" clId="{C4759255-AC54-444B-9E29-28A6C409BEE6}" dt="2026-04-29T13:47:03.978" v="411" actId="20577"/>
          <ac:spMkLst>
            <pc:docMk/>
            <pc:sldMk cId="909832984" sldId="268"/>
            <ac:spMk id="7" creationId="{2488285A-EC5F-953B-2AA0-843EC3F5127C}"/>
          </ac:spMkLst>
        </pc:spChg>
        <pc:spChg chg="mod topLvl">
          <ac:chgData name="Tiago Janela" userId="ee1a79fe-c79c-4f34-9602-7f6f2f0482b3" providerId="ADAL" clId="{C4759255-AC54-444B-9E29-28A6C409BEE6}" dt="2026-04-29T13:47:13.946" v="418" actId="20577"/>
          <ac:spMkLst>
            <pc:docMk/>
            <pc:sldMk cId="909832984" sldId="268"/>
            <ac:spMk id="9" creationId="{641E8493-13A8-D084-AAF5-76892DBCDE12}"/>
          </ac:spMkLst>
        </pc:spChg>
        <pc:spChg chg="mod">
          <ac:chgData name="Tiago Janela" userId="ee1a79fe-c79c-4f34-9602-7f6f2f0482b3" providerId="ADAL" clId="{C4759255-AC54-444B-9E29-28A6C409BEE6}" dt="2026-04-29T14:05:21.202" v="479" actId="20577"/>
          <ac:spMkLst>
            <pc:docMk/>
            <pc:sldMk cId="909832984" sldId="268"/>
            <ac:spMk id="28" creationId="{5B927D80-0780-203A-8CD6-2AFA89094D43}"/>
          </ac:spMkLst>
        </pc:spChg>
        <pc:spChg chg="mod">
          <ac:chgData name="Tiago Janela" userId="ee1a79fe-c79c-4f34-9602-7f6f2f0482b3" providerId="ADAL" clId="{C4759255-AC54-444B-9E29-28A6C409BEE6}" dt="2026-04-29T14:36:01.445" v="805" actId="20577"/>
          <ac:spMkLst>
            <pc:docMk/>
            <pc:sldMk cId="909832984" sldId="268"/>
            <ac:spMk id="30" creationId="{B0D4C90D-2A3D-51FF-63CF-89B19440DDFB}"/>
          </ac:spMkLst>
        </pc:spChg>
        <pc:spChg chg="mod">
          <ac:chgData name="Tiago Janela" userId="ee1a79fe-c79c-4f34-9602-7f6f2f0482b3" providerId="ADAL" clId="{C4759255-AC54-444B-9E29-28A6C409BEE6}" dt="2026-04-29T14:02:28.082" v="434" actId="404"/>
          <ac:spMkLst>
            <pc:docMk/>
            <pc:sldMk cId="909832984" sldId="268"/>
            <ac:spMk id="46" creationId="{C02F4519-6E55-F26A-E1A3-2105A25F6A50}"/>
          </ac:spMkLst>
        </pc:spChg>
        <pc:picChg chg="add mod">
          <ac:chgData name="Tiago Janela" userId="ee1a79fe-c79c-4f34-9602-7f6f2f0482b3" providerId="ADAL" clId="{C4759255-AC54-444B-9E29-28A6C409BEE6}" dt="2026-04-29T13:48:31.386" v="427" actId="1076"/>
          <ac:picMkLst>
            <pc:docMk/>
            <pc:sldMk cId="909832984" sldId="268"/>
            <ac:picMk id="8" creationId="{A34E11FB-A19D-87A2-8358-029E83B1B393}"/>
          </ac:picMkLst>
        </pc:picChg>
        <pc:picChg chg="add mod">
          <ac:chgData name="Tiago Janela" userId="ee1a79fe-c79c-4f34-9602-7f6f2f0482b3" providerId="ADAL" clId="{C4759255-AC54-444B-9E29-28A6C409BEE6}" dt="2026-04-29T13:48:22.033" v="426" actId="1076"/>
          <ac:picMkLst>
            <pc:docMk/>
            <pc:sldMk cId="909832984" sldId="268"/>
            <ac:picMk id="23" creationId="{A2289CF0-0B79-FB00-8B39-2130F1B1729D}"/>
          </ac:picMkLst>
        </pc:picChg>
      </pc:sldChg>
      <pc:sldChg chg="addSp delSp modSp add mod ord">
        <pc:chgData name="Tiago Janela" userId="ee1a79fe-c79c-4f34-9602-7f6f2f0482b3" providerId="ADAL" clId="{C4759255-AC54-444B-9E29-28A6C409BEE6}" dt="2026-04-29T15:21:14.903" v="824" actId="20577"/>
        <pc:sldMkLst>
          <pc:docMk/>
          <pc:sldMk cId="2910313481" sldId="270"/>
        </pc:sldMkLst>
        <pc:spChg chg="add mod">
          <ac:chgData name="Tiago Janela" userId="ee1a79fe-c79c-4f34-9602-7f6f2f0482b3" providerId="ADAL" clId="{C4759255-AC54-444B-9E29-28A6C409BEE6}" dt="2026-04-29T15:21:14.903" v="824" actId="20577"/>
          <ac:spMkLst>
            <pc:docMk/>
            <pc:sldMk cId="2910313481" sldId="270"/>
            <ac:spMk id="4" creationId="{EE404A95-E54E-B3BB-3960-2906EAA6D7A6}"/>
          </ac:spMkLst>
        </pc:spChg>
        <pc:spChg chg="add mod">
          <ac:chgData name="Tiago Janela" userId="ee1a79fe-c79c-4f34-9602-7f6f2f0482b3" providerId="ADAL" clId="{C4759255-AC54-444B-9E29-28A6C409BEE6}" dt="2026-04-29T15:21:13.941" v="823" actId="1076"/>
          <ac:spMkLst>
            <pc:docMk/>
            <pc:sldMk cId="2910313481" sldId="270"/>
            <ac:spMk id="6" creationId="{E5CD7569-CE35-8372-955F-0E824345FF03}"/>
          </ac:spMkLst>
        </pc:spChg>
        <pc:spChg chg="mod">
          <ac:chgData name="Tiago Janela" userId="ee1a79fe-c79c-4f34-9602-7f6f2f0482b3" providerId="ADAL" clId="{C4759255-AC54-444B-9E29-28A6C409BEE6}" dt="2026-04-29T15:17:59.422" v="811" actId="1076"/>
          <ac:spMkLst>
            <pc:docMk/>
            <pc:sldMk cId="2910313481" sldId="270"/>
            <ac:spMk id="7" creationId="{2488285A-EC5F-953B-2AA0-843EC3F5127C}"/>
          </ac:spMkLst>
        </pc:spChg>
        <pc:spChg chg="mod">
          <ac:chgData name="Tiago Janela" userId="ee1a79fe-c79c-4f34-9602-7f6f2f0482b3" providerId="ADAL" clId="{C4759255-AC54-444B-9E29-28A6C409BEE6}" dt="2026-04-29T14:23:44.860" v="604" actId="20577"/>
          <ac:spMkLst>
            <pc:docMk/>
            <pc:sldMk cId="2910313481" sldId="270"/>
            <ac:spMk id="9" creationId="{641E8493-13A8-D084-AAF5-76892DBCDE12}"/>
          </ac:spMkLst>
        </pc:spChg>
        <pc:picChg chg="add mod">
          <ac:chgData name="Tiago Janela" userId="ee1a79fe-c79c-4f34-9602-7f6f2f0482b3" providerId="ADAL" clId="{C4759255-AC54-444B-9E29-28A6C409BEE6}" dt="2026-04-29T14:22:46.076" v="587" actId="1076"/>
          <ac:picMkLst>
            <pc:docMk/>
            <pc:sldMk cId="2910313481" sldId="270"/>
            <ac:picMk id="2" creationId="{009BB816-3CB1-11F0-349B-5754B7DE95DB}"/>
          </ac:picMkLst>
        </pc:picChg>
        <pc:picChg chg="add mod">
          <ac:chgData name="Tiago Janela" userId="ee1a79fe-c79c-4f34-9602-7f6f2f0482b3" providerId="ADAL" clId="{C4759255-AC54-444B-9E29-28A6C409BEE6}" dt="2026-04-29T14:23:22.044" v="594" actId="1076"/>
          <ac:picMkLst>
            <pc:docMk/>
            <pc:sldMk cId="2910313481" sldId="270"/>
            <ac:picMk id="3" creationId="{8D7B2186-999B-65D7-929D-2E963456D958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69523A-1686-0F18-5F24-FC06C85C27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1A034B5-D5D0-7100-2015-B897F86123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EE6A0D-9B2E-2A24-F966-3FEFE0E5A9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6F0F7C-4BCE-44E3-AC6F-932A28F11178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E56FED-5499-EA31-DE52-E52F77E2B8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DF1EE0-F2BC-C8BF-62E0-2194E6E83D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D38ED5-8FD3-45F5-B2C7-41199213C5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50889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29A294-F3D3-8C9B-1A8B-75E8BC3CDD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98E587-E0A2-AC3A-0C23-E36ADED6BF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A66BEF-B955-9398-9050-4728D8F253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6F0F7C-4BCE-44E3-AC6F-932A28F11178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706034-6F8D-22F7-2779-9950786F9D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A86250-5CD9-7CDC-8C76-1259CC051B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D38ED5-8FD3-45F5-B2C7-41199213C5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27603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0BD747-E46D-791E-ED14-DFF79EAFDD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345ED1-4771-F122-BF2D-C33EB56745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A9A100-8A8A-C642-B90C-809CD92602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6F0F7C-4BCE-44E3-AC6F-932A28F11178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461C92-F819-4B46-46E4-A150ED2DF2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E1EA2B-2484-46EB-14F3-5B64A1165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D38ED5-8FD3-45F5-B2C7-41199213C5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64280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C99F5D-E3D4-70AA-5A24-1C644B69D0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2BA872-5393-3993-2C66-B53DEEC5C60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28006B-095E-4539-BBFC-50D63F9383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2D2DF1-7737-5E62-C383-051EEA52D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6F0F7C-4BCE-44E3-AC6F-932A28F11178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A4A321-F367-1FF8-0C62-9150ACCC8F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241510-B89B-3A6E-4689-2E2D9BA834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D38ED5-8FD3-45F5-B2C7-41199213C5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26165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6BEA70-662E-AC9B-0477-BBD45502DC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3E483F-58A6-908F-D879-61AF51DAEA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DF996A-EE33-80AC-AF65-64B8D0B7BD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5DD6D71-6A82-756E-159E-4185094D5DA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5985418-1A38-73FB-E81D-C7227EE2142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C6B5A82-3445-6A8B-C216-858F2C0185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6F0F7C-4BCE-44E3-AC6F-932A28F11178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9A97D24-4818-AA2D-A7B4-0F514E52C6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A359825-53A7-4649-8BE0-4E27793E0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D38ED5-8FD3-45F5-B2C7-41199213C5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01651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C2231F-BE54-8583-44EF-58E5879FA6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7262287-6D27-56D3-C467-1DB66426D0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6F0F7C-4BCE-44E3-AC6F-932A28F11178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BF9E31B-7F14-8279-53F7-981B9B74C0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9EB875C-AD0A-0683-EF07-F5E97D5DB0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D38ED5-8FD3-45F5-B2C7-41199213C5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68281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3CF08A3-C527-01BF-E8AC-AAF900BF87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6F0F7C-4BCE-44E3-AC6F-932A28F11178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F6FFC60-7276-6693-2057-9EA9B7E560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64715A-FA21-0F01-6775-E8181DACE8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D38ED5-8FD3-45F5-B2C7-41199213C5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90399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B565D7-497F-A831-0578-825FC6CA4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D1C7F9-A31D-08FC-D8F0-1D68DE2A5F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D43B7A-AB11-8D63-6A16-83618AEE47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0DA04-2D24-CCAB-7D9E-4264A2FB59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6F0F7C-4BCE-44E3-AC6F-932A28F11178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772F1D-A745-978C-D9CF-F84E05947B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EC8F62-9724-FEC3-A31D-6019CEC196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D38ED5-8FD3-45F5-B2C7-41199213C5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56921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16F32-A203-7588-AC51-3ABC2E6A18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360CC14-4F68-559B-0E46-62762CA5216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7E401F0-03A2-43FD-A97B-613FAD94A6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958140-FFE8-FC6C-58C3-CB4501263F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6F0F7C-4BCE-44E3-AC6F-932A28F11178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FA9B88-21FF-90FE-7A6D-D92D7C029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7B7746-F081-BCD5-881C-B9404C18EC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D38ED5-8FD3-45F5-B2C7-41199213C5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16491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5B5845-200B-5940-C8BD-8570CFEACC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4B863D7-C00D-FE03-5BB6-3C578A983C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5F8FD1-3666-5C71-1C1A-2B3ED11401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6F0F7C-4BCE-44E3-AC6F-932A28F11178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DFE41E-B0D6-A20F-D280-F454636132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249B3F-707B-D04F-2163-C37A4DDA1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D38ED5-8FD3-45F5-B2C7-41199213C5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14095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2B694F7-4137-6BA9-6E0D-C2BE2F92636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4A1EEC8-B98E-7801-E74C-994DF4DBE0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79D618-93BC-9A2A-04AA-4D8BD8D1BA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6F0F7C-4BCE-44E3-AC6F-932A28F11178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F4B0DC-FFEA-60BE-D2FE-CB3A75D421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D5A52D-1462-158D-395E-68B09FF92A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D38ED5-8FD3-45F5-B2C7-41199213C5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52434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E549181-629E-935C-864E-9A5B28AF58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B24917-C406-E5E5-EF7E-F7AF46B704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49AA31-ECBF-CF19-52F9-92F9AFBD9F3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A6F0F7C-4BCE-44E3-AC6F-932A28F11178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8A715D-EA3E-E54A-424E-A07B8CF936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B8A1DF-818E-E316-EE1F-6AA9E79D26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3D38ED5-8FD3-45F5-B2C7-41199213C5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85678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svg"/><Relationship Id="rId7" Type="http://schemas.openxmlformats.org/officeDocument/2006/relationships/image" Target="../media/image6.jp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image" Target="../media/image1.png"/><Relationship Id="rId16" Type="http://schemas.openxmlformats.org/officeDocument/2006/relationships/image" Target="../media/image15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eg"/><Relationship Id="rId11" Type="http://schemas.openxmlformats.org/officeDocument/2006/relationships/image" Target="../media/image10.sv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4" Type="http://schemas.openxmlformats.org/officeDocument/2006/relationships/image" Target="../media/image1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2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18.png"/><Relationship Id="rId4" Type="http://schemas.openxmlformats.org/officeDocument/2006/relationships/image" Target="../media/image2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7.png"/><Relationship Id="rId4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18.png"/><Relationship Id="rId3" Type="http://schemas.openxmlformats.org/officeDocument/2006/relationships/image" Target="../media/image2.svg"/><Relationship Id="rId7" Type="http://schemas.openxmlformats.org/officeDocument/2006/relationships/image" Target="../media/image6.jpg"/><Relationship Id="rId12" Type="http://schemas.openxmlformats.org/officeDocument/2006/relationships/image" Target="../media/image11.png"/><Relationship Id="rId17" Type="http://schemas.openxmlformats.org/officeDocument/2006/relationships/image" Target="../media/image170.png"/><Relationship Id="rId2" Type="http://schemas.openxmlformats.org/officeDocument/2006/relationships/image" Target="../media/image1.png"/><Relationship Id="rId16" Type="http://schemas.openxmlformats.org/officeDocument/2006/relationships/image" Target="../media/image15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eg"/><Relationship Id="rId11" Type="http://schemas.openxmlformats.org/officeDocument/2006/relationships/image" Target="../media/image10.sv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19" Type="http://schemas.openxmlformats.org/officeDocument/2006/relationships/image" Target="../media/image24.pn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4" Type="http://schemas.openxmlformats.org/officeDocument/2006/relationships/image" Target="../media/image13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svg"/><Relationship Id="rId3" Type="http://schemas.openxmlformats.org/officeDocument/2006/relationships/image" Target="../media/image26.svg"/><Relationship Id="rId7" Type="http://schemas.openxmlformats.org/officeDocument/2006/relationships/image" Target="../media/image27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D392176-39B0-E02A-04FB-B50681B4ED59}"/>
              </a:ext>
            </a:extLst>
          </p:cNvPr>
          <p:cNvSpPr/>
          <p:nvPr/>
        </p:nvSpPr>
        <p:spPr>
          <a:xfrm>
            <a:off x="4987051" y="1660358"/>
            <a:ext cx="1774658" cy="231006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Graphic 5" descr="Customer review with solid fill">
            <a:extLst>
              <a:ext uri="{FF2B5EF4-FFF2-40B4-BE49-F238E27FC236}">
                <a16:creationId xmlns:a16="http://schemas.microsoft.com/office/drawing/2014/main" id="{666CD9FA-4187-BB20-E80C-92067F3EC8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91613" y="2643938"/>
            <a:ext cx="965534" cy="96553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1CF5502-2CC3-1024-68CD-9C93F725D6A0}"/>
              </a:ext>
            </a:extLst>
          </p:cNvPr>
          <p:cNvSpPr txBox="1"/>
          <p:nvPr/>
        </p:nvSpPr>
        <p:spPr>
          <a:xfrm>
            <a:off x="5169836" y="2129202"/>
            <a:ext cx="1409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ChemAgent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03E178F-D3AC-AB26-D0BF-0CF30E4C6B37}"/>
              </a:ext>
            </a:extLst>
          </p:cNvPr>
          <p:cNvSpPr txBox="1"/>
          <p:nvPr/>
        </p:nvSpPr>
        <p:spPr>
          <a:xfrm>
            <a:off x="4987052" y="95650"/>
            <a:ext cx="177465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Selectivity datasets</a:t>
            </a:r>
          </a:p>
        </p:txBody>
      </p:sp>
      <p:grpSp>
        <p:nvGrpSpPr>
          <p:cNvPr id="89" name="Group 88">
            <a:extLst>
              <a:ext uri="{FF2B5EF4-FFF2-40B4-BE49-F238E27FC236}">
                <a16:creationId xmlns:a16="http://schemas.microsoft.com/office/drawing/2014/main" id="{71AF7729-382A-AE37-20A5-F8D46546E3DE}"/>
              </a:ext>
            </a:extLst>
          </p:cNvPr>
          <p:cNvGrpSpPr/>
          <p:nvPr/>
        </p:nvGrpSpPr>
        <p:grpSpPr>
          <a:xfrm>
            <a:off x="5257760" y="511677"/>
            <a:ext cx="1233240" cy="545260"/>
            <a:chOff x="5251780" y="511677"/>
            <a:chExt cx="1233240" cy="545260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56F12FBD-72D5-CE43-8873-59AC5E183FE8}"/>
                </a:ext>
              </a:extLst>
            </p:cNvPr>
            <p:cNvGrpSpPr/>
            <p:nvPr/>
          </p:nvGrpSpPr>
          <p:grpSpPr>
            <a:xfrm>
              <a:off x="5991724" y="511677"/>
              <a:ext cx="493296" cy="545260"/>
              <a:chOff x="5565105" y="592750"/>
              <a:chExt cx="493296" cy="545260"/>
            </a:xfrm>
          </p:grpSpPr>
          <p:sp>
            <p:nvSpPr>
              <p:cNvPr id="8" name="Flowchart: Magnetic Disk 7">
                <a:extLst>
                  <a:ext uri="{FF2B5EF4-FFF2-40B4-BE49-F238E27FC236}">
                    <a16:creationId xmlns:a16="http://schemas.microsoft.com/office/drawing/2014/main" id="{F818552A-9D01-3E7F-E7DD-AF7044B0581F}"/>
                  </a:ext>
                </a:extLst>
              </p:cNvPr>
              <p:cNvSpPr/>
              <p:nvPr/>
            </p:nvSpPr>
            <p:spPr>
              <a:xfrm>
                <a:off x="5565105" y="888992"/>
                <a:ext cx="493295" cy="249018"/>
              </a:xfrm>
              <a:prstGeom prst="flowChartMagneticDisk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" name="Flowchart: Magnetic Disk 8">
                <a:extLst>
                  <a:ext uri="{FF2B5EF4-FFF2-40B4-BE49-F238E27FC236}">
                    <a16:creationId xmlns:a16="http://schemas.microsoft.com/office/drawing/2014/main" id="{A5F9C9D8-5DBC-0B39-BC5F-8233EE7EB83F}"/>
                  </a:ext>
                </a:extLst>
              </p:cNvPr>
              <p:cNvSpPr/>
              <p:nvPr/>
            </p:nvSpPr>
            <p:spPr>
              <a:xfrm>
                <a:off x="5565106" y="740871"/>
                <a:ext cx="493295" cy="249018"/>
              </a:xfrm>
              <a:prstGeom prst="flowChartMagneticDisk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" name="Flowchart: Magnetic Disk 9">
                <a:extLst>
                  <a:ext uri="{FF2B5EF4-FFF2-40B4-BE49-F238E27FC236}">
                    <a16:creationId xmlns:a16="http://schemas.microsoft.com/office/drawing/2014/main" id="{B95A12D0-EE62-C91F-1764-CDDE07080691}"/>
                  </a:ext>
                </a:extLst>
              </p:cNvPr>
              <p:cNvSpPr/>
              <p:nvPr/>
            </p:nvSpPr>
            <p:spPr>
              <a:xfrm>
                <a:off x="5565105" y="592750"/>
                <a:ext cx="493295" cy="249018"/>
              </a:xfrm>
              <a:prstGeom prst="flowChartMagneticDisk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0555C311-E9A9-8735-0F97-E6BDC20CC19B}"/>
                </a:ext>
              </a:extLst>
            </p:cNvPr>
            <p:cNvGrpSpPr/>
            <p:nvPr/>
          </p:nvGrpSpPr>
          <p:grpSpPr>
            <a:xfrm>
              <a:off x="5251780" y="511677"/>
              <a:ext cx="493296" cy="545260"/>
              <a:chOff x="5565105" y="592750"/>
              <a:chExt cx="493296" cy="545260"/>
            </a:xfrm>
          </p:grpSpPr>
          <p:sp>
            <p:nvSpPr>
              <p:cNvPr id="17" name="Flowchart: Magnetic Disk 16">
                <a:extLst>
                  <a:ext uri="{FF2B5EF4-FFF2-40B4-BE49-F238E27FC236}">
                    <a16:creationId xmlns:a16="http://schemas.microsoft.com/office/drawing/2014/main" id="{162A01B2-EB49-FC3A-E1CB-402E2E50A460}"/>
                  </a:ext>
                </a:extLst>
              </p:cNvPr>
              <p:cNvSpPr/>
              <p:nvPr/>
            </p:nvSpPr>
            <p:spPr>
              <a:xfrm>
                <a:off x="5565105" y="888992"/>
                <a:ext cx="493295" cy="249018"/>
              </a:xfrm>
              <a:prstGeom prst="flowChartMagneticDisk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" name="Flowchart: Magnetic Disk 17">
                <a:extLst>
                  <a:ext uri="{FF2B5EF4-FFF2-40B4-BE49-F238E27FC236}">
                    <a16:creationId xmlns:a16="http://schemas.microsoft.com/office/drawing/2014/main" id="{42DAC98C-6C59-726F-5967-36FD55D3CBFC}"/>
                  </a:ext>
                </a:extLst>
              </p:cNvPr>
              <p:cNvSpPr/>
              <p:nvPr/>
            </p:nvSpPr>
            <p:spPr>
              <a:xfrm>
                <a:off x="5565106" y="740871"/>
                <a:ext cx="493295" cy="249018"/>
              </a:xfrm>
              <a:prstGeom prst="flowChartMagneticDisk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" name="Flowchart: Magnetic Disk 18">
                <a:extLst>
                  <a:ext uri="{FF2B5EF4-FFF2-40B4-BE49-F238E27FC236}">
                    <a16:creationId xmlns:a16="http://schemas.microsoft.com/office/drawing/2014/main" id="{3A3B0FA4-C5CD-08DD-41A6-DFAC15A2F9EB}"/>
                  </a:ext>
                </a:extLst>
              </p:cNvPr>
              <p:cNvSpPr/>
              <p:nvPr/>
            </p:nvSpPr>
            <p:spPr>
              <a:xfrm>
                <a:off x="5565105" y="592750"/>
                <a:ext cx="493295" cy="249018"/>
              </a:xfrm>
              <a:prstGeom prst="flowChartMagneticDisk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grpSp>
        <p:nvGrpSpPr>
          <p:cNvPr id="85" name="Group 84">
            <a:extLst>
              <a:ext uri="{FF2B5EF4-FFF2-40B4-BE49-F238E27FC236}">
                <a16:creationId xmlns:a16="http://schemas.microsoft.com/office/drawing/2014/main" id="{69D09C75-5D39-3B2F-2841-3698D1D7ED86}"/>
              </a:ext>
            </a:extLst>
          </p:cNvPr>
          <p:cNvGrpSpPr/>
          <p:nvPr/>
        </p:nvGrpSpPr>
        <p:grpSpPr>
          <a:xfrm>
            <a:off x="421375" y="3441021"/>
            <a:ext cx="3690026" cy="1096019"/>
            <a:chOff x="635457" y="3850101"/>
            <a:chExt cx="3690026" cy="1096019"/>
          </a:xfrm>
        </p:grpSpPr>
        <p:pic>
          <p:nvPicPr>
            <p:cNvPr id="36" name="Picture 35">
              <a:extLst>
                <a:ext uri="{FF2B5EF4-FFF2-40B4-BE49-F238E27FC236}">
                  <a16:creationId xmlns:a16="http://schemas.microsoft.com/office/drawing/2014/main" id="{BDAB9E77-45E3-5E01-5BBF-A35CA60111C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35457" y="3850101"/>
              <a:ext cx="1526251" cy="1034629"/>
            </a:xfrm>
            <a:prstGeom prst="rect">
              <a:avLst/>
            </a:prstGeom>
          </p:spPr>
        </p:pic>
        <p:pic>
          <p:nvPicPr>
            <p:cNvPr id="37" name="Picture 36">
              <a:extLst>
                <a:ext uri="{FF2B5EF4-FFF2-40B4-BE49-F238E27FC236}">
                  <a16:creationId xmlns:a16="http://schemas.microsoft.com/office/drawing/2014/main" id="{1F40B101-77A3-9EFD-8791-6FE55BA0AA9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555707" y="3850101"/>
              <a:ext cx="1769776" cy="1096019"/>
            </a:xfrm>
            <a:prstGeom prst="rect">
              <a:avLst/>
            </a:prstGeom>
          </p:spPr>
        </p:pic>
      </p:grpSp>
      <p:sp>
        <p:nvSpPr>
          <p:cNvPr id="38" name="TextBox 37">
            <a:extLst>
              <a:ext uri="{FF2B5EF4-FFF2-40B4-BE49-F238E27FC236}">
                <a16:creationId xmlns:a16="http://schemas.microsoft.com/office/drawing/2014/main" id="{F76C9A29-C3EE-6B30-4036-34D183A20D0D}"/>
              </a:ext>
            </a:extLst>
          </p:cNvPr>
          <p:cNvSpPr txBox="1"/>
          <p:nvPr/>
        </p:nvSpPr>
        <p:spPr>
          <a:xfrm>
            <a:off x="5866822" y="4537040"/>
            <a:ext cx="6657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MCP </a:t>
            </a:r>
          </a:p>
        </p:txBody>
      </p:sp>
      <p:grpSp>
        <p:nvGrpSpPr>
          <p:cNvPr id="84" name="Group 83">
            <a:extLst>
              <a:ext uri="{FF2B5EF4-FFF2-40B4-BE49-F238E27FC236}">
                <a16:creationId xmlns:a16="http://schemas.microsoft.com/office/drawing/2014/main" id="{DA76D348-328D-8751-7E8E-5543CDE7DAEB}"/>
              </a:ext>
            </a:extLst>
          </p:cNvPr>
          <p:cNvGrpSpPr/>
          <p:nvPr/>
        </p:nvGrpSpPr>
        <p:grpSpPr>
          <a:xfrm>
            <a:off x="195368" y="1251278"/>
            <a:ext cx="4142040" cy="1166284"/>
            <a:chOff x="326821" y="1660358"/>
            <a:chExt cx="4142040" cy="1166284"/>
          </a:xfrm>
        </p:grpSpPr>
        <p:pic>
          <p:nvPicPr>
            <p:cNvPr id="55" name="Picture 54" descr="A diagram of a molecule&#10;&#10;AI-generated content may be incorrect.">
              <a:extLst>
                <a:ext uri="{FF2B5EF4-FFF2-40B4-BE49-F238E27FC236}">
                  <a16:creationId xmlns:a16="http://schemas.microsoft.com/office/drawing/2014/main" id="{4DD92605-1A72-FFE6-AA59-B3EC76A7D96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6734" r="52237"/>
            <a:stretch/>
          </p:blipFill>
          <p:spPr>
            <a:xfrm>
              <a:off x="326821" y="1660358"/>
              <a:ext cx="1876999" cy="1166284"/>
            </a:xfrm>
            <a:prstGeom prst="rect">
              <a:avLst/>
            </a:prstGeom>
          </p:spPr>
        </p:pic>
        <p:pic>
          <p:nvPicPr>
            <p:cNvPr id="57" name="Picture 56" descr="A diagram of a molecule">
              <a:extLst>
                <a:ext uri="{FF2B5EF4-FFF2-40B4-BE49-F238E27FC236}">
                  <a16:creationId xmlns:a16="http://schemas.microsoft.com/office/drawing/2014/main" id="{2DD5B78F-1513-F8F3-6CCC-353F805FFE8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96553" y="1690622"/>
              <a:ext cx="1972308" cy="1105756"/>
            </a:xfrm>
            <a:prstGeom prst="rect">
              <a:avLst/>
            </a:prstGeom>
          </p:spPr>
        </p:pic>
      </p:grpSp>
      <p:sp>
        <p:nvSpPr>
          <p:cNvPr id="69" name="TextBox 68">
            <a:extLst>
              <a:ext uri="{FF2B5EF4-FFF2-40B4-BE49-F238E27FC236}">
                <a16:creationId xmlns:a16="http://schemas.microsoft.com/office/drawing/2014/main" id="{D4B222FD-2AE9-5090-6600-BB53084CF4DC}"/>
              </a:ext>
            </a:extLst>
          </p:cNvPr>
          <p:cNvSpPr txBox="1"/>
          <p:nvPr/>
        </p:nvSpPr>
        <p:spPr>
          <a:xfrm>
            <a:off x="1127120" y="743037"/>
            <a:ext cx="22785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Molecular representations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7B9031DA-0043-88F7-7C95-18CDD0584227}"/>
              </a:ext>
            </a:extLst>
          </p:cNvPr>
          <p:cNvSpPr txBox="1"/>
          <p:nvPr/>
        </p:nvSpPr>
        <p:spPr>
          <a:xfrm>
            <a:off x="7796170" y="956501"/>
            <a:ext cx="32190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Explainable artificial intelligence</a:t>
            </a:r>
          </a:p>
        </p:txBody>
      </p:sp>
      <p:pic>
        <p:nvPicPr>
          <p:cNvPr id="80" name="Graphic 79" descr="Tools with solid fill">
            <a:extLst>
              <a:ext uri="{FF2B5EF4-FFF2-40B4-BE49-F238E27FC236}">
                <a16:creationId xmlns:a16="http://schemas.microsoft.com/office/drawing/2014/main" id="{193B9AB7-7969-856E-04C5-5266CAC9BD9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05949" y="719047"/>
            <a:ext cx="304798" cy="304798"/>
          </a:xfrm>
          <a:prstGeom prst="rect">
            <a:avLst/>
          </a:prstGeom>
        </p:spPr>
      </p:pic>
      <p:sp>
        <p:nvSpPr>
          <p:cNvPr id="81" name="Rectangle: Rounded Corners 80">
            <a:extLst>
              <a:ext uri="{FF2B5EF4-FFF2-40B4-BE49-F238E27FC236}">
                <a16:creationId xmlns:a16="http://schemas.microsoft.com/office/drawing/2014/main" id="{412B1C2A-33EB-E6E8-F8CB-CA5D832461C6}"/>
              </a:ext>
            </a:extLst>
          </p:cNvPr>
          <p:cNvSpPr/>
          <p:nvPr/>
        </p:nvSpPr>
        <p:spPr>
          <a:xfrm>
            <a:off x="85665" y="1082242"/>
            <a:ext cx="4361446" cy="1527747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Rectangle: Rounded Corners 81">
            <a:extLst>
              <a:ext uri="{FF2B5EF4-FFF2-40B4-BE49-F238E27FC236}">
                <a16:creationId xmlns:a16="http://schemas.microsoft.com/office/drawing/2014/main" id="{A645FB63-98DA-4E1F-F442-325D00E7C85A}"/>
              </a:ext>
            </a:extLst>
          </p:cNvPr>
          <p:cNvSpPr/>
          <p:nvPr/>
        </p:nvSpPr>
        <p:spPr>
          <a:xfrm>
            <a:off x="85665" y="3194461"/>
            <a:ext cx="4361446" cy="1527747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3" name="Graphic 82" descr="Tools with solid fill">
            <a:extLst>
              <a:ext uri="{FF2B5EF4-FFF2-40B4-BE49-F238E27FC236}">
                <a16:creationId xmlns:a16="http://schemas.microsoft.com/office/drawing/2014/main" id="{0BC38390-B918-24F5-9960-807CB706069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482163" y="2849635"/>
            <a:ext cx="304798" cy="304798"/>
          </a:xfrm>
          <a:prstGeom prst="rect">
            <a:avLst/>
          </a:prstGeom>
        </p:spPr>
      </p:pic>
      <p:sp>
        <p:nvSpPr>
          <p:cNvPr id="86" name="Rectangle: Rounded Corners 85">
            <a:extLst>
              <a:ext uri="{FF2B5EF4-FFF2-40B4-BE49-F238E27FC236}">
                <a16:creationId xmlns:a16="http://schemas.microsoft.com/office/drawing/2014/main" id="{4DE51773-4931-FB10-5E13-BD494E15FA04}"/>
              </a:ext>
            </a:extLst>
          </p:cNvPr>
          <p:cNvSpPr/>
          <p:nvPr/>
        </p:nvSpPr>
        <p:spPr>
          <a:xfrm>
            <a:off x="5059167" y="439628"/>
            <a:ext cx="1630426" cy="736581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7" name="Graphic 86" descr="Tools with solid fill">
            <a:extLst>
              <a:ext uri="{FF2B5EF4-FFF2-40B4-BE49-F238E27FC236}">
                <a16:creationId xmlns:a16="http://schemas.microsoft.com/office/drawing/2014/main" id="{12AEA7F0-EE2A-4873-CE5E-5D0B74AB2DD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818643" y="58758"/>
            <a:ext cx="304798" cy="304798"/>
          </a:xfrm>
          <a:prstGeom prst="rect">
            <a:avLst/>
          </a:prstGeom>
        </p:spPr>
      </p:pic>
      <p:sp>
        <p:nvSpPr>
          <p:cNvPr id="88" name="Rectangle: Rounded Corners 87">
            <a:extLst>
              <a:ext uri="{FF2B5EF4-FFF2-40B4-BE49-F238E27FC236}">
                <a16:creationId xmlns:a16="http://schemas.microsoft.com/office/drawing/2014/main" id="{D0310145-6AB5-47A3-75AD-527C96C4A9B7}"/>
              </a:ext>
            </a:extLst>
          </p:cNvPr>
          <p:cNvSpPr/>
          <p:nvPr/>
        </p:nvSpPr>
        <p:spPr>
          <a:xfrm>
            <a:off x="7361795" y="1280526"/>
            <a:ext cx="3959922" cy="3080921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3" name="Connector: Elbow 92">
            <a:extLst>
              <a:ext uri="{FF2B5EF4-FFF2-40B4-BE49-F238E27FC236}">
                <a16:creationId xmlns:a16="http://schemas.microsoft.com/office/drawing/2014/main" id="{C18DE19B-00D0-3255-6751-EB1E1B5AA1E4}"/>
              </a:ext>
            </a:extLst>
          </p:cNvPr>
          <p:cNvCxnSpPr>
            <a:cxnSpLocks/>
            <a:stCxn id="81" idx="3"/>
            <a:endCxn id="4" idx="1"/>
          </p:cNvCxnSpPr>
          <p:nvPr/>
        </p:nvCxnSpPr>
        <p:spPr>
          <a:xfrm>
            <a:off x="4447111" y="1846116"/>
            <a:ext cx="539940" cy="969274"/>
          </a:xfrm>
          <a:prstGeom prst="bentConnector3">
            <a:avLst/>
          </a:prstGeom>
          <a:ln>
            <a:prstDash val="sys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4" name="Connector: Elbow 93">
            <a:extLst>
              <a:ext uri="{FF2B5EF4-FFF2-40B4-BE49-F238E27FC236}">
                <a16:creationId xmlns:a16="http://schemas.microsoft.com/office/drawing/2014/main" id="{80A6894E-3F86-946A-C66A-589AF24D32B4}"/>
              </a:ext>
            </a:extLst>
          </p:cNvPr>
          <p:cNvCxnSpPr>
            <a:cxnSpLocks/>
            <a:stCxn id="82" idx="3"/>
            <a:endCxn id="4" idx="1"/>
          </p:cNvCxnSpPr>
          <p:nvPr/>
        </p:nvCxnSpPr>
        <p:spPr>
          <a:xfrm flipV="1">
            <a:off x="4447111" y="2815390"/>
            <a:ext cx="539940" cy="1142945"/>
          </a:xfrm>
          <a:prstGeom prst="bentConnector3">
            <a:avLst>
              <a:gd name="adj1" fmla="val 50000"/>
            </a:avLst>
          </a:prstGeom>
          <a:ln>
            <a:prstDash val="sys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1" name="Straight Arrow Connector 100">
            <a:extLst>
              <a:ext uri="{FF2B5EF4-FFF2-40B4-BE49-F238E27FC236}">
                <a16:creationId xmlns:a16="http://schemas.microsoft.com/office/drawing/2014/main" id="{F5DCA819-9EE4-88CB-8B3F-0629FC7D5FA1}"/>
              </a:ext>
            </a:extLst>
          </p:cNvPr>
          <p:cNvCxnSpPr>
            <a:cxnSpLocks/>
          </p:cNvCxnSpPr>
          <p:nvPr/>
        </p:nvCxnSpPr>
        <p:spPr>
          <a:xfrm>
            <a:off x="5874380" y="1176209"/>
            <a:ext cx="0" cy="484149"/>
          </a:xfrm>
          <a:prstGeom prst="straightConnector1">
            <a:avLst/>
          </a:prstGeom>
          <a:ln>
            <a:prstDash val="sys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02" name="Graphic 101" descr="Tools with solid fill">
            <a:extLst>
              <a:ext uri="{FF2B5EF4-FFF2-40B4-BE49-F238E27FC236}">
                <a16:creationId xmlns:a16="http://schemas.microsoft.com/office/drawing/2014/main" id="{CCCB513C-C8D7-ABE5-81B9-2AF2530D892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812064" y="922416"/>
            <a:ext cx="304798" cy="304798"/>
          </a:xfrm>
          <a:prstGeom prst="rect">
            <a:avLst/>
          </a:prstGeom>
        </p:spPr>
      </p:pic>
      <p:cxnSp>
        <p:nvCxnSpPr>
          <p:cNvPr id="104" name="Straight Arrow Connector 103">
            <a:extLst>
              <a:ext uri="{FF2B5EF4-FFF2-40B4-BE49-F238E27FC236}">
                <a16:creationId xmlns:a16="http://schemas.microsoft.com/office/drawing/2014/main" id="{6B3F3325-FDD8-6A72-2639-464C7F3D7314}"/>
              </a:ext>
            </a:extLst>
          </p:cNvPr>
          <p:cNvCxnSpPr>
            <a:cxnSpLocks/>
            <a:stCxn id="4" idx="3"/>
            <a:endCxn id="88" idx="1"/>
          </p:cNvCxnSpPr>
          <p:nvPr/>
        </p:nvCxnSpPr>
        <p:spPr>
          <a:xfrm>
            <a:off x="6761709" y="2815390"/>
            <a:ext cx="600086" cy="5597"/>
          </a:xfrm>
          <a:prstGeom prst="straightConnector1">
            <a:avLst/>
          </a:prstGeom>
          <a:ln>
            <a:prstDash val="sys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8" name="Straight Connector 117">
            <a:extLst>
              <a:ext uri="{FF2B5EF4-FFF2-40B4-BE49-F238E27FC236}">
                <a16:creationId xmlns:a16="http://schemas.microsoft.com/office/drawing/2014/main" id="{A2511C1E-D50D-B67C-E30D-211C6B1BC2A0}"/>
              </a:ext>
            </a:extLst>
          </p:cNvPr>
          <p:cNvCxnSpPr/>
          <p:nvPr/>
        </p:nvCxnSpPr>
        <p:spPr>
          <a:xfrm>
            <a:off x="5460701" y="4690929"/>
            <a:ext cx="517356" cy="0"/>
          </a:xfrm>
          <a:prstGeom prst="line">
            <a:avLst/>
          </a:prstGeom>
          <a:ln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0" name="TextBox 119">
            <a:extLst>
              <a:ext uri="{FF2B5EF4-FFF2-40B4-BE49-F238E27FC236}">
                <a16:creationId xmlns:a16="http://schemas.microsoft.com/office/drawing/2014/main" id="{3BF180E4-DC1E-5A10-CFFC-92CDA30B4A69}"/>
              </a:ext>
            </a:extLst>
          </p:cNvPr>
          <p:cNvSpPr txBox="1"/>
          <p:nvPr/>
        </p:nvSpPr>
        <p:spPr>
          <a:xfrm>
            <a:off x="1454296" y="2856549"/>
            <a:ext cx="177465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ML models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29B5869D-89AA-074F-A57C-6183A17CB9BA}"/>
              </a:ext>
            </a:extLst>
          </p:cNvPr>
          <p:cNvGrpSpPr/>
          <p:nvPr/>
        </p:nvGrpSpPr>
        <p:grpSpPr>
          <a:xfrm>
            <a:off x="7610596" y="1349580"/>
            <a:ext cx="3542419" cy="3005096"/>
            <a:chOff x="7610596" y="1349580"/>
            <a:chExt cx="3542419" cy="3005096"/>
          </a:xfrm>
        </p:grpSpPr>
        <p:grpSp>
          <p:nvGrpSpPr>
            <p:cNvPr id="142" name="Group 141">
              <a:extLst>
                <a:ext uri="{FF2B5EF4-FFF2-40B4-BE49-F238E27FC236}">
                  <a16:creationId xmlns:a16="http://schemas.microsoft.com/office/drawing/2014/main" id="{10981DF9-3B88-6642-A38A-F557DBD8A271}"/>
                </a:ext>
              </a:extLst>
            </p:cNvPr>
            <p:cNvGrpSpPr/>
            <p:nvPr/>
          </p:nvGrpSpPr>
          <p:grpSpPr>
            <a:xfrm>
              <a:off x="7610596" y="1349580"/>
              <a:ext cx="1799603" cy="2941699"/>
              <a:chOff x="7610596" y="1349580"/>
              <a:chExt cx="1799603" cy="2941699"/>
            </a:xfrm>
          </p:grpSpPr>
          <p:pic>
            <p:nvPicPr>
              <p:cNvPr id="125" name="Graphic 124">
                <a:extLst>
                  <a:ext uri="{FF2B5EF4-FFF2-40B4-BE49-F238E27FC236}">
                    <a16:creationId xmlns:a16="http://schemas.microsoft.com/office/drawing/2014/main" id="{C79B781B-3EC9-8D56-5649-7E84B7805E5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p:blipFill>
            <p:spPr>
              <a:xfrm>
                <a:off x="7610596" y="3154433"/>
                <a:ext cx="1799603" cy="1136846"/>
              </a:xfrm>
              <a:prstGeom prst="rect">
                <a:avLst/>
              </a:prstGeom>
            </p:spPr>
          </p:pic>
          <p:pic>
            <p:nvPicPr>
              <p:cNvPr id="126" name="Picture 125">
                <a:extLst>
                  <a:ext uri="{FF2B5EF4-FFF2-40B4-BE49-F238E27FC236}">
                    <a16:creationId xmlns:a16="http://schemas.microsoft.com/office/drawing/2014/main" id="{818766DF-CDB2-59A5-14AE-55EEA959C11D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1108" t="19807" r="13646" b="22794"/>
              <a:stretch/>
            </p:blipFill>
            <p:spPr>
              <a:xfrm>
                <a:off x="7689053" y="1596574"/>
                <a:ext cx="1642689" cy="1253061"/>
              </a:xfrm>
              <a:prstGeom prst="rect">
                <a:avLst/>
              </a:prstGeom>
            </p:spPr>
          </p:pic>
          <p:sp>
            <p:nvSpPr>
              <p:cNvPr id="131" name="TextBox 130">
                <a:extLst>
                  <a:ext uri="{FF2B5EF4-FFF2-40B4-BE49-F238E27FC236}">
                    <a16:creationId xmlns:a16="http://schemas.microsoft.com/office/drawing/2014/main" id="{30B447AA-6E7A-E938-36FB-3B18BDD86AA9}"/>
                  </a:ext>
                </a:extLst>
              </p:cNvPr>
              <p:cNvSpPr txBox="1"/>
              <p:nvPr/>
            </p:nvSpPr>
            <p:spPr>
              <a:xfrm>
                <a:off x="8141530" y="1349580"/>
                <a:ext cx="737734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/>
                  <a:t>SHAP</a:t>
                </a:r>
              </a:p>
            </p:txBody>
          </p:sp>
          <p:sp>
            <p:nvSpPr>
              <p:cNvPr id="133" name="TextBox 132">
                <a:extLst>
                  <a:ext uri="{FF2B5EF4-FFF2-40B4-BE49-F238E27FC236}">
                    <a16:creationId xmlns:a16="http://schemas.microsoft.com/office/drawing/2014/main" id="{2EA89C04-883D-8AC3-FC42-C45F07A23A14}"/>
                  </a:ext>
                </a:extLst>
              </p:cNvPr>
              <p:cNvSpPr txBox="1"/>
              <p:nvPr/>
            </p:nvSpPr>
            <p:spPr>
              <a:xfrm>
                <a:off x="7759960" y="2907557"/>
                <a:ext cx="1500875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/>
                  <a:t>Counterfactuals</a:t>
                </a:r>
              </a:p>
            </p:txBody>
          </p:sp>
        </p:grpSp>
        <p:grpSp>
          <p:nvGrpSpPr>
            <p:cNvPr id="143" name="Group 142">
              <a:extLst>
                <a:ext uri="{FF2B5EF4-FFF2-40B4-BE49-F238E27FC236}">
                  <a16:creationId xmlns:a16="http://schemas.microsoft.com/office/drawing/2014/main" id="{44DF905F-D3A1-4FD5-B979-6E405669B5A0}"/>
                </a:ext>
              </a:extLst>
            </p:cNvPr>
            <p:cNvGrpSpPr/>
            <p:nvPr/>
          </p:nvGrpSpPr>
          <p:grpSpPr>
            <a:xfrm>
              <a:off x="9454227" y="1349580"/>
              <a:ext cx="1698788" cy="3005096"/>
              <a:chOff x="9454227" y="1349580"/>
              <a:chExt cx="1698788" cy="3005096"/>
            </a:xfrm>
          </p:grpSpPr>
          <p:pic>
            <p:nvPicPr>
              <p:cNvPr id="127" name="Graphic 126">
                <a:extLst>
                  <a:ext uri="{FF2B5EF4-FFF2-40B4-BE49-F238E27FC236}">
                    <a16:creationId xmlns:a16="http://schemas.microsoft.com/office/drawing/2014/main" id="{3FE957ED-4E4C-EFCC-3B97-2B55171D3A8D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3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rcRect t="12321" b="13057"/>
              <a:stretch/>
            </p:blipFill>
            <p:spPr>
              <a:xfrm>
                <a:off x="9454227" y="1614810"/>
                <a:ext cx="1630322" cy="1216589"/>
              </a:xfrm>
              <a:prstGeom prst="rect">
                <a:avLst/>
              </a:prstGeom>
            </p:spPr>
          </p:pic>
          <p:sp>
            <p:nvSpPr>
              <p:cNvPr id="132" name="TextBox 131">
                <a:extLst>
                  <a:ext uri="{FF2B5EF4-FFF2-40B4-BE49-F238E27FC236}">
                    <a16:creationId xmlns:a16="http://schemas.microsoft.com/office/drawing/2014/main" id="{42C94301-9EFA-C916-8445-A8D784F80786}"/>
                  </a:ext>
                </a:extLst>
              </p:cNvPr>
              <p:cNvSpPr txBox="1"/>
              <p:nvPr/>
            </p:nvSpPr>
            <p:spPr>
              <a:xfrm>
                <a:off x="9743895" y="1349580"/>
                <a:ext cx="1050987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 err="1"/>
                  <a:t>MolAnchor</a:t>
                </a:r>
                <a:endParaRPr lang="en-US" sz="1400" dirty="0"/>
              </a:p>
            </p:txBody>
          </p:sp>
          <p:sp>
            <p:nvSpPr>
              <p:cNvPr id="135" name="TextBox 134">
                <a:extLst>
                  <a:ext uri="{FF2B5EF4-FFF2-40B4-BE49-F238E27FC236}">
                    <a16:creationId xmlns:a16="http://schemas.microsoft.com/office/drawing/2014/main" id="{C4FCF618-49AF-DF82-8B0D-58D9D04FA886}"/>
                  </a:ext>
                </a:extLst>
              </p:cNvPr>
              <p:cNvSpPr txBox="1"/>
              <p:nvPr/>
            </p:nvSpPr>
            <p:spPr>
              <a:xfrm>
                <a:off x="9518951" y="2907557"/>
                <a:ext cx="1500875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 err="1"/>
                  <a:t>MolCE</a:t>
                </a:r>
                <a:endParaRPr lang="en-US" sz="1400" dirty="0"/>
              </a:p>
            </p:txBody>
          </p:sp>
          <p:pic>
            <p:nvPicPr>
              <p:cNvPr id="140" name="Graphic 139">
                <a:extLst>
                  <a:ext uri="{FF2B5EF4-FFF2-40B4-BE49-F238E27FC236}">
                    <a16:creationId xmlns:a16="http://schemas.microsoft.com/office/drawing/2014/main" id="{A92B0211-A93B-9038-C90D-1361227781B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6"/>
                  </a:ext>
                </a:extLst>
              </a:blip>
              <a:stretch>
                <a:fillRect/>
              </a:stretch>
            </p:blipFill>
            <p:spPr>
              <a:xfrm>
                <a:off x="9493338" y="3313376"/>
                <a:ext cx="1659677" cy="726753"/>
              </a:xfrm>
              <a:prstGeom prst="rect">
                <a:avLst/>
              </a:prstGeom>
            </p:spPr>
          </p:pic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1" name="TextBox 140">
                    <a:extLst>
                      <a:ext uri="{FF2B5EF4-FFF2-40B4-BE49-F238E27FC236}">
                        <a16:creationId xmlns:a16="http://schemas.microsoft.com/office/drawing/2014/main" id="{2B95AB89-8A8A-1216-8C19-F08323741F34}"/>
                      </a:ext>
                    </a:extLst>
                  </p:cNvPr>
                  <p:cNvSpPr txBox="1"/>
                  <p:nvPr/>
                </p:nvSpPr>
                <p:spPr>
                  <a:xfrm>
                    <a:off x="9688952" y="4046899"/>
                    <a:ext cx="1268448" cy="30777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el-GR" sz="140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nor/>
                                </m:rPr>
                                <a:rPr lang="el-GR" sz="1400" smtClean="0"/>
                                <m:t>δ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US" sz="800" dirty="0" smtClean="0"/>
                                <m:t> </m:t>
                              </m:r>
                            </m:sub>
                            <m:sup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𝑐𝑜𝑛𝑡𝑟</m:t>
                              </m:r>
                            </m:sup>
                          </m:sSubSup>
                        </m:oMath>
                      </m:oMathPara>
                    </a14:m>
                    <a:endParaRPr lang="en-US" sz="1400" dirty="0"/>
                  </a:p>
                </p:txBody>
              </p:sp>
            </mc:Choice>
            <mc:Fallback xmlns="">
              <p:sp>
                <p:nvSpPr>
                  <p:cNvPr id="141" name="TextBox 140">
                    <a:extLst>
                      <a:ext uri="{FF2B5EF4-FFF2-40B4-BE49-F238E27FC236}">
                        <a16:creationId xmlns:a16="http://schemas.microsoft.com/office/drawing/2014/main" id="{2B95AB89-8A8A-1216-8C19-F08323741F3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688952" y="4046899"/>
                    <a:ext cx="1268448" cy="307777"/>
                  </a:xfrm>
                  <a:prstGeom prst="rect">
                    <a:avLst/>
                  </a:prstGeom>
                  <a:blipFill>
                    <a:blip r:embed="rId1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</p:spTree>
    <p:extLst>
      <p:ext uri="{BB962C8B-B14F-4D97-AF65-F5344CB8AC3E}">
        <p14:creationId xmlns:p14="http://schemas.microsoft.com/office/powerpoint/2010/main" val="31573796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5" descr="A black and red molecule&#10;&#10;AI-generated content may be incorrect.">
            <a:extLst>
              <a:ext uri="{FF2B5EF4-FFF2-40B4-BE49-F238E27FC236}">
                <a16:creationId xmlns:a16="http://schemas.microsoft.com/office/drawing/2014/main" id="{8FC2BF9A-F7F8-CCEB-C058-91D5B327DF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0368"/>
          <a:stretch/>
        </p:blipFill>
        <p:spPr>
          <a:xfrm>
            <a:off x="2992653" y="1923962"/>
            <a:ext cx="4438368" cy="1959829"/>
          </a:xfrm>
          <a:prstGeom prst="rect">
            <a:avLst/>
          </a:prstGeom>
        </p:spPr>
      </p:pic>
      <p:sp>
        <p:nvSpPr>
          <p:cNvPr id="14" name="Speech Bubble: Rectangle with Corners Rounded 13">
            <a:extLst>
              <a:ext uri="{FF2B5EF4-FFF2-40B4-BE49-F238E27FC236}">
                <a16:creationId xmlns:a16="http://schemas.microsoft.com/office/drawing/2014/main" id="{47BDDA66-D9F4-8B02-9F65-D6099C12712B}"/>
              </a:ext>
            </a:extLst>
          </p:cNvPr>
          <p:cNvSpPr/>
          <p:nvPr/>
        </p:nvSpPr>
        <p:spPr>
          <a:xfrm>
            <a:off x="2708177" y="251329"/>
            <a:ext cx="6978205" cy="988598"/>
          </a:xfrm>
          <a:prstGeom prst="wedgeRoundRectCallout">
            <a:avLst>
              <a:gd name="adj1" fmla="val -58761"/>
              <a:gd name="adj2" fmla="val 158489"/>
              <a:gd name="adj3" fmla="val 16667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en-US" sz="1200" dirty="0"/>
              <a:t>You are running a reproducibility study for compound selectivity prediction. The goal is to train a Balanced Random Forest Classifier to distinguish PI3K-delta (</a:t>
            </a:r>
            <a:r>
              <a:rPr lang="en-US" sz="1200" dirty="0" err="1"/>
              <a:t>UniProt</a:t>
            </a:r>
            <a:r>
              <a:rPr lang="en-US" sz="1200" dirty="0"/>
              <a:t> O00329) vs PI3K-gamma (</a:t>
            </a:r>
            <a:r>
              <a:rPr lang="en-US" sz="1200" dirty="0" err="1"/>
              <a:t>UniProt</a:t>
            </a:r>
            <a:r>
              <a:rPr lang="en-US" sz="1200" dirty="0"/>
              <a:t> P48736) selective compounds, evaluate its performance, and identify recurrent molecular anchor fragments that drive the model's correct predictions for each selective class (class 1 &amp; 2) and discuss the chemical insight gained.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C3474ED7-8B1C-A7CA-4B57-5BD7E484107E}"/>
              </a:ext>
            </a:extLst>
          </p:cNvPr>
          <p:cNvGrpSpPr/>
          <p:nvPr/>
        </p:nvGrpSpPr>
        <p:grpSpPr>
          <a:xfrm>
            <a:off x="306102" y="2273968"/>
            <a:ext cx="1774658" cy="2310063"/>
            <a:chOff x="990492" y="2511372"/>
            <a:chExt cx="1774658" cy="2310063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67C11FFD-9BC3-9E76-E6A1-CB29619ABACF}"/>
                </a:ext>
              </a:extLst>
            </p:cNvPr>
            <p:cNvSpPr/>
            <p:nvPr/>
          </p:nvSpPr>
          <p:spPr>
            <a:xfrm>
              <a:off x="990492" y="2511372"/>
              <a:ext cx="1774658" cy="2310063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2">
                  <a:lumMod val="25000"/>
                  <a:lumOff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3" name="Graphic 22" descr="Customer review with solid fill">
              <a:extLst>
                <a:ext uri="{FF2B5EF4-FFF2-40B4-BE49-F238E27FC236}">
                  <a16:creationId xmlns:a16="http://schemas.microsoft.com/office/drawing/2014/main" id="{EF58B09A-9C24-1ECA-3231-0C704AF994F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400027" y="3700649"/>
              <a:ext cx="965534" cy="965534"/>
            </a:xfrm>
            <a:prstGeom prst="rect">
              <a:avLst/>
            </a:prstGeom>
          </p:spPr>
        </p:pic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0947EFEA-9CFB-4E92-FC85-01152E5CB9E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126882" y="2607575"/>
              <a:ext cx="1525117" cy="996871"/>
            </a:xfrm>
            <a:prstGeom prst="rect">
              <a:avLst/>
            </a:prstGeom>
          </p:spPr>
        </p:pic>
      </p:grpSp>
      <p:pic>
        <p:nvPicPr>
          <p:cNvPr id="28" name="Picture 27" descr="A black and red molecule&#10;&#10;AI-generated content may be incorrect.">
            <a:extLst>
              <a:ext uri="{FF2B5EF4-FFF2-40B4-BE49-F238E27FC236}">
                <a16:creationId xmlns:a16="http://schemas.microsoft.com/office/drawing/2014/main" id="{0317F5F2-831A-7853-1EEC-DF205C4DAA7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0304"/>
          <a:stretch/>
        </p:blipFill>
        <p:spPr>
          <a:xfrm>
            <a:off x="7322746" y="1924049"/>
            <a:ext cx="4441990" cy="1958229"/>
          </a:xfrm>
          <a:prstGeom prst="rect">
            <a:avLst/>
          </a:prstGeom>
        </p:spPr>
      </p:pic>
      <p:sp>
        <p:nvSpPr>
          <p:cNvPr id="7" name="Arrow: Right 6">
            <a:extLst>
              <a:ext uri="{FF2B5EF4-FFF2-40B4-BE49-F238E27FC236}">
                <a16:creationId xmlns:a16="http://schemas.microsoft.com/office/drawing/2014/main" id="{253C9BC8-562F-6E75-D860-36BBDA1C4DD5}"/>
              </a:ext>
            </a:extLst>
          </p:cNvPr>
          <p:cNvSpPr/>
          <p:nvPr/>
        </p:nvSpPr>
        <p:spPr>
          <a:xfrm>
            <a:off x="2181397" y="3219061"/>
            <a:ext cx="666746" cy="37490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719E08A-F8F7-F1C2-289E-BEE6ADEC6D96}"/>
              </a:ext>
            </a:extLst>
          </p:cNvPr>
          <p:cNvSpPr txBox="1"/>
          <p:nvPr/>
        </p:nvSpPr>
        <p:spPr>
          <a:xfrm>
            <a:off x="3276685" y="3964749"/>
            <a:ext cx="415433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i="0" dirty="0">
                <a:solidFill>
                  <a:srgbClr val="0F0F0F"/>
                </a:solidFill>
                <a:effectLst/>
                <a:latin typeface="ui-sans-serif"/>
              </a:rPr>
              <a:t>Class 1 (PI3K-delta Selective):</a:t>
            </a:r>
          </a:p>
          <a:p>
            <a:r>
              <a:rPr lang="en-US" sz="1200" dirty="0"/>
              <a:t>The model identifies cyano-pyrimidine derivatives as key anchors.</a:t>
            </a:r>
          </a:p>
          <a:p>
            <a:endParaRPr lang="en-US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/>
              <a:t>Top Fragment: </a:t>
            </a:r>
            <a:r>
              <a:rPr lang="en-US" sz="1200" dirty="0"/>
              <a:t>[*]c1ncnc(N)c1C#N (2-amino-4-cyanopyrimidine core)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4D10174-F2DB-6196-3F7D-453B201E636A}"/>
              </a:ext>
            </a:extLst>
          </p:cNvPr>
          <p:cNvSpPr txBox="1"/>
          <p:nvPr/>
        </p:nvSpPr>
        <p:spPr>
          <a:xfrm>
            <a:off x="7466573" y="3958812"/>
            <a:ext cx="415433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i="0" dirty="0">
                <a:solidFill>
                  <a:srgbClr val="0F0F0F"/>
                </a:solidFill>
                <a:effectLst/>
                <a:latin typeface="ui-sans-serif"/>
              </a:rPr>
              <a:t>Class 1 (gamma Selective):</a:t>
            </a:r>
          </a:p>
          <a:p>
            <a:r>
              <a:rPr lang="en-US" sz="1200" dirty="0"/>
              <a:t>The model identifies purine and tetrahydroisoquinoline-3-one cores as key anchors.</a:t>
            </a:r>
          </a:p>
          <a:p>
            <a:endParaRPr lang="en-US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/>
              <a:t>Top Fragments: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dirty="0"/>
              <a:t>[*]c1ccn2nc(N)c([*])c2n1 (Purine-like core)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dirty="0"/>
              <a:t>[*]N1Cc2cc([*])cc([*])c2C1=O (Tetrahydroisoquinoline-3-one derivative)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5178BF8-9CBE-7AE5-98D4-55D1FF6F4255}"/>
              </a:ext>
            </a:extLst>
          </p:cNvPr>
          <p:cNvSpPr txBox="1"/>
          <p:nvPr/>
        </p:nvSpPr>
        <p:spPr>
          <a:xfrm>
            <a:off x="3276685" y="5165078"/>
            <a:ext cx="388611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1200" b="1" dirty="0"/>
              <a:t>Insight: </a:t>
            </a:r>
            <a:r>
              <a:rPr lang="en-US" sz="1200" dirty="0"/>
              <a:t>This motif is highly characteristic of PI3K-delta selective inhibitors. The presence of the </a:t>
            </a:r>
            <a:r>
              <a:rPr lang="en-US" sz="1200" dirty="0" err="1"/>
              <a:t>cyano</a:t>
            </a:r>
            <a:r>
              <a:rPr lang="en-US" sz="1200" dirty="0"/>
              <a:t> group (-CN) at the 4-position and an amino group (-NH2) at the 2-position of the pyrimidine ring appears to be a critical pharmacophore for delta selectivity. This aligns with known medicinal chemistry strategies where pyrimidine cores are tuned for PI3K-delta by exploiting specific sub-pocket interactions in the ATP-binding site.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3DCC6E9-EEE6-1DB8-E462-BC37AA80DE8E}"/>
              </a:ext>
            </a:extLst>
          </p:cNvPr>
          <p:cNvSpPr txBox="1"/>
          <p:nvPr/>
        </p:nvSpPr>
        <p:spPr>
          <a:xfrm>
            <a:off x="7466573" y="5541969"/>
            <a:ext cx="444198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1200" b="1" dirty="0"/>
              <a:t>Insight: </a:t>
            </a:r>
            <a:r>
              <a:rPr lang="en-US" sz="1200" dirty="0"/>
              <a:t>The identification of tetrahydroisoquinoline-3-one scaffolds is particularly interesting. These structures are often found in PI3K-gamma selective inhibitors (e.g., IPI-549 analogues). The purine core also suggests a common heterocyclic motif adapted for gamma selectivity, possibly through extended interactions with the hinge region.</a:t>
            </a:r>
          </a:p>
        </p:txBody>
      </p:sp>
    </p:spTree>
    <p:extLst>
      <p:ext uri="{BB962C8B-B14F-4D97-AF65-F5344CB8AC3E}">
        <p14:creationId xmlns:p14="http://schemas.microsoft.com/office/powerpoint/2010/main" val="1588707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Picture 38" descr="A molecule of a chemical structure&#10;&#10;AI-generated content may be incorrect.">
            <a:extLst>
              <a:ext uri="{FF2B5EF4-FFF2-40B4-BE49-F238E27FC236}">
                <a16:creationId xmlns:a16="http://schemas.microsoft.com/office/drawing/2014/main" id="{391CFD35-0761-F05E-873D-E1FD7681F8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01" t="21936" r="4499" b="21811"/>
          <a:stretch/>
        </p:blipFill>
        <p:spPr>
          <a:xfrm>
            <a:off x="4625700" y="1979987"/>
            <a:ext cx="3342891" cy="2057400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C3474ED7-8B1C-A7CA-4B57-5BD7E484107E}"/>
              </a:ext>
            </a:extLst>
          </p:cNvPr>
          <p:cNvGrpSpPr/>
          <p:nvPr/>
        </p:nvGrpSpPr>
        <p:grpSpPr>
          <a:xfrm>
            <a:off x="829977" y="2273968"/>
            <a:ext cx="1774658" cy="2310063"/>
            <a:chOff x="990492" y="2511372"/>
            <a:chExt cx="1774658" cy="2310063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67C11FFD-9BC3-9E76-E6A1-CB29619ABACF}"/>
                </a:ext>
              </a:extLst>
            </p:cNvPr>
            <p:cNvSpPr/>
            <p:nvPr/>
          </p:nvSpPr>
          <p:spPr>
            <a:xfrm>
              <a:off x="990492" y="2511372"/>
              <a:ext cx="1774658" cy="2310063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2">
                  <a:lumMod val="25000"/>
                  <a:lumOff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3" name="Graphic 22" descr="Customer review with solid fill">
              <a:extLst>
                <a:ext uri="{FF2B5EF4-FFF2-40B4-BE49-F238E27FC236}">
                  <a16:creationId xmlns:a16="http://schemas.microsoft.com/office/drawing/2014/main" id="{EF58B09A-9C24-1ECA-3231-0C704AF994F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400027" y="3700649"/>
              <a:ext cx="965534" cy="965534"/>
            </a:xfrm>
            <a:prstGeom prst="rect">
              <a:avLst/>
            </a:prstGeom>
          </p:spPr>
        </p:pic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0947EFEA-9CFB-4E92-FC85-01152E5CB9E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126882" y="2607575"/>
              <a:ext cx="1525117" cy="996871"/>
            </a:xfrm>
            <a:prstGeom prst="rect">
              <a:avLst/>
            </a:prstGeom>
          </p:spPr>
        </p:pic>
      </p:grpSp>
      <p:sp>
        <p:nvSpPr>
          <p:cNvPr id="7" name="Arrow: Right 6">
            <a:extLst>
              <a:ext uri="{FF2B5EF4-FFF2-40B4-BE49-F238E27FC236}">
                <a16:creationId xmlns:a16="http://schemas.microsoft.com/office/drawing/2014/main" id="{253C9BC8-562F-6E75-D860-36BBDA1C4DD5}"/>
              </a:ext>
            </a:extLst>
          </p:cNvPr>
          <p:cNvSpPr/>
          <p:nvPr/>
        </p:nvSpPr>
        <p:spPr>
          <a:xfrm>
            <a:off x="3108401" y="3241547"/>
            <a:ext cx="666746" cy="37490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Speech Bubble: Rectangle with Corners Rounded 32">
            <a:extLst>
              <a:ext uri="{FF2B5EF4-FFF2-40B4-BE49-F238E27FC236}">
                <a16:creationId xmlns:a16="http://schemas.microsoft.com/office/drawing/2014/main" id="{D2717664-5F69-8B93-F9F8-7B5A0DC3C2A2}"/>
              </a:ext>
            </a:extLst>
          </p:cNvPr>
          <p:cNvSpPr/>
          <p:nvPr/>
        </p:nvSpPr>
        <p:spPr>
          <a:xfrm>
            <a:off x="3232053" y="251328"/>
            <a:ext cx="7426422" cy="1258999"/>
          </a:xfrm>
          <a:prstGeom prst="wedgeRoundRectCallout">
            <a:avLst>
              <a:gd name="adj1" fmla="val -58761"/>
              <a:gd name="adj2" fmla="val 158489"/>
              <a:gd name="adj3" fmla="val 16667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en-US" sz="1200" dirty="0"/>
              <a:t>You are running an explainability benchmarking study for compound bioactivity prediction. The goal is to train a Deep Neural Network to distinguish compounds active against the D(2) dopamine receptor (</a:t>
            </a:r>
            <a:r>
              <a:rPr lang="en-US" sz="1200" dirty="0" err="1"/>
              <a:t>UniProt</a:t>
            </a:r>
            <a:r>
              <a:rPr lang="en-US" sz="1200" dirty="0"/>
              <a:t> P14416) from inactive compounds, evaluate its performance, and then directly compare two pairs of explainability methods on the same on the same correctly predicted active compound:  </a:t>
            </a:r>
            <a:r>
              <a:rPr lang="en-US" sz="1200" dirty="0" err="1"/>
              <a:t>Molanchor</a:t>
            </a:r>
            <a:r>
              <a:rPr lang="en-US" sz="1200" dirty="0"/>
              <a:t> vs SHAP and </a:t>
            </a:r>
            <a:r>
              <a:rPr lang="en-US" sz="1200" dirty="0" err="1"/>
              <a:t>MolCE</a:t>
            </a:r>
            <a:r>
              <a:rPr lang="en-US" sz="1200" dirty="0"/>
              <a:t> vs Counterfactuals. Summarize where the methods agree on the structural determinants of the predictions and where they disagree.</a:t>
            </a:r>
          </a:p>
        </p:txBody>
      </p:sp>
      <p:pic>
        <p:nvPicPr>
          <p:cNvPr id="45" name="Picture 44" descr="A structure of a chemical formula&#10;&#10;AI-generated content may be incorrect.">
            <a:extLst>
              <a:ext uri="{FF2B5EF4-FFF2-40B4-BE49-F238E27FC236}">
                <a16:creationId xmlns:a16="http://schemas.microsoft.com/office/drawing/2014/main" id="{558C3E86-A5D2-0697-2A3B-5481E2DDCBA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28" t="25207" r="11064" b="25192"/>
          <a:stretch/>
        </p:blipFill>
        <p:spPr>
          <a:xfrm>
            <a:off x="8132320" y="1888547"/>
            <a:ext cx="3353529" cy="2148840"/>
          </a:xfrm>
          <a:prstGeom prst="rect">
            <a:avLst/>
          </a:prstGeom>
        </p:spPr>
      </p:pic>
      <p:sp>
        <p:nvSpPr>
          <p:cNvPr id="46" name="TextBox 45">
            <a:extLst>
              <a:ext uri="{FF2B5EF4-FFF2-40B4-BE49-F238E27FC236}">
                <a16:creationId xmlns:a16="http://schemas.microsoft.com/office/drawing/2014/main" id="{C02F4519-6E55-F26A-E1A3-2105A25F6A50}"/>
              </a:ext>
            </a:extLst>
          </p:cNvPr>
          <p:cNvSpPr txBox="1"/>
          <p:nvPr/>
        </p:nvSpPr>
        <p:spPr>
          <a:xfrm>
            <a:off x="4970063" y="4507047"/>
            <a:ext cx="6515786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1200" b="1" dirty="0"/>
              <a:t>Agreement: </a:t>
            </a:r>
            <a:r>
              <a:rPr lang="en-US" sz="1200" dirty="0"/>
              <a:t>Both methods converge on the morpholine-like ring as the critical pharmacophore. </a:t>
            </a:r>
            <a:r>
              <a:rPr lang="en-US" sz="1200" dirty="0" err="1"/>
              <a:t>MolAnchor</a:t>
            </a:r>
            <a:r>
              <a:rPr lang="en-US" sz="1200" dirty="0"/>
              <a:t> identifies the ring as a cohesive unit, while SHAP confirms that the atoms comprising this ring are indeed the most influential.</a:t>
            </a:r>
          </a:p>
          <a:p>
            <a:pPr algn="just"/>
            <a:endParaRPr lang="en-US" sz="1200" dirty="0"/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1200" b="1" dirty="0"/>
              <a:t>Disagreement: </a:t>
            </a:r>
            <a:r>
              <a:rPr lang="en-US" sz="1200" dirty="0" err="1"/>
              <a:t>MolAnchor</a:t>
            </a:r>
            <a:r>
              <a:rPr lang="en-US" sz="1200" dirty="0"/>
              <a:t> focuses strictly on the highest-precision fragment, potentially downplaying the contribution of the aromatic substituents (benzyl/thiophene) that SHAP would assign non-zero values to. </a:t>
            </a:r>
            <a:r>
              <a:rPr lang="en-US" sz="1200" dirty="0" err="1"/>
              <a:t>MolAnchor</a:t>
            </a:r>
            <a:r>
              <a:rPr lang="en-US" sz="1200" dirty="0"/>
              <a:t> is more "binary" (is this fragment present?), while SHAP is more "continuous" (how much does each atom contribute?).</a:t>
            </a:r>
          </a:p>
        </p:txBody>
      </p:sp>
    </p:spTree>
    <p:extLst>
      <p:ext uri="{BB962C8B-B14F-4D97-AF65-F5344CB8AC3E}">
        <p14:creationId xmlns:p14="http://schemas.microsoft.com/office/powerpoint/2010/main" val="18048572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screenshot of a graph&#10;&#10;AI-generated content may be incorrect.">
            <a:extLst>
              <a:ext uri="{FF2B5EF4-FFF2-40B4-BE49-F238E27FC236}">
                <a16:creationId xmlns:a16="http://schemas.microsoft.com/office/drawing/2014/main" id="{E5CCB7DC-7BE9-E070-5374-2C22E86612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035" t="24006" r="53731" b="44988"/>
          <a:stretch/>
        </p:blipFill>
        <p:spPr>
          <a:xfrm>
            <a:off x="3436044" y="2054607"/>
            <a:ext cx="2222549" cy="2392796"/>
          </a:xfrm>
          <a:prstGeom prst="rect">
            <a:avLst/>
          </a:prstGeom>
        </p:spPr>
      </p:pic>
      <p:sp>
        <p:nvSpPr>
          <p:cNvPr id="46" name="TextBox 45">
            <a:extLst>
              <a:ext uri="{FF2B5EF4-FFF2-40B4-BE49-F238E27FC236}">
                <a16:creationId xmlns:a16="http://schemas.microsoft.com/office/drawing/2014/main" id="{C02F4519-6E55-F26A-E1A3-2105A25F6A50}"/>
              </a:ext>
            </a:extLst>
          </p:cNvPr>
          <p:cNvSpPr txBox="1"/>
          <p:nvPr/>
        </p:nvSpPr>
        <p:spPr>
          <a:xfrm>
            <a:off x="3769575" y="5114195"/>
            <a:ext cx="6515786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1200" b="1" dirty="0"/>
              <a:t>Agreement: </a:t>
            </a:r>
            <a:r>
              <a:rPr lang="en-US" sz="1200" dirty="0"/>
              <a:t>Both methods highlight that modifications to the R-groups attached to the morpholine ring are the most sensitive levers for changing bioactivity.</a:t>
            </a:r>
          </a:p>
          <a:p>
            <a:pPr algn="just"/>
            <a:endParaRPr lang="en-US" sz="1200" b="1" dirty="0"/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1200" b="1" dirty="0"/>
              <a:t>Disagreement: </a:t>
            </a:r>
            <a:r>
              <a:rPr lang="en-US" sz="1200" dirty="0" err="1"/>
              <a:t>MolCE</a:t>
            </a:r>
            <a:r>
              <a:rPr lang="en-US" sz="1200" dirty="0"/>
              <a:t> provides a theoretical contrastive feature (a specific R-group that is "anti-activating"). Counterfactuals provides concrete examples of inactive molecules. </a:t>
            </a:r>
            <a:r>
              <a:rPr lang="en-US" sz="1200" dirty="0" err="1"/>
              <a:t>MolCE</a:t>
            </a:r>
            <a:r>
              <a:rPr lang="en-US" sz="1200" dirty="0"/>
              <a:t> might suggest an R-group not present in the immediate neighborhood of the query, whereas Counterfactuals are constrained by the available library of R-groups for substitution.</a:t>
            </a:r>
          </a:p>
        </p:txBody>
      </p:sp>
      <p:pic>
        <p:nvPicPr>
          <p:cNvPr id="12" name="Picture 11" descr="A screenshot of a graph&#10;&#10;AI-generated content may be incorrect.">
            <a:extLst>
              <a:ext uri="{FF2B5EF4-FFF2-40B4-BE49-F238E27FC236}">
                <a16:creationId xmlns:a16="http://schemas.microsoft.com/office/drawing/2014/main" id="{635294F4-DE55-F52A-0F65-840B513A24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362" t="23416" r="29209" b="43925"/>
          <a:stretch/>
        </p:blipFill>
        <p:spPr>
          <a:xfrm>
            <a:off x="5620740" y="1990807"/>
            <a:ext cx="2105025" cy="2520397"/>
          </a:xfrm>
          <a:prstGeom prst="rect">
            <a:avLst/>
          </a:prstGeom>
        </p:spPr>
      </p:pic>
      <p:pic>
        <p:nvPicPr>
          <p:cNvPr id="13" name="Picture 12" descr="A black and red chemical structure&#10;&#10;AI-generated content may be incorrect.">
            <a:extLst>
              <a:ext uri="{FF2B5EF4-FFF2-40B4-BE49-F238E27FC236}">
                <a16:creationId xmlns:a16="http://schemas.microsoft.com/office/drawing/2014/main" id="{7E80FD93-EC36-7292-D41F-2AB7B9A8674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184" t="14586" r="25463" b="34325"/>
          <a:stretch/>
        </p:blipFill>
        <p:spPr>
          <a:xfrm>
            <a:off x="7951035" y="3350221"/>
            <a:ext cx="2894617" cy="1385206"/>
          </a:xfrm>
          <a:prstGeom prst="rect">
            <a:avLst/>
          </a:prstGeom>
        </p:spPr>
      </p:pic>
      <p:pic>
        <p:nvPicPr>
          <p:cNvPr id="15" name="Picture 14" descr="A screenshot of a graph&#10;&#10;AI-generated content may be incorrect.">
            <a:extLst>
              <a:ext uri="{FF2B5EF4-FFF2-40B4-BE49-F238E27FC236}">
                <a16:creationId xmlns:a16="http://schemas.microsoft.com/office/drawing/2014/main" id="{413DC958-3438-AD99-8ED3-9413D987A5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170" t="17838" r="53596" b="76213"/>
          <a:stretch/>
        </p:blipFill>
        <p:spPr>
          <a:xfrm>
            <a:off x="3701051" y="4438366"/>
            <a:ext cx="2222549" cy="459058"/>
          </a:xfrm>
          <a:prstGeom prst="rect">
            <a:avLst/>
          </a:prstGeom>
        </p:spPr>
      </p:pic>
      <p:pic>
        <p:nvPicPr>
          <p:cNvPr id="16" name="Picture 15" descr="A screenshot of a graph&#10;&#10;AI-generated content may be incorrect.">
            <a:extLst>
              <a:ext uri="{FF2B5EF4-FFF2-40B4-BE49-F238E27FC236}">
                <a16:creationId xmlns:a16="http://schemas.microsoft.com/office/drawing/2014/main" id="{65A8E5C2-6215-DED8-8284-904D83645C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362" t="18606" r="29209" b="76905"/>
          <a:stretch/>
        </p:blipFill>
        <p:spPr>
          <a:xfrm>
            <a:off x="5885795" y="4506979"/>
            <a:ext cx="2105025" cy="346430"/>
          </a:xfrm>
          <a:prstGeom prst="rect">
            <a:avLst/>
          </a:prstGeom>
        </p:spPr>
      </p:pic>
      <p:pic>
        <p:nvPicPr>
          <p:cNvPr id="4" name="Picture 3" descr="A black and red chemical structure&#10;&#10;AI-generated content may be incorrect.">
            <a:extLst>
              <a:ext uri="{FF2B5EF4-FFF2-40B4-BE49-F238E27FC236}">
                <a16:creationId xmlns:a16="http://schemas.microsoft.com/office/drawing/2014/main" id="{9B8DE2D9-50FB-48E1-3766-F90DC4B43C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131" t="13384" r="50592" b="35527"/>
          <a:stretch/>
        </p:blipFill>
        <p:spPr>
          <a:xfrm>
            <a:off x="7955797" y="1713756"/>
            <a:ext cx="2885092" cy="1385205"/>
          </a:xfrm>
          <a:prstGeom prst="rect">
            <a:avLst/>
          </a:prstGeom>
        </p:spPr>
      </p:pic>
      <p:pic>
        <p:nvPicPr>
          <p:cNvPr id="17" name="Picture 16" descr="A black and red chemical structure&#10;&#10;AI-generated content may be incorrect.">
            <a:extLst>
              <a:ext uri="{FF2B5EF4-FFF2-40B4-BE49-F238E27FC236}">
                <a16:creationId xmlns:a16="http://schemas.microsoft.com/office/drawing/2014/main" id="{9A57B164-6AA0-9A5C-969C-361475D72D2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138" t="87643" r="59329" b="4628"/>
          <a:stretch/>
        </p:blipFill>
        <p:spPr>
          <a:xfrm>
            <a:off x="8883993" y="3231955"/>
            <a:ext cx="1028700" cy="266228"/>
          </a:xfrm>
          <a:prstGeom prst="rect">
            <a:avLst/>
          </a:prstGeom>
        </p:spPr>
      </p:pic>
      <p:pic>
        <p:nvPicPr>
          <p:cNvPr id="18" name="Picture 17" descr="A black and red chemical structure&#10;&#10;AI-generated content may be incorrect.">
            <a:extLst>
              <a:ext uri="{FF2B5EF4-FFF2-40B4-BE49-F238E27FC236}">
                <a16:creationId xmlns:a16="http://schemas.microsoft.com/office/drawing/2014/main" id="{721B14D9-308B-88B5-4785-360A6C50601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497" t="85098" r="34125" b="3309"/>
          <a:stretch/>
        </p:blipFill>
        <p:spPr>
          <a:xfrm>
            <a:off x="8926807" y="4709945"/>
            <a:ext cx="943073" cy="374957"/>
          </a:xfrm>
          <a:prstGeom prst="rect">
            <a:avLst/>
          </a:prstGeom>
        </p:spPr>
      </p:pic>
      <p:grpSp>
        <p:nvGrpSpPr>
          <p:cNvPr id="19" name="Group 18">
            <a:extLst>
              <a:ext uri="{FF2B5EF4-FFF2-40B4-BE49-F238E27FC236}">
                <a16:creationId xmlns:a16="http://schemas.microsoft.com/office/drawing/2014/main" id="{3E3C0CE0-F9D7-0B88-458B-B30D6DB941D5}"/>
              </a:ext>
            </a:extLst>
          </p:cNvPr>
          <p:cNvGrpSpPr/>
          <p:nvPr/>
        </p:nvGrpSpPr>
        <p:grpSpPr>
          <a:xfrm>
            <a:off x="201327" y="2273968"/>
            <a:ext cx="1774658" cy="2310063"/>
            <a:chOff x="990492" y="2511372"/>
            <a:chExt cx="1774658" cy="2310063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9E9712B8-35C2-9D0B-5448-8B73757EC2F0}"/>
                </a:ext>
              </a:extLst>
            </p:cNvPr>
            <p:cNvSpPr/>
            <p:nvPr/>
          </p:nvSpPr>
          <p:spPr>
            <a:xfrm>
              <a:off x="990492" y="2511372"/>
              <a:ext cx="1774658" cy="2310063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2">
                  <a:lumMod val="25000"/>
                  <a:lumOff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1" name="Graphic 20" descr="Customer review with solid fill">
              <a:extLst>
                <a:ext uri="{FF2B5EF4-FFF2-40B4-BE49-F238E27FC236}">
                  <a16:creationId xmlns:a16="http://schemas.microsoft.com/office/drawing/2014/main" id="{F3BE275F-DAC2-8C41-2B3A-FD5002884F5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400027" y="3700649"/>
              <a:ext cx="965534" cy="965534"/>
            </a:xfrm>
            <a:prstGeom prst="rect">
              <a:avLst/>
            </a:prstGeom>
          </p:spPr>
        </p:pic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FD0F25F4-DE18-9E33-120A-923A478A8BA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126882" y="2607575"/>
              <a:ext cx="1525117" cy="996871"/>
            </a:xfrm>
            <a:prstGeom prst="rect">
              <a:avLst/>
            </a:prstGeom>
          </p:spPr>
        </p:pic>
      </p:grpSp>
      <p:sp>
        <p:nvSpPr>
          <p:cNvPr id="26" name="Arrow: Right 25">
            <a:extLst>
              <a:ext uri="{FF2B5EF4-FFF2-40B4-BE49-F238E27FC236}">
                <a16:creationId xmlns:a16="http://schemas.microsoft.com/office/drawing/2014/main" id="{46EB3E60-57A2-3048-A916-245D3EEE448E}"/>
              </a:ext>
            </a:extLst>
          </p:cNvPr>
          <p:cNvSpPr/>
          <p:nvPr/>
        </p:nvSpPr>
        <p:spPr>
          <a:xfrm>
            <a:off x="2479751" y="3241547"/>
            <a:ext cx="666746" cy="37490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Speech Bubble: Rectangle with Corners Rounded 26">
            <a:extLst>
              <a:ext uri="{FF2B5EF4-FFF2-40B4-BE49-F238E27FC236}">
                <a16:creationId xmlns:a16="http://schemas.microsoft.com/office/drawing/2014/main" id="{E517CFDC-D9A8-D4E8-460B-065D935D90F7}"/>
              </a:ext>
            </a:extLst>
          </p:cNvPr>
          <p:cNvSpPr/>
          <p:nvPr/>
        </p:nvSpPr>
        <p:spPr>
          <a:xfrm>
            <a:off x="2603403" y="251328"/>
            <a:ext cx="7426422" cy="1258999"/>
          </a:xfrm>
          <a:prstGeom prst="wedgeRoundRectCallout">
            <a:avLst>
              <a:gd name="adj1" fmla="val -58761"/>
              <a:gd name="adj2" fmla="val 158489"/>
              <a:gd name="adj3" fmla="val 16667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en-US" sz="1200" dirty="0"/>
              <a:t>You are running an explainability benchmarking study for compound bioactivity prediction. The goal is to train a Deep Neural Network to distinguish compounds active against the D(2) dopamine receptor (</a:t>
            </a:r>
            <a:r>
              <a:rPr lang="en-US" sz="1200" dirty="0" err="1"/>
              <a:t>UniProt</a:t>
            </a:r>
            <a:r>
              <a:rPr lang="en-US" sz="1200" dirty="0"/>
              <a:t> P14416) from inactive compounds, evaluate its performance, and then directly compare two pairs of explainability methods on the same on the same correctly predicted active compound:  </a:t>
            </a:r>
            <a:r>
              <a:rPr lang="en-US" sz="1200" dirty="0" err="1"/>
              <a:t>Molanchor</a:t>
            </a:r>
            <a:r>
              <a:rPr lang="en-US" sz="1200" dirty="0"/>
              <a:t> vs SHAP and </a:t>
            </a:r>
            <a:r>
              <a:rPr lang="en-US" sz="1200" dirty="0" err="1"/>
              <a:t>MolCE</a:t>
            </a:r>
            <a:r>
              <a:rPr lang="en-US" sz="1200" dirty="0"/>
              <a:t> vs Counterfactuals. Summarize where the methods agree on the structural determinants of the predictions and where they disagree.</a:t>
            </a:r>
          </a:p>
        </p:txBody>
      </p:sp>
    </p:spTree>
    <p:extLst>
      <p:ext uri="{BB962C8B-B14F-4D97-AF65-F5344CB8AC3E}">
        <p14:creationId xmlns:p14="http://schemas.microsoft.com/office/powerpoint/2010/main" val="30171326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>
            <a:extLst>
              <a:ext uri="{FF2B5EF4-FFF2-40B4-BE49-F238E27FC236}">
                <a16:creationId xmlns:a16="http://schemas.microsoft.com/office/drawing/2014/main" id="{3E3C0CE0-F9D7-0B88-458B-B30D6DB941D5}"/>
              </a:ext>
            </a:extLst>
          </p:cNvPr>
          <p:cNvGrpSpPr/>
          <p:nvPr/>
        </p:nvGrpSpPr>
        <p:grpSpPr>
          <a:xfrm>
            <a:off x="232995" y="835775"/>
            <a:ext cx="1774658" cy="2310063"/>
            <a:chOff x="990492" y="2511372"/>
            <a:chExt cx="1774658" cy="2310063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9E9712B8-35C2-9D0B-5448-8B73757EC2F0}"/>
                </a:ext>
              </a:extLst>
            </p:cNvPr>
            <p:cNvSpPr/>
            <p:nvPr/>
          </p:nvSpPr>
          <p:spPr>
            <a:xfrm>
              <a:off x="990492" y="2511372"/>
              <a:ext cx="1774658" cy="2310063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2">
                  <a:lumMod val="25000"/>
                  <a:lumOff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1" name="Graphic 20" descr="Customer review with solid fill">
              <a:extLst>
                <a:ext uri="{FF2B5EF4-FFF2-40B4-BE49-F238E27FC236}">
                  <a16:creationId xmlns:a16="http://schemas.microsoft.com/office/drawing/2014/main" id="{F3BE275F-DAC2-8C41-2B3A-FD5002884F5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400027" y="3700649"/>
              <a:ext cx="965534" cy="965534"/>
            </a:xfrm>
            <a:prstGeom prst="rect">
              <a:avLst/>
            </a:prstGeom>
          </p:spPr>
        </p:pic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FD0F25F4-DE18-9E33-120A-923A478A8BA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126882" y="2607575"/>
              <a:ext cx="1525117" cy="996871"/>
            </a:xfrm>
            <a:prstGeom prst="rect">
              <a:avLst/>
            </a:prstGeom>
          </p:spPr>
        </p:pic>
      </p:grpSp>
      <p:sp>
        <p:nvSpPr>
          <p:cNvPr id="26" name="Arrow: Right 25">
            <a:extLst>
              <a:ext uri="{FF2B5EF4-FFF2-40B4-BE49-F238E27FC236}">
                <a16:creationId xmlns:a16="http://schemas.microsoft.com/office/drawing/2014/main" id="{46EB3E60-57A2-3048-A916-245D3EEE448E}"/>
              </a:ext>
            </a:extLst>
          </p:cNvPr>
          <p:cNvSpPr/>
          <p:nvPr/>
        </p:nvSpPr>
        <p:spPr>
          <a:xfrm>
            <a:off x="2327498" y="1803354"/>
            <a:ext cx="666746" cy="37490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488285A-EC5F-953B-2AA0-843EC3F5127C}"/>
              </a:ext>
            </a:extLst>
          </p:cNvPr>
          <p:cNvSpPr txBox="1"/>
          <p:nvPr/>
        </p:nvSpPr>
        <p:spPr>
          <a:xfrm>
            <a:off x="3983351" y="406630"/>
            <a:ext cx="27894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Class </a:t>
            </a:r>
            <a:r>
              <a:rPr lang="en-US" sz="1800" b="1" i="0" dirty="0">
                <a:solidFill>
                  <a:srgbClr val="0F0F0F"/>
                </a:solidFill>
                <a:effectLst/>
                <a:latin typeface="ui-sans-serif"/>
              </a:rPr>
              <a:t>PI3K-delta</a:t>
            </a:r>
            <a:endParaRPr lang="de-DE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41E8493-13A8-D084-AAF5-76892DBCDE12}"/>
              </a:ext>
            </a:extLst>
          </p:cNvPr>
          <p:cNvSpPr txBox="1"/>
          <p:nvPr/>
        </p:nvSpPr>
        <p:spPr>
          <a:xfrm>
            <a:off x="8311383" y="406630"/>
            <a:ext cx="24448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Class </a:t>
            </a:r>
            <a:r>
              <a:rPr lang="en-US" sz="1800" b="1" i="0" dirty="0">
                <a:solidFill>
                  <a:srgbClr val="0F0F0F"/>
                </a:solidFill>
                <a:effectLst/>
                <a:latin typeface="ui-sans-serif"/>
              </a:rPr>
              <a:t>PI3K-gamma</a:t>
            </a:r>
            <a:endParaRPr lang="de-DE" b="1" dirty="0"/>
          </a:p>
        </p:txBody>
      </p:sp>
      <p:pic>
        <p:nvPicPr>
          <p:cNvPr id="2" name="Picture 1" descr="A black and red molecule&#10;&#10;AI-generated content may be incorrect.">
            <a:extLst>
              <a:ext uri="{FF2B5EF4-FFF2-40B4-BE49-F238E27FC236}">
                <a16:creationId xmlns:a16="http://schemas.microsoft.com/office/drawing/2014/main" id="{009BB816-3CB1-11F0-349B-5754B7DE95D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0368"/>
          <a:stretch/>
        </p:blipFill>
        <p:spPr>
          <a:xfrm>
            <a:off x="3158908" y="1172606"/>
            <a:ext cx="4438368" cy="1959829"/>
          </a:xfrm>
          <a:prstGeom prst="rect">
            <a:avLst/>
          </a:prstGeom>
        </p:spPr>
      </p:pic>
      <p:pic>
        <p:nvPicPr>
          <p:cNvPr id="3" name="Picture 2" descr="A black and red molecule&#10;&#10;AI-generated content may be incorrect.">
            <a:extLst>
              <a:ext uri="{FF2B5EF4-FFF2-40B4-BE49-F238E27FC236}">
                <a16:creationId xmlns:a16="http://schemas.microsoft.com/office/drawing/2014/main" id="{8D7B2186-999B-65D7-929D-2E963456D95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0304"/>
          <a:stretch/>
        </p:blipFill>
        <p:spPr>
          <a:xfrm>
            <a:off x="7643507" y="1172606"/>
            <a:ext cx="4441990" cy="195822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E404A95-E54E-B3BB-3960-2906EAA6D7A6}"/>
              </a:ext>
            </a:extLst>
          </p:cNvPr>
          <p:cNvSpPr txBox="1"/>
          <p:nvPr/>
        </p:nvSpPr>
        <p:spPr>
          <a:xfrm>
            <a:off x="3077296" y="3322926"/>
            <a:ext cx="4603033" cy="22929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The model identifies </a:t>
            </a:r>
            <a:r>
              <a:rPr lang="en-US" sz="1100" b="1" dirty="0"/>
              <a:t>cyano-pyrimidine</a:t>
            </a:r>
            <a:r>
              <a:rPr lang="en-US" sz="1100" dirty="0"/>
              <a:t> derivatives as key anchors.</a:t>
            </a:r>
          </a:p>
          <a:p>
            <a:endParaRPr lang="en-US" sz="1100" dirty="0"/>
          </a:p>
          <a:p>
            <a:endParaRPr lang="en-US" sz="1100" dirty="0"/>
          </a:p>
          <a:p>
            <a:pPr marL="171450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100" b="1" dirty="0"/>
              <a:t>Top Fragment: </a:t>
            </a:r>
            <a:r>
              <a:rPr lang="en-US" sz="1100" dirty="0"/>
              <a:t>[*]c1ncnc(N)c1C#N (2-amino-4-cyanopyrimidine core)</a:t>
            </a:r>
          </a:p>
          <a:p>
            <a:pPr marL="171450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100" b="1" dirty="0"/>
              <a:t>Insight: </a:t>
            </a:r>
            <a:r>
              <a:rPr lang="en-US" sz="1100" dirty="0"/>
              <a:t>This motif is highly characteristic of PI3K-delta selective inhibitors. The presence of the </a:t>
            </a:r>
            <a:r>
              <a:rPr lang="en-US" sz="1100" dirty="0" err="1"/>
              <a:t>cyano</a:t>
            </a:r>
            <a:r>
              <a:rPr lang="en-US" sz="1100" dirty="0"/>
              <a:t> group (-CN) at the 4-position and an amino group (-NH2) at the 2-position of the pyrimidine ring appears to be a critical pharmacophore for delta selectivity. This aligns with known medicinal chemistry strategies where pyrimidine cores are tuned for PI3K-delta by exploiting specific sub-pocket interactions in the ATP-binding site.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5CD7569-CE35-8372-955F-0E824345FF03}"/>
              </a:ext>
            </a:extLst>
          </p:cNvPr>
          <p:cNvSpPr txBox="1"/>
          <p:nvPr/>
        </p:nvSpPr>
        <p:spPr>
          <a:xfrm>
            <a:off x="7898633" y="3316803"/>
            <a:ext cx="4154336" cy="29700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The model identifies </a:t>
            </a:r>
            <a:r>
              <a:rPr lang="en-US" sz="1100" b="1" dirty="0"/>
              <a:t>purine</a:t>
            </a:r>
            <a:r>
              <a:rPr lang="en-US" sz="1100" dirty="0"/>
              <a:t> and </a:t>
            </a:r>
            <a:r>
              <a:rPr lang="en-US" sz="1100" b="1" dirty="0"/>
              <a:t>tetrahydroisoquinoline-3-one</a:t>
            </a:r>
            <a:r>
              <a:rPr lang="en-US" sz="1100" dirty="0"/>
              <a:t> cores as key anchors.</a:t>
            </a:r>
          </a:p>
          <a:p>
            <a:endParaRPr lang="en-US" sz="1100" dirty="0"/>
          </a:p>
          <a:p>
            <a:pPr marL="171450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100" b="1" dirty="0"/>
              <a:t>Top Fragments: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100" dirty="0"/>
              <a:t>[*]c1ccn2nc(N)c([*])c2n1 (Purine-like core)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100" dirty="0"/>
              <a:t>[*]N1Cc2cc([*])cc([*])c2C1=O (Tetrahydroisoquinoline-3-one derivative)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100" b="1" dirty="0"/>
              <a:t>Insight: </a:t>
            </a:r>
            <a:r>
              <a:rPr lang="en-US" sz="1100" dirty="0"/>
              <a:t>The identification of tetrahydroisoquinoline-3-one scaffolds is particularly interesting. These structures are often found in PI3K-gamma selective inhibitors (e.g., IPI-549 analogues). The purine core also suggests a common heterocyclic motif adapted for gamma selectivity, possibly through extended interactions with the hinge region.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9103134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extBox 45">
            <a:extLst>
              <a:ext uri="{FF2B5EF4-FFF2-40B4-BE49-F238E27FC236}">
                <a16:creationId xmlns:a16="http://schemas.microsoft.com/office/drawing/2014/main" id="{C02F4519-6E55-F26A-E1A3-2105A25F6A50}"/>
              </a:ext>
            </a:extLst>
          </p:cNvPr>
          <p:cNvSpPr txBox="1"/>
          <p:nvPr/>
        </p:nvSpPr>
        <p:spPr>
          <a:xfrm>
            <a:off x="232995" y="4144987"/>
            <a:ext cx="4168792" cy="23852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600" b="1" dirty="0"/>
              <a:t>Comparing XAI methods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endParaRPr lang="en-US" sz="1200" b="1" dirty="0"/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1100" b="1" dirty="0"/>
              <a:t>Agreement: </a:t>
            </a:r>
            <a:r>
              <a:rPr lang="en-US" sz="1100" dirty="0"/>
              <a:t>Both methods converge on the morpholine-like ring as the critical pharmacophore. </a:t>
            </a:r>
            <a:r>
              <a:rPr lang="en-US" sz="1100" dirty="0" err="1"/>
              <a:t>MolAnchor</a:t>
            </a:r>
            <a:r>
              <a:rPr lang="en-US" sz="1100" dirty="0"/>
              <a:t> identifies the ring as a cohesive unit, while SHAP confirms that the atoms comprising this ring are indeed the most influential.</a:t>
            </a:r>
          </a:p>
          <a:p>
            <a:pPr algn="just"/>
            <a:endParaRPr lang="en-US" sz="1100" dirty="0"/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1100" b="1" dirty="0"/>
              <a:t>Disagreement: </a:t>
            </a:r>
            <a:r>
              <a:rPr lang="en-US" sz="1100" dirty="0" err="1"/>
              <a:t>MolAnchor</a:t>
            </a:r>
            <a:r>
              <a:rPr lang="en-US" sz="1100" dirty="0"/>
              <a:t> focuses strictly on the highest-precision fragment, potentially downplaying the contribution of the aromatic substituents (benzyl/thiophene) that SHAP would assign non-zero values to. </a:t>
            </a:r>
            <a:r>
              <a:rPr lang="en-US" sz="1100" dirty="0" err="1"/>
              <a:t>MolAnchor</a:t>
            </a:r>
            <a:r>
              <a:rPr lang="en-US" sz="1100" dirty="0"/>
              <a:t> is more "binary" (is this fragment present?), while SHAP is more "continuous" (how much does each atom contribute?).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3E3C0CE0-F9D7-0B88-458B-B30D6DB941D5}"/>
              </a:ext>
            </a:extLst>
          </p:cNvPr>
          <p:cNvGrpSpPr/>
          <p:nvPr/>
        </p:nvGrpSpPr>
        <p:grpSpPr>
          <a:xfrm>
            <a:off x="232995" y="835775"/>
            <a:ext cx="1774658" cy="2310063"/>
            <a:chOff x="990492" y="2511372"/>
            <a:chExt cx="1774658" cy="2310063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9E9712B8-35C2-9D0B-5448-8B73757EC2F0}"/>
                </a:ext>
              </a:extLst>
            </p:cNvPr>
            <p:cNvSpPr/>
            <p:nvPr/>
          </p:nvSpPr>
          <p:spPr>
            <a:xfrm>
              <a:off x="990492" y="2511372"/>
              <a:ext cx="1774658" cy="2310063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2">
                  <a:lumMod val="25000"/>
                  <a:lumOff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1" name="Graphic 20" descr="Customer review with solid fill">
              <a:extLst>
                <a:ext uri="{FF2B5EF4-FFF2-40B4-BE49-F238E27FC236}">
                  <a16:creationId xmlns:a16="http://schemas.microsoft.com/office/drawing/2014/main" id="{F3BE275F-DAC2-8C41-2B3A-FD5002884F5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400027" y="3700649"/>
              <a:ext cx="965534" cy="965534"/>
            </a:xfrm>
            <a:prstGeom prst="rect">
              <a:avLst/>
            </a:prstGeom>
          </p:spPr>
        </p:pic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FD0F25F4-DE18-9E33-120A-923A478A8BA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126882" y="2607575"/>
              <a:ext cx="1525117" cy="996871"/>
            </a:xfrm>
            <a:prstGeom prst="rect">
              <a:avLst/>
            </a:prstGeom>
          </p:spPr>
        </p:pic>
      </p:grpSp>
      <p:sp>
        <p:nvSpPr>
          <p:cNvPr id="26" name="Arrow: Right 25">
            <a:extLst>
              <a:ext uri="{FF2B5EF4-FFF2-40B4-BE49-F238E27FC236}">
                <a16:creationId xmlns:a16="http://schemas.microsoft.com/office/drawing/2014/main" id="{46EB3E60-57A2-3048-A916-245D3EEE448E}"/>
              </a:ext>
            </a:extLst>
          </p:cNvPr>
          <p:cNvSpPr/>
          <p:nvPr/>
        </p:nvSpPr>
        <p:spPr>
          <a:xfrm>
            <a:off x="2327498" y="1803354"/>
            <a:ext cx="666746" cy="37490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488285A-EC5F-953B-2AA0-843EC3F5127C}"/>
              </a:ext>
            </a:extLst>
          </p:cNvPr>
          <p:cNvSpPr txBox="1"/>
          <p:nvPr/>
        </p:nvSpPr>
        <p:spPr>
          <a:xfrm>
            <a:off x="4038831" y="406630"/>
            <a:ext cx="24448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err="1"/>
              <a:t>MolAnchor</a:t>
            </a:r>
            <a:endParaRPr lang="de-DE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41E8493-13A8-D084-AAF5-76892DBCDE12}"/>
              </a:ext>
            </a:extLst>
          </p:cNvPr>
          <p:cNvSpPr txBox="1"/>
          <p:nvPr/>
        </p:nvSpPr>
        <p:spPr>
          <a:xfrm>
            <a:off x="8311383" y="406630"/>
            <a:ext cx="24448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b="1" dirty="0"/>
              <a:t>SHAP</a:t>
            </a:r>
            <a:endParaRPr lang="de-DE" b="1" dirty="0"/>
          </a:p>
        </p:txBody>
      </p:sp>
      <p:sp>
        <p:nvSpPr>
          <p:cNvPr id="22" name="Arrow: Right 21">
            <a:extLst>
              <a:ext uri="{FF2B5EF4-FFF2-40B4-BE49-F238E27FC236}">
                <a16:creationId xmlns:a16="http://schemas.microsoft.com/office/drawing/2014/main" id="{CC3DB96C-E7DA-1AD3-B9F5-7FDA8BA9B3AD}"/>
              </a:ext>
            </a:extLst>
          </p:cNvPr>
          <p:cNvSpPr/>
          <p:nvPr/>
        </p:nvSpPr>
        <p:spPr>
          <a:xfrm rot="5400000">
            <a:off x="786951" y="3558887"/>
            <a:ext cx="666746" cy="37490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9EC2A3B4-5B0E-882B-8458-F75AA108A5E6}"/>
              </a:ext>
            </a:extLst>
          </p:cNvPr>
          <p:cNvGrpSpPr/>
          <p:nvPr/>
        </p:nvGrpSpPr>
        <p:grpSpPr>
          <a:xfrm>
            <a:off x="4841173" y="4522527"/>
            <a:ext cx="6165816" cy="573974"/>
            <a:chOff x="4841173" y="4193969"/>
            <a:chExt cx="6165816" cy="573974"/>
          </a:xfrm>
        </p:grpSpPr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FFDCAFC5-B9FC-083C-56A5-5CB45102C9FB}"/>
                </a:ext>
              </a:extLst>
            </p:cNvPr>
            <p:cNvCxnSpPr>
              <a:cxnSpLocks/>
            </p:cNvCxnSpPr>
            <p:nvPr/>
          </p:nvCxnSpPr>
          <p:spPr>
            <a:xfrm>
              <a:off x="4841173" y="4480956"/>
              <a:ext cx="180000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Rectangle: Rounded Corners 27">
              <a:extLst>
                <a:ext uri="{FF2B5EF4-FFF2-40B4-BE49-F238E27FC236}">
                  <a16:creationId xmlns:a16="http://schemas.microsoft.com/office/drawing/2014/main" id="{5B927D80-0780-203A-8CD6-2AFA89094D43}"/>
                </a:ext>
              </a:extLst>
            </p:cNvPr>
            <p:cNvSpPr/>
            <p:nvPr/>
          </p:nvSpPr>
          <p:spPr>
            <a:xfrm>
              <a:off x="7278137" y="4193969"/>
              <a:ext cx="3728852" cy="573974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Morpholine-like ring as the critical pharmacophore </a:t>
              </a:r>
              <a:endParaRPr lang="de-DE" sz="14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94E61FAA-489A-631D-A169-A21283220D66}"/>
              </a:ext>
            </a:extLst>
          </p:cNvPr>
          <p:cNvGrpSpPr/>
          <p:nvPr/>
        </p:nvGrpSpPr>
        <p:grpSpPr>
          <a:xfrm>
            <a:off x="4841173" y="5396256"/>
            <a:ext cx="6165816" cy="1111401"/>
            <a:chOff x="4841173" y="5067698"/>
            <a:chExt cx="6165816" cy="1111401"/>
          </a:xfrm>
        </p:grpSpPr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6BA7A5D6-C7CD-4C58-39DD-3212C8919ED5}"/>
                </a:ext>
              </a:extLst>
            </p:cNvPr>
            <p:cNvCxnSpPr>
              <a:cxnSpLocks/>
            </p:cNvCxnSpPr>
            <p:nvPr/>
          </p:nvCxnSpPr>
          <p:spPr>
            <a:xfrm>
              <a:off x="4841173" y="5623398"/>
              <a:ext cx="180000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Rectangle: Rounded Corners 29">
              <a:extLst>
                <a:ext uri="{FF2B5EF4-FFF2-40B4-BE49-F238E27FC236}">
                  <a16:creationId xmlns:a16="http://schemas.microsoft.com/office/drawing/2014/main" id="{B0D4C90D-2A3D-51FF-63CF-89B19440DDFB}"/>
                </a:ext>
              </a:extLst>
            </p:cNvPr>
            <p:cNvSpPr/>
            <p:nvPr/>
          </p:nvSpPr>
          <p:spPr>
            <a:xfrm>
              <a:off x="7278137" y="5067698"/>
              <a:ext cx="3728852" cy="1111401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400" b="1" dirty="0" err="1">
                  <a:solidFill>
                    <a:schemeClr val="tx1"/>
                  </a:solidFill>
                </a:rPr>
                <a:t>MolAnchor</a:t>
              </a:r>
              <a:r>
                <a:rPr lang="en-US" sz="1400" b="1" dirty="0">
                  <a:solidFill>
                    <a:schemeClr val="tx1"/>
                  </a:solidFill>
                </a:rPr>
                <a:t> </a:t>
              </a:r>
              <a:r>
                <a:rPr lang="en-US" sz="1400" dirty="0">
                  <a:solidFill>
                    <a:schemeClr val="tx1"/>
                  </a:solidFill>
                </a:rPr>
                <a:t>- focus on the highest-precision fragment</a:t>
              </a:r>
            </a:p>
            <a:p>
              <a:endParaRPr lang="en-US" sz="1400" dirty="0">
                <a:solidFill>
                  <a:schemeClr val="tx1"/>
                </a:solidFill>
              </a:endParaRPr>
            </a:p>
            <a:p>
              <a:r>
                <a:rPr lang="en-US" sz="1400" b="1" dirty="0">
                  <a:solidFill>
                    <a:schemeClr val="tx1"/>
                  </a:solidFill>
                </a:rPr>
                <a:t>SHAP</a:t>
              </a:r>
              <a:r>
                <a:rPr lang="en-US" sz="1400" dirty="0">
                  <a:solidFill>
                    <a:schemeClr val="tx1"/>
                  </a:solidFill>
                </a:rPr>
                <a:t> – focus on atom contribution</a:t>
              </a:r>
              <a:endParaRPr lang="de-DE" sz="1400" dirty="0">
                <a:solidFill>
                  <a:schemeClr val="tx1"/>
                </a:solidFill>
              </a:endParaRPr>
            </a:p>
          </p:txBody>
        </p:sp>
      </p:grpSp>
      <p:pic>
        <p:nvPicPr>
          <p:cNvPr id="8" name="Picture 7" descr="A molecule of a chemical structure&#10;&#10;AI-generated content may be incorrect.">
            <a:extLst>
              <a:ext uri="{FF2B5EF4-FFF2-40B4-BE49-F238E27FC236}">
                <a16:creationId xmlns:a16="http://schemas.microsoft.com/office/drawing/2014/main" id="{A34E11FB-A19D-87A2-8358-029E83B1B39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01" t="21936" r="4499" b="21811"/>
          <a:stretch/>
        </p:blipFill>
        <p:spPr>
          <a:xfrm>
            <a:off x="3605250" y="1065529"/>
            <a:ext cx="3312000" cy="2038388"/>
          </a:xfrm>
          <a:prstGeom prst="rect">
            <a:avLst/>
          </a:prstGeom>
        </p:spPr>
      </p:pic>
      <p:pic>
        <p:nvPicPr>
          <p:cNvPr id="23" name="Picture 22" descr="A structure of a chemical formula&#10;&#10;AI-generated content may be incorrect.">
            <a:extLst>
              <a:ext uri="{FF2B5EF4-FFF2-40B4-BE49-F238E27FC236}">
                <a16:creationId xmlns:a16="http://schemas.microsoft.com/office/drawing/2014/main" id="{A2289CF0-0B79-FB00-8B39-2130F1B1729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28" t="25207" r="11064" b="25192"/>
          <a:stretch/>
        </p:blipFill>
        <p:spPr>
          <a:xfrm>
            <a:off x="7877802" y="1023609"/>
            <a:ext cx="3312000" cy="2122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98329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extBox 45">
            <a:extLst>
              <a:ext uri="{FF2B5EF4-FFF2-40B4-BE49-F238E27FC236}">
                <a16:creationId xmlns:a16="http://schemas.microsoft.com/office/drawing/2014/main" id="{C02F4519-6E55-F26A-E1A3-2105A25F6A50}"/>
              </a:ext>
            </a:extLst>
          </p:cNvPr>
          <p:cNvSpPr txBox="1"/>
          <p:nvPr/>
        </p:nvSpPr>
        <p:spPr>
          <a:xfrm>
            <a:off x="232995" y="4144987"/>
            <a:ext cx="4168792" cy="23852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600" b="1" dirty="0"/>
              <a:t>Comparing XAI methods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endParaRPr lang="en-US" sz="1200" b="1" dirty="0"/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1100" b="1" dirty="0"/>
              <a:t>Agreement: </a:t>
            </a:r>
            <a:r>
              <a:rPr lang="en-US" sz="1100" dirty="0"/>
              <a:t>Both methods highlight that modifications to the R-groups attached to the morpholine ring are the most sensitive levers for changing bioactivity.</a:t>
            </a:r>
          </a:p>
          <a:p>
            <a:pPr algn="just"/>
            <a:endParaRPr lang="en-US" sz="1100" b="1" dirty="0"/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1100" b="1" dirty="0"/>
              <a:t>Disagreement: </a:t>
            </a:r>
            <a:r>
              <a:rPr lang="en-US" sz="1100" dirty="0" err="1"/>
              <a:t>MolCE</a:t>
            </a:r>
            <a:r>
              <a:rPr lang="en-US" sz="1100" dirty="0"/>
              <a:t> provides a theoretical contrastive feature (a specific R-group that is "anti-activating"). Counterfactuals provides concrete examples of inactive molecules. </a:t>
            </a:r>
            <a:r>
              <a:rPr lang="en-US" sz="1100" dirty="0" err="1"/>
              <a:t>MolCE</a:t>
            </a:r>
            <a:r>
              <a:rPr lang="en-US" sz="1100" dirty="0"/>
              <a:t> might suggest an R-group not present in the immediate neighborhood of the query, whereas Counterfactuals are constrained by the available library of R-groups for substitution.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3E3C0CE0-F9D7-0B88-458B-B30D6DB941D5}"/>
              </a:ext>
            </a:extLst>
          </p:cNvPr>
          <p:cNvGrpSpPr/>
          <p:nvPr/>
        </p:nvGrpSpPr>
        <p:grpSpPr>
          <a:xfrm>
            <a:off x="232995" y="835775"/>
            <a:ext cx="1774658" cy="2310063"/>
            <a:chOff x="990492" y="2511372"/>
            <a:chExt cx="1774658" cy="2310063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9E9712B8-35C2-9D0B-5448-8B73757EC2F0}"/>
                </a:ext>
              </a:extLst>
            </p:cNvPr>
            <p:cNvSpPr/>
            <p:nvPr/>
          </p:nvSpPr>
          <p:spPr>
            <a:xfrm>
              <a:off x="990492" y="2511372"/>
              <a:ext cx="1774658" cy="2310063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2">
                  <a:lumMod val="25000"/>
                  <a:lumOff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1" name="Graphic 20" descr="Customer review with solid fill">
              <a:extLst>
                <a:ext uri="{FF2B5EF4-FFF2-40B4-BE49-F238E27FC236}">
                  <a16:creationId xmlns:a16="http://schemas.microsoft.com/office/drawing/2014/main" id="{F3BE275F-DAC2-8C41-2B3A-FD5002884F5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400027" y="3700649"/>
              <a:ext cx="965534" cy="965534"/>
            </a:xfrm>
            <a:prstGeom prst="rect">
              <a:avLst/>
            </a:prstGeom>
          </p:spPr>
        </p:pic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FD0F25F4-DE18-9E33-120A-923A478A8BA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126882" y="2607575"/>
              <a:ext cx="1525117" cy="996871"/>
            </a:xfrm>
            <a:prstGeom prst="rect">
              <a:avLst/>
            </a:prstGeom>
          </p:spPr>
        </p:pic>
      </p:grpSp>
      <p:sp>
        <p:nvSpPr>
          <p:cNvPr id="26" name="Arrow: Right 25">
            <a:extLst>
              <a:ext uri="{FF2B5EF4-FFF2-40B4-BE49-F238E27FC236}">
                <a16:creationId xmlns:a16="http://schemas.microsoft.com/office/drawing/2014/main" id="{46EB3E60-57A2-3048-A916-245D3EEE448E}"/>
              </a:ext>
            </a:extLst>
          </p:cNvPr>
          <p:cNvSpPr/>
          <p:nvPr/>
        </p:nvSpPr>
        <p:spPr>
          <a:xfrm>
            <a:off x="2327498" y="1803354"/>
            <a:ext cx="666746" cy="37490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DA01BAF4-359C-BB38-4616-17928143767D}"/>
              </a:ext>
            </a:extLst>
          </p:cNvPr>
          <p:cNvGrpSpPr/>
          <p:nvPr/>
        </p:nvGrpSpPr>
        <p:grpSpPr>
          <a:xfrm>
            <a:off x="3100852" y="406630"/>
            <a:ext cx="4177285" cy="3044438"/>
            <a:chOff x="2837001" y="180836"/>
            <a:chExt cx="4177285" cy="3044438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5C615D10-25D2-1F41-F5FD-4EFD3DB05967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2837001" y="756337"/>
              <a:ext cx="2160399" cy="2468937"/>
              <a:chOff x="3436044" y="2054607"/>
              <a:chExt cx="2487556" cy="2842817"/>
            </a:xfrm>
          </p:grpSpPr>
          <p:pic>
            <p:nvPicPr>
              <p:cNvPr id="10" name="Picture 9" descr="A screenshot of a graph&#10;&#10;AI-generated content may be incorrect.">
                <a:extLst>
                  <a:ext uri="{FF2B5EF4-FFF2-40B4-BE49-F238E27FC236}">
                    <a16:creationId xmlns:a16="http://schemas.microsoft.com/office/drawing/2014/main" id="{E5CCB7DC-7BE9-E070-5374-2C22E866120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1035" t="24006" r="53731" b="44988"/>
              <a:stretch/>
            </p:blipFill>
            <p:spPr>
              <a:xfrm>
                <a:off x="3436044" y="2054607"/>
                <a:ext cx="2222549" cy="2392796"/>
              </a:xfrm>
              <a:prstGeom prst="rect">
                <a:avLst/>
              </a:prstGeom>
            </p:spPr>
          </p:pic>
          <p:pic>
            <p:nvPicPr>
              <p:cNvPr id="15" name="Picture 14" descr="A screenshot of a graph&#10;&#10;AI-generated content may be incorrect.">
                <a:extLst>
                  <a:ext uri="{FF2B5EF4-FFF2-40B4-BE49-F238E27FC236}">
                    <a16:creationId xmlns:a16="http://schemas.microsoft.com/office/drawing/2014/main" id="{413DC958-3438-AD99-8ED3-9413D987A5A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1170" t="17838" r="53596" b="76213"/>
              <a:stretch/>
            </p:blipFill>
            <p:spPr>
              <a:xfrm>
                <a:off x="3701051" y="4438366"/>
                <a:ext cx="2222549" cy="459058"/>
              </a:xfrm>
              <a:prstGeom prst="rect">
                <a:avLst/>
              </a:prstGeom>
            </p:spPr>
          </p:pic>
        </p:grpSp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32A6B30B-7C85-BDCD-D535-21D074298F51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5025516" y="794440"/>
              <a:ext cx="1988770" cy="2392732"/>
              <a:chOff x="5620740" y="1990807"/>
              <a:chExt cx="2369090" cy="2850303"/>
            </a:xfrm>
          </p:grpSpPr>
          <p:pic>
            <p:nvPicPr>
              <p:cNvPr id="12" name="Picture 11" descr="A screenshot of a graph&#10;&#10;AI-generated content may be incorrect.">
                <a:extLst>
                  <a:ext uri="{FF2B5EF4-FFF2-40B4-BE49-F238E27FC236}">
                    <a16:creationId xmlns:a16="http://schemas.microsoft.com/office/drawing/2014/main" id="{635294F4-DE55-F52A-0F65-840B513A24A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56362" t="23416" r="29209" b="43925"/>
              <a:stretch/>
            </p:blipFill>
            <p:spPr>
              <a:xfrm>
                <a:off x="5620740" y="1990807"/>
                <a:ext cx="2105025" cy="2520397"/>
              </a:xfrm>
              <a:prstGeom prst="rect">
                <a:avLst/>
              </a:prstGeom>
            </p:spPr>
          </p:pic>
          <p:pic>
            <p:nvPicPr>
              <p:cNvPr id="16" name="Picture 15" descr="A screenshot of a graph&#10;&#10;AI-generated content may be incorrect.">
                <a:extLst>
                  <a:ext uri="{FF2B5EF4-FFF2-40B4-BE49-F238E27FC236}">
                    <a16:creationId xmlns:a16="http://schemas.microsoft.com/office/drawing/2014/main" id="{65A8E5C2-6215-DED8-8284-904D83645C2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56362" t="18606" r="29209" b="76905"/>
              <a:stretch/>
            </p:blipFill>
            <p:spPr>
              <a:xfrm>
                <a:off x="5884805" y="4494680"/>
                <a:ext cx="2105025" cy="346430"/>
              </a:xfrm>
              <a:prstGeom prst="rect">
                <a:avLst/>
              </a:prstGeom>
            </p:spPr>
          </p:pic>
        </p:grp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2488285A-EC5F-953B-2AA0-843EC3F5127C}"/>
                </a:ext>
              </a:extLst>
            </p:cNvPr>
            <p:cNvSpPr txBox="1"/>
            <p:nvPr/>
          </p:nvSpPr>
          <p:spPr>
            <a:xfrm>
              <a:off x="3774980" y="180836"/>
              <a:ext cx="244483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/>
                <a:t>Counterfactuals</a:t>
              </a:r>
              <a:endParaRPr lang="de-DE" b="1" dirty="0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A32F1FE-2AD1-7279-C420-23D2BBBE4114}"/>
              </a:ext>
            </a:extLst>
          </p:cNvPr>
          <p:cNvGrpSpPr/>
          <p:nvPr/>
        </p:nvGrpSpPr>
        <p:grpSpPr>
          <a:xfrm>
            <a:off x="7476422" y="406630"/>
            <a:ext cx="4305800" cy="2445525"/>
            <a:chOff x="7484339" y="181744"/>
            <a:chExt cx="4305800" cy="2445525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41B0B536-979D-AF86-E1AA-3EDC1D09F714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7484339" y="1329135"/>
              <a:ext cx="2052000" cy="1269160"/>
              <a:chOff x="7955797" y="1713756"/>
              <a:chExt cx="2885092" cy="1784427"/>
            </a:xfrm>
          </p:grpSpPr>
          <p:pic>
            <p:nvPicPr>
              <p:cNvPr id="4" name="Picture 3" descr="A black and red chemical structure&#10;&#10;AI-generated content may be incorrect.">
                <a:extLst>
                  <a:ext uri="{FF2B5EF4-FFF2-40B4-BE49-F238E27FC236}">
                    <a16:creationId xmlns:a16="http://schemas.microsoft.com/office/drawing/2014/main" id="{9B8DE2D9-50FB-48E1-3766-F90DC4B43C3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6131" t="13384" r="50592" b="35527"/>
              <a:stretch/>
            </p:blipFill>
            <p:spPr>
              <a:xfrm>
                <a:off x="7955797" y="1713756"/>
                <a:ext cx="2885092" cy="1385205"/>
              </a:xfrm>
              <a:prstGeom prst="rect">
                <a:avLst/>
              </a:prstGeom>
            </p:spPr>
          </p:pic>
          <p:pic>
            <p:nvPicPr>
              <p:cNvPr id="17" name="Picture 16" descr="A black and red chemical structure&#10;&#10;AI-generated content may be incorrect.">
                <a:extLst>
                  <a:ext uri="{FF2B5EF4-FFF2-40B4-BE49-F238E27FC236}">
                    <a16:creationId xmlns:a16="http://schemas.microsoft.com/office/drawing/2014/main" id="{9A57B164-6AA0-9A5C-969C-361475D72D2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4138" t="87643" r="59329" b="4628"/>
              <a:stretch/>
            </p:blipFill>
            <p:spPr>
              <a:xfrm>
                <a:off x="8883993" y="3231955"/>
                <a:ext cx="1028700" cy="266228"/>
              </a:xfrm>
              <a:prstGeom prst="rect">
                <a:avLst/>
              </a:prstGeom>
            </p:spPr>
          </p:pic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3AA3631B-3F0D-3733-0FDC-BBD18F86BEDB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9738139" y="1397550"/>
              <a:ext cx="2052000" cy="1229719"/>
              <a:chOff x="7951035" y="3350221"/>
              <a:chExt cx="2894617" cy="1734681"/>
            </a:xfrm>
          </p:grpSpPr>
          <p:pic>
            <p:nvPicPr>
              <p:cNvPr id="13" name="Picture 12" descr="A black and red chemical structure&#10;&#10;AI-generated content may be incorrect.">
                <a:extLst>
                  <a:ext uri="{FF2B5EF4-FFF2-40B4-BE49-F238E27FC236}">
                    <a16:creationId xmlns:a16="http://schemas.microsoft.com/office/drawing/2014/main" id="{7E80FD93-EC36-7292-D41F-2AB7B9A8674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51184" t="14586" r="25463" b="34325"/>
              <a:stretch/>
            </p:blipFill>
            <p:spPr>
              <a:xfrm>
                <a:off x="7951035" y="3350221"/>
                <a:ext cx="2894617" cy="1385206"/>
              </a:xfrm>
              <a:prstGeom prst="rect">
                <a:avLst/>
              </a:prstGeom>
            </p:spPr>
          </p:pic>
          <p:pic>
            <p:nvPicPr>
              <p:cNvPr id="18" name="Picture 17" descr="A black and red chemical structure&#10;&#10;AI-generated content may be incorrect.">
                <a:extLst>
                  <a:ext uri="{FF2B5EF4-FFF2-40B4-BE49-F238E27FC236}">
                    <a16:creationId xmlns:a16="http://schemas.microsoft.com/office/drawing/2014/main" id="{721B14D9-308B-88B5-4785-360A6C50601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59497" t="85098" r="34125" b="3309"/>
              <a:stretch/>
            </p:blipFill>
            <p:spPr>
              <a:xfrm>
                <a:off x="8926807" y="4709945"/>
                <a:ext cx="943073" cy="374957"/>
              </a:xfrm>
              <a:prstGeom prst="rect">
                <a:avLst/>
              </a:prstGeom>
            </p:spPr>
          </p:pic>
        </p:grp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641E8493-13A8-D084-AAF5-76892DBCDE12}"/>
                </a:ext>
              </a:extLst>
            </p:cNvPr>
            <p:cNvSpPr txBox="1"/>
            <p:nvPr/>
          </p:nvSpPr>
          <p:spPr>
            <a:xfrm>
              <a:off x="8319300" y="181744"/>
              <a:ext cx="244483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800" b="1" dirty="0" err="1"/>
                <a:t>MolCE</a:t>
              </a:r>
              <a:endParaRPr lang="de-DE" b="1" dirty="0"/>
            </a:p>
          </p:txBody>
        </p:sp>
      </p:grpSp>
      <p:sp>
        <p:nvSpPr>
          <p:cNvPr id="22" name="Arrow: Right 21">
            <a:extLst>
              <a:ext uri="{FF2B5EF4-FFF2-40B4-BE49-F238E27FC236}">
                <a16:creationId xmlns:a16="http://schemas.microsoft.com/office/drawing/2014/main" id="{CC3DB96C-E7DA-1AD3-B9F5-7FDA8BA9B3AD}"/>
              </a:ext>
            </a:extLst>
          </p:cNvPr>
          <p:cNvSpPr/>
          <p:nvPr/>
        </p:nvSpPr>
        <p:spPr>
          <a:xfrm rot="5400000">
            <a:off x="786951" y="3558887"/>
            <a:ext cx="666746" cy="37490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9EC2A3B4-5B0E-882B-8458-F75AA108A5E6}"/>
              </a:ext>
            </a:extLst>
          </p:cNvPr>
          <p:cNvGrpSpPr/>
          <p:nvPr/>
        </p:nvGrpSpPr>
        <p:grpSpPr>
          <a:xfrm>
            <a:off x="4841173" y="4522527"/>
            <a:ext cx="6165816" cy="573974"/>
            <a:chOff x="4841173" y="4193969"/>
            <a:chExt cx="6165816" cy="573974"/>
          </a:xfrm>
        </p:grpSpPr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FFDCAFC5-B9FC-083C-56A5-5CB45102C9FB}"/>
                </a:ext>
              </a:extLst>
            </p:cNvPr>
            <p:cNvCxnSpPr>
              <a:cxnSpLocks/>
            </p:cNvCxnSpPr>
            <p:nvPr/>
          </p:nvCxnSpPr>
          <p:spPr>
            <a:xfrm>
              <a:off x="4841173" y="4480956"/>
              <a:ext cx="180000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Rectangle: Rounded Corners 27">
              <a:extLst>
                <a:ext uri="{FF2B5EF4-FFF2-40B4-BE49-F238E27FC236}">
                  <a16:creationId xmlns:a16="http://schemas.microsoft.com/office/drawing/2014/main" id="{5B927D80-0780-203A-8CD6-2AFA89094D43}"/>
                </a:ext>
              </a:extLst>
            </p:cNvPr>
            <p:cNvSpPr/>
            <p:nvPr/>
          </p:nvSpPr>
          <p:spPr>
            <a:xfrm>
              <a:off x="7278137" y="4193969"/>
              <a:ext cx="3728852" cy="573974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R-groups attached to the morpholine ring </a:t>
              </a:r>
              <a:endParaRPr lang="de-DE" sz="14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94E61FAA-489A-631D-A169-A21283220D66}"/>
              </a:ext>
            </a:extLst>
          </p:cNvPr>
          <p:cNvGrpSpPr/>
          <p:nvPr/>
        </p:nvGrpSpPr>
        <p:grpSpPr>
          <a:xfrm>
            <a:off x="4841173" y="5396256"/>
            <a:ext cx="6165816" cy="1111401"/>
            <a:chOff x="4841173" y="5067698"/>
            <a:chExt cx="6165816" cy="1111401"/>
          </a:xfrm>
        </p:grpSpPr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6BA7A5D6-C7CD-4C58-39DD-3212C8919ED5}"/>
                </a:ext>
              </a:extLst>
            </p:cNvPr>
            <p:cNvCxnSpPr>
              <a:cxnSpLocks/>
            </p:cNvCxnSpPr>
            <p:nvPr/>
          </p:nvCxnSpPr>
          <p:spPr>
            <a:xfrm>
              <a:off x="4841173" y="5623398"/>
              <a:ext cx="180000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Rectangle: Rounded Corners 29">
              <a:extLst>
                <a:ext uri="{FF2B5EF4-FFF2-40B4-BE49-F238E27FC236}">
                  <a16:creationId xmlns:a16="http://schemas.microsoft.com/office/drawing/2014/main" id="{B0D4C90D-2A3D-51FF-63CF-89B19440DDFB}"/>
                </a:ext>
              </a:extLst>
            </p:cNvPr>
            <p:cNvSpPr/>
            <p:nvPr/>
          </p:nvSpPr>
          <p:spPr>
            <a:xfrm>
              <a:off x="7278137" y="5067698"/>
              <a:ext cx="3728852" cy="1111401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1400" dirty="0">
                <a:solidFill>
                  <a:schemeClr val="tx1"/>
                </a:solidFill>
              </a:endParaRPr>
            </a:p>
            <a:p>
              <a:r>
                <a:rPr lang="en-US" sz="1400" b="1" dirty="0" err="1">
                  <a:solidFill>
                    <a:schemeClr val="tx1"/>
                  </a:solidFill>
                </a:rPr>
                <a:t>MolCE</a:t>
              </a:r>
              <a:r>
                <a:rPr lang="en-US" sz="1400" dirty="0">
                  <a:solidFill>
                    <a:schemeClr val="tx1"/>
                  </a:solidFill>
                </a:rPr>
                <a:t> - R-group that is “anti-activating”</a:t>
              </a:r>
            </a:p>
            <a:p>
              <a:endParaRPr lang="en-US" sz="1400" dirty="0">
                <a:solidFill>
                  <a:schemeClr val="tx1"/>
                </a:solidFill>
              </a:endParaRPr>
            </a:p>
            <a:p>
              <a:r>
                <a:rPr lang="en-US" sz="1400" b="1" dirty="0">
                  <a:solidFill>
                    <a:schemeClr val="tx1"/>
                  </a:solidFill>
                </a:rPr>
                <a:t>Counterfactuals</a:t>
              </a:r>
              <a:r>
                <a:rPr lang="en-US" sz="1400" dirty="0">
                  <a:solidFill>
                    <a:schemeClr val="tx1"/>
                  </a:solidFill>
                </a:rPr>
                <a:t> - concrete examples of inactive molecules</a:t>
              </a:r>
            </a:p>
            <a:p>
              <a:r>
                <a:rPr lang="en-US" sz="1400" dirty="0">
                  <a:solidFill>
                    <a:schemeClr val="tx1"/>
                  </a:solidFill>
                </a:rPr>
                <a:t>   </a:t>
              </a:r>
              <a:endParaRPr lang="de-DE" sz="1400" dirty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74922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>
            <a:extLst>
              <a:ext uri="{FF2B5EF4-FFF2-40B4-BE49-F238E27FC236}">
                <a16:creationId xmlns:a16="http://schemas.microsoft.com/office/drawing/2014/main" id="{E86EE5E3-FE9F-4121-B9A5-B37A7ABDE94A}"/>
              </a:ext>
            </a:extLst>
          </p:cNvPr>
          <p:cNvGrpSpPr/>
          <p:nvPr/>
        </p:nvGrpSpPr>
        <p:grpSpPr>
          <a:xfrm>
            <a:off x="85665" y="58758"/>
            <a:ext cx="11264427" cy="4786059"/>
            <a:chOff x="85665" y="58758"/>
            <a:chExt cx="11264427" cy="4786059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F0EBE845-DF25-4DC2-8967-4CA69A85C48A}"/>
                </a:ext>
              </a:extLst>
            </p:cNvPr>
            <p:cNvGrpSpPr/>
            <p:nvPr/>
          </p:nvGrpSpPr>
          <p:grpSpPr>
            <a:xfrm>
              <a:off x="85665" y="58758"/>
              <a:ext cx="11264427" cy="4786059"/>
              <a:chOff x="85665" y="58758"/>
              <a:chExt cx="11264427" cy="4786059"/>
            </a:xfrm>
          </p:grpSpPr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8D392176-39B0-E02A-04FB-B50681B4ED59}"/>
                  </a:ext>
                </a:extLst>
              </p:cNvPr>
              <p:cNvSpPr/>
              <p:nvPr/>
            </p:nvSpPr>
            <p:spPr>
              <a:xfrm>
                <a:off x="4987051" y="1660358"/>
                <a:ext cx="1774658" cy="2310063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2">
                    <a:lumMod val="25000"/>
                    <a:lumOff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pic>
            <p:nvPicPr>
              <p:cNvPr id="6" name="Graphic 5" descr="Customer review with solid fill">
                <a:extLst>
                  <a:ext uri="{FF2B5EF4-FFF2-40B4-BE49-F238E27FC236}">
                    <a16:creationId xmlns:a16="http://schemas.microsoft.com/office/drawing/2014/main" id="{666CD9FA-4187-BB20-E80C-92067F3EC87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5396586" y="2849635"/>
                <a:ext cx="965534" cy="965534"/>
              </a:xfrm>
              <a:prstGeom prst="rect">
                <a:avLst/>
              </a:prstGeom>
            </p:spPr>
          </p:pic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03E178F-D3AC-AB26-D0BF-0CF30E4C6B37}"/>
                  </a:ext>
                </a:extLst>
              </p:cNvPr>
              <p:cNvSpPr txBox="1"/>
              <p:nvPr/>
            </p:nvSpPr>
            <p:spPr>
              <a:xfrm>
                <a:off x="4987052" y="95650"/>
                <a:ext cx="1774657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/>
                  <a:t>Datasets</a:t>
                </a:r>
              </a:p>
            </p:txBody>
          </p:sp>
          <p:grpSp>
            <p:nvGrpSpPr>
              <p:cNvPr id="89" name="Group 88">
                <a:extLst>
                  <a:ext uri="{FF2B5EF4-FFF2-40B4-BE49-F238E27FC236}">
                    <a16:creationId xmlns:a16="http://schemas.microsoft.com/office/drawing/2014/main" id="{71AF7729-382A-AE37-20A5-F8D46546E3DE}"/>
                  </a:ext>
                </a:extLst>
              </p:cNvPr>
              <p:cNvGrpSpPr/>
              <p:nvPr/>
            </p:nvGrpSpPr>
            <p:grpSpPr>
              <a:xfrm>
                <a:off x="5257760" y="511677"/>
                <a:ext cx="1233240" cy="545260"/>
                <a:chOff x="5251780" y="511677"/>
                <a:chExt cx="1233240" cy="545260"/>
              </a:xfrm>
            </p:grpSpPr>
            <p:grpSp>
              <p:nvGrpSpPr>
                <p:cNvPr id="15" name="Group 14">
                  <a:extLst>
                    <a:ext uri="{FF2B5EF4-FFF2-40B4-BE49-F238E27FC236}">
                      <a16:creationId xmlns:a16="http://schemas.microsoft.com/office/drawing/2014/main" id="{56F12FBD-72D5-CE43-8873-59AC5E183FE8}"/>
                    </a:ext>
                  </a:extLst>
                </p:cNvPr>
                <p:cNvGrpSpPr/>
                <p:nvPr/>
              </p:nvGrpSpPr>
              <p:grpSpPr>
                <a:xfrm>
                  <a:off x="5991724" y="511677"/>
                  <a:ext cx="493296" cy="545260"/>
                  <a:chOff x="5565105" y="592750"/>
                  <a:chExt cx="493296" cy="545260"/>
                </a:xfrm>
              </p:grpSpPr>
              <p:sp>
                <p:nvSpPr>
                  <p:cNvPr id="8" name="Flowchart: Magnetic Disk 7">
                    <a:extLst>
                      <a:ext uri="{FF2B5EF4-FFF2-40B4-BE49-F238E27FC236}">
                        <a16:creationId xmlns:a16="http://schemas.microsoft.com/office/drawing/2014/main" id="{F818552A-9D01-3E7F-E7DD-AF7044B0581F}"/>
                      </a:ext>
                    </a:extLst>
                  </p:cNvPr>
                  <p:cNvSpPr/>
                  <p:nvPr/>
                </p:nvSpPr>
                <p:spPr>
                  <a:xfrm>
                    <a:off x="5565105" y="888992"/>
                    <a:ext cx="493295" cy="249018"/>
                  </a:xfrm>
                  <a:prstGeom prst="flowChartMagneticDisk">
                    <a:avLst/>
                  </a:prstGeom>
                  <a:solidFill>
                    <a:schemeClr val="accent3">
                      <a:lumMod val="40000"/>
                      <a:lumOff val="60000"/>
                    </a:schemeClr>
                  </a:solidFill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9" name="Flowchart: Magnetic Disk 8">
                    <a:extLst>
                      <a:ext uri="{FF2B5EF4-FFF2-40B4-BE49-F238E27FC236}">
                        <a16:creationId xmlns:a16="http://schemas.microsoft.com/office/drawing/2014/main" id="{A5F9C9D8-5DBC-0B39-BC5F-8233EE7EB83F}"/>
                      </a:ext>
                    </a:extLst>
                  </p:cNvPr>
                  <p:cNvSpPr/>
                  <p:nvPr/>
                </p:nvSpPr>
                <p:spPr>
                  <a:xfrm>
                    <a:off x="5565106" y="740871"/>
                    <a:ext cx="493295" cy="249018"/>
                  </a:xfrm>
                  <a:prstGeom prst="flowChartMagneticDisk">
                    <a:avLst/>
                  </a:prstGeom>
                  <a:solidFill>
                    <a:schemeClr val="accent3">
                      <a:lumMod val="40000"/>
                      <a:lumOff val="60000"/>
                    </a:schemeClr>
                  </a:solidFill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0" name="Flowchart: Magnetic Disk 9">
                    <a:extLst>
                      <a:ext uri="{FF2B5EF4-FFF2-40B4-BE49-F238E27FC236}">
                        <a16:creationId xmlns:a16="http://schemas.microsoft.com/office/drawing/2014/main" id="{B95A12D0-EE62-C91F-1764-CDDE07080691}"/>
                      </a:ext>
                    </a:extLst>
                  </p:cNvPr>
                  <p:cNvSpPr/>
                  <p:nvPr/>
                </p:nvSpPr>
                <p:spPr>
                  <a:xfrm>
                    <a:off x="5565105" y="592750"/>
                    <a:ext cx="493295" cy="249018"/>
                  </a:xfrm>
                  <a:prstGeom prst="flowChartMagneticDisk">
                    <a:avLst/>
                  </a:prstGeom>
                  <a:solidFill>
                    <a:schemeClr val="accent3">
                      <a:lumMod val="40000"/>
                      <a:lumOff val="60000"/>
                    </a:schemeClr>
                  </a:solidFill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</p:grpSp>
            <p:grpSp>
              <p:nvGrpSpPr>
                <p:cNvPr id="16" name="Group 15">
                  <a:extLst>
                    <a:ext uri="{FF2B5EF4-FFF2-40B4-BE49-F238E27FC236}">
                      <a16:creationId xmlns:a16="http://schemas.microsoft.com/office/drawing/2014/main" id="{0555C311-E9A9-8735-0F97-E6BDC20CC19B}"/>
                    </a:ext>
                  </a:extLst>
                </p:cNvPr>
                <p:cNvGrpSpPr/>
                <p:nvPr/>
              </p:nvGrpSpPr>
              <p:grpSpPr>
                <a:xfrm>
                  <a:off x="5251780" y="511677"/>
                  <a:ext cx="493296" cy="545260"/>
                  <a:chOff x="5565105" y="592750"/>
                  <a:chExt cx="493296" cy="545260"/>
                </a:xfrm>
              </p:grpSpPr>
              <p:sp>
                <p:nvSpPr>
                  <p:cNvPr id="17" name="Flowchart: Magnetic Disk 16">
                    <a:extLst>
                      <a:ext uri="{FF2B5EF4-FFF2-40B4-BE49-F238E27FC236}">
                        <a16:creationId xmlns:a16="http://schemas.microsoft.com/office/drawing/2014/main" id="{162A01B2-EB49-FC3A-E1CB-402E2E50A460}"/>
                      </a:ext>
                    </a:extLst>
                  </p:cNvPr>
                  <p:cNvSpPr/>
                  <p:nvPr/>
                </p:nvSpPr>
                <p:spPr>
                  <a:xfrm>
                    <a:off x="5565105" y="888992"/>
                    <a:ext cx="493295" cy="249018"/>
                  </a:xfrm>
                  <a:prstGeom prst="flowChartMagneticDisk">
                    <a:avLst/>
                  </a:prstGeom>
                  <a:solidFill>
                    <a:schemeClr val="accent5">
                      <a:lumMod val="40000"/>
                      <a:lumOff val="60000"/>
                    </a:schemeClr>
                  </a:solidFill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8" name="Flowchart: Magnetic Disk 17">
                    <a:extLst>
                      <a:ext uri="{FF2B5EF4-FFF2-40B4-BE49-F238E27FC236}">
                        <a16:creationId xmlns:a16="http://schemas.microsoft.com/office/drawing/2014/main" id="{42DAC98C-6C59-726F-5967-36FD55D3CBFC}"/>
                      </a:ext>
                    </a:extLst>
                  </p:cNvPr>
                  <p:cNvSpPr/>
                  <p:nvPr/>
                </p:nvSpPr>
                <p:spPr>
                  <a:xfrm>
                    <a:off x="5565106" y="740871"/>
                    <a:ext cx="493295" cy="249018"/>
                  </a:xfrm>
                  <a:prstGeom prst="flowChartMagneticDisk">
                    <a:avLst/>
                  </a:prstGeom>
                  <a:solidFill>
                    <a:schemeClr val="accent5">
                      <a:lumMod val="40000"/>
                      <a:lumOff val="60000"/>
                    </a:schemeClr>
                  </a:solidFill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9" name="Flowchart: Magnetic Disk 18">
                    <a:extLst>
                      <a:ext uri="{FF2B5EF4-FFF2-40B4-BE49-F238E27FC236}">
                        <a16:creationId xmlns:a16="http://schemas.microsoft.com/office/drawing/2014/main" id="{3A3B0FA4-C5CD-08DD-41A6-DFAC15A2F9EB}"/>
                      </a:ext>
                    </a:extLst>
                  </p:cNvPr>
                  <p:cNvSpPr/>
                  <p:nvPr/>
                </p:nvSpPr>
                <p:spPr>
                  <a:xfrm>
                    <a:off x="5565105" y="592750"/>
                    <a:ext cx="493295" cy="249018"/>
                  </a:xfrm>
                  <a:prstGeom prst="flowChartMagneticDisk">
                    <a:avLst/>
                  </a:prstGeom>
                  <a:solidFill>
                    <a:schemeClr val="accent5">
                      <a:lumMod val="40000"/>
                      <a:lumOff val="60000"/>
                    </a:schemeClr>
                  </a:solidFill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</p:grpSp>
          </p:grpSp>
          <p:grpSp>
            <p:nvGrpSpPr>
              <p:cNvPr id="85" name="Group 84">
                <a:extLst>
                  <a:ext uri="{FF2B5EF4-FFF2-40B4-BE49-F238E27FC236}">
                    <a16:creationId xmlns:a16="http://schemas.microsoft.com/office/drawing/2014/main" id="{69D09C75-5D39-3B2F-2841-3698D1D7ED86}"/>
                  </a:ext>
                </a:extLst>
              </p:cNvPr>
              <p:cNvGrpSpPr/>
              <p:nvPr/>
            </p:nvGrpSpPr>
            <p:grpSpPr>
              <a:xfrm>
                <a:off x="421375" y="3441021"/>
                <a:ext cx="3690026" cy="1096019"/>
                <a:chOff x="635457" y="3850101"/>
                <a:chExt cx="3690026" cy="1096019"/>
              </a:xfrm>
            </p:grpSpPr>
            <p:pic>
              <p:nvPicPr>
                <p:cNvPr id="36" name="Picture 35">
                  <a:extLst>
                    <a:ext uri="{FF2B5EF4-FFF2-40B4-BE49-F238E27FC236}">
                      <a16:creationId xmlns:a16="http://schemas.microsoft.com/office/drawing/2014/main" id="{BDAB9E77-45E3-5E01-5BBF-A35CA60111C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635457" y="3850101"/>
                  <a:ext cx="1526251" cy="1034629"/>
                </a:xfrm>
                <a:prstGeom prst="rect">
                  <a:avLst/>
                </a:prstGeom>
              </p:spPr>
            </p:pic>
            <p:pic>
              <p:nvPicPr>
                <p:cNvPr id="37" name="Picture 36">
                  <a:extLst>
                    <a:ext uri="{FF2B5EF4-FFF2-40B4-BE49-F238E27FC236}">
                      <a16:creationId xmlns:a16="http://schemas.microsoft.com/office/drawing/2014/main" id="{1F40B101-77A3-9EFD-8791-6FE55BA0AA9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555707" y="3850101"/>
                  <a:ext cx="1769776" cy="1096019"/>
                </a:xfrm>
                <a:prstGeom prst="rect">
                  <a:avLst/>
                </a:prstGeom>
              </p:spPr>
            </p:pic>
          </p:grp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F76C9A29-C3EE-6B30-4036-34D183A20D0D}"/>
                  </a:ext>
                </a:extLst>
              </p:cNvPr>
              <p:cNvSpPr txBox="1"/>
              <p:nvPr/>
            </p:nvSpPr>
            <p:spPr>
              <a:xfrm>
                <a:off x="5866822" y="4537040"/>
                <a:ext cx="665709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/>
                  <a:t>MCP </a:t>
                </a:r>
              </a:p>
            </p:txBody>
          </p:sp>
          <p:grpSp>
            <p:nvGrpSpPr>
              <p:cNvPr id="84" name="Group 83">
                <a:extLst>
                  <a:ext uri="{FF2B5EF4-FFF2-40B4-BE49-F238E27FC236}">
                    <a16:creationId xmlns:a16="http://schemas.microsoft.com/office/drawing/2014/main" id="{DA76D348-328D-8751-7E8E-5543CDE7DAEB}"/>
                  </a:ext>
                </a:extLst>
              </p:cNvPr>
              <p:cNvGrpSpPr/>
              <p:nvPr/>
            </p:nvGrpSpPr>
            <p:grpSpPr>
              <a:xfrm>
                <a:off x="195368" y="1251278"/>
                <a:ext cx="4142040" cy="1166284"/>
                <a:chOff x="326821" y="1660358"/>
                <a:chExt cx="4142040" cy="1166284"/>
              </a:xfrm>
            </p:grpSpPr>
            <p:pic>
              <p:nvPicPr>
                <p:cNvPr id="55" name="Picture 54" descr="A diagram of a molecule&#10;&#10;AI-generated content may be incorrect.">
                  <a:extLst>
                    <a:ext uri="{FF2B5EF4-FFF2-40B4-BE49-F238E27FC236}">
                      <a16:creationId xmlns:a16="http://schemas.microsoft.com/office/drawing/2014/main" id="{4DD92605-1A72-FFE6-AA59-B3EC76A7D96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t="26734" r="52237"/>
                <a:stretch/>
              </p:blipFill>
              <p:spPr>
                <a:xfrm>
                  <a:off x="326821" y="1660358"/>
                  <a:ext cx="1876999" cy="1166284"/>
                </a:xfrm>
                <a:prstGeom prst="rect">
                  <a:avLst/>
                </a:prstGeom>
              </p:spPr>
            </p:pic>
            <p:pic>
              <p:nvPicPr>
                <p:cNvPr id="57" name="Picture 56" descr="A diagram of a molecule">
                  <a:extLst>
                    <a:ext uri="{FF2B5EF4-FFF2-40B4-BE49-F238E27FC236}">
                      <a16:creationId xmlns:a16="http://schemas.microsoft.com/office/drawing/2014/main" id="{2DD5B78F-1513-F8F3-6CCC-353F805FFE8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2496553" y="1690622"/>
                  <a:ext cx="1972308" cy="1105756"/>
                </a:xfrm>
                <a:prstGeom prst="rect">
                  <a:avLst/>
                </a:prstGeom>
              </p:spPr>
            </p:pic>
          </p:grpSp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D4B222FD-2AE9-5090-6600-BB53084CF4DC}"/>
                  </a:ext>
                </a:extLst>
              </p:cNvPr>
              <p:cNvSpPr txBox="1"/>
              <p:nvPr/>
            </p:nvSpPr>
            <p:spPr>
              <a:xfrm>
                <a:off x="1127120" y="743037"/>
                <a:ext cx="227853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/>
                  <a:t>Molecular representations</a:t>
                </a:r>
              </a:p>
            </p:txBody>
          </p:sp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7B9031DA-0043-88F7-7C95-18CDD0584227}"/>
                  </a:ext>
                </a:extLst>
              </p:cNvPr>
              <p:cNvSpPr txBox="1"/>
              <p:nvPr/>
            </p:nvSpPr>
            <p:spPr>
              <a:xfrm>
                <a:off x="7789691" y="793314"/>
                <a:ext cx="3219025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/>
                  <a:t>Explainable artificial intelligence</a:t>
                </a:r>
              </a:p>
            </p:txBody>
          </p:sp>
          <p:pic>
            <p:nvPicPr>
              <p:cNvPr id="80" name="Graphic 79" descr="Tools with solid fill">
                <a:extLst>
                  <a:ext uri="{FF2B5EF4-FFF2-40B4-BE49-F238E27FC236}">
                    <a16:creationId xmlns:a16="http://schemas.microsoft.com/office/drawing/2014/main" id="{193B9AB7-7969-856E-04C5-5266CAC9BD9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905949" y="719047"/>
                <a:ext cx="304798" cy="304798"/>
              </a:xfrm>
              <a:prstGeom prst="rect">
                <a:avLst/>
              </a:prstGeom>
            </p:spPr>
          </p:pic>
          <p:sp>
            <p:nvSpPr>
              <p:cNvPr id="81" name="Rectangle: Rounded Corners 80">
                <a:extLst>
                  <a:ext uri="{FF2B5EF4-FFF2-40B4-BE49-F238E27FC236}">
                    <a16:creationId xmlns:a16="http://schemas.microsoft.com/office/drawing/2014/main" id="{412B1C2A-33EB-E6E8-F8CB-CA5D832461C6}"/>
                  </a:ext>
                </a:extLst>
              </p:cNvPr>
              <p:cNvSpPr/>
              <p:nvPr/>
            </p:nvSpPr>
            <p:spPr>
              <a:xfrm>
                <a:off x="85665" y="1082242"/>
                <a:ext cx="4361446" cy="1527747"/>
              </a:xfrm>
              <a:prstGeom prst="round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2" name="Rectangle: Rounded Corners 81">
                <a:extLst>
                  <a:ext uri="{FF2B5EF4-FFF2-40B4-BE49-F238E27FC236}">
                    <a16:creationId xmlns:a16="http://schemas.microsoft.com/office/drawing/2014/main" id="{A645FB63-98DA-4E1F-F442-325D00E7C85A}"/>
                  </a:ext>
                </a:extLst>
              </p:cNvPr>
              <p:cNvSpPr/>
              <p:nvPr/>
            </p:nvSpPr>
            <p:spPr>
              <a:xfrm>
                <a:off x="85665" y="3194461"/>
                <a:ext cx="4361446" cy="1527747"/>
              </a:xfrm>
              <a:prstGeom prst="round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83" name="Graphic 82" descr="Tools with solid fill">
                <a:extLst>
                  <a:ext uri="{FF2B5EF4-FFF2-40B4-BE49-F238E27FC236}">
                    <a16:creationId xmlns:a16="http://schemas.microsoft.com/office/drawing/2014/main" id="{0BC38390-B918-24F5-9960-807CB706069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1482163" y="2849635"/>
                <a:ext cx="304798" cy="304798"/>
              </a:xfrm>
              <a:prstGeom prst="rect">
                <a:avLst/>
              </a:prstGeom>
            </p:spPr>
          </p:pic>
          <p:sp>
            <p:nvSpPr>
              <p:cNvPr id="86" name="Rectangle: Rounded Corners 85">
                <a:extLst>
                  <a:ext uri="{FF2B5EF4-FFF2-40B4-BE49-F238E27FC236}">
                    <a16:creationId xmlns:a16="http://schemas.microsoft.com/office/drawing/2014/main" id="{4DE51773-4931-FB10-5E13-BD494E15FA04}"/>
                  </a:ext>
                </a:extLst>
              </p:cNvPr>
              <p:cNvSpPr/>
              <p:nvPr/>
            </p:nvSpPr>
            <p:spPr>
              <a:xfrm>
                <a:off x="5059167" y="439628"/>
                <a:ext cx="1630426" cy="736581"/>
              </a:xfrm>
              <a:prstGeom prst="round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87" name="Graphic 86" descr="Tools with solid fill">
                <a:extLst>
                  <a:ext uri="{FF2B5EF4-FFF2-40B4-BE49-F238E27FC236}">
                    <a16:creationId xmlns:a16="http://schemas.microsoft.com/office/drawing/2014/main" id="{12AEA7F0-EE2A-4873-CE5E-5D0B74AB2DD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4818643" y="58758"/>
                <a:ext cx="304798" cy="304798"/>
              </a:xfrm>
              <a:prstGeom prst="rect">
                <a:avLst/>
              </a:prstGeom>
            </p:spPr>
          </p:pic>
          <p:sp>
            <p:nvSpPr>
              <p:cNvPr id="88" name="Rectangle: Rounded Corners 87">
                <a:extLst>
                  <a:ext uri="{FF2B5EF4-FFF2-40B4-BE49-F238E27FC236}">
                    <a16:creationId xmlns:a16="http://schemas.microsoft.com/office/drawing/2014/main" id="{D0310145-6AB5-47A3-75AD-527C96C4A9B7}"/>
                  </a:ext>
                </a:extLst>
              </p:cNvPr>
              <p:cNvSpPr/>
              <p:nvPr/>
            </p:nvSpPr>
            <p:spPr>
              <a:xfrm>
                <a:off x="7390170" y="1098112"/>
                <a:ext cx="3959922" cy="3682133"/>
              </a:xfrm>
              <a:prstGeom prst="round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93" name="Connector: Elbow 92">
                <a:extLst>
                  <a:ext uri="{FF2B5EF4-FFF2-40B4-BE49-F238E27FC236}">
                    <a16:creationId xmlns:a16="http://schemas.microsoft.com/office/drawing/2014/main" id="{C18DE19B-00D0-3255-6751-EB1E1B5AA1E4}"/>
                  </a:ext>
                </a:extLst>
              </p:cNvPr>
              <p:cNvCxnSpPr>
                <a:cxnSpLocks/>
                <a:stCxn id="81" idx="3"/>
                <a:endCxn id="4" idx="1"/>
              </p:cNvCxnSpPr>
              <p:nvPr/>
            </p:nvCxnSpPr>
            <p:spPr>
              <a:xfrm>
                <a:off x="4447111" y="1846116"/>
                <a:ext cx="539940" cy="969274"/>
              </a:xfrm>
              <a:prstGeom prst="bentConnector3">
                <a:avLst/>
              </a:prstGeom>
              <a:ln>
                <a:prstDash val="sysDash"/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4" name="Connector: Elbow 93">
                <a:extLst>
                  <a:ext uri="{FF2B5EF4-FFF2-40B4-BE49-F238E27FC236}">
                    <a16:creationId xmlns:a16="http://schemas.microsoft.com/office/drawing/2014/main" id="{80A6894E-3F86-946A-C66A-589AF24D32B4}"/>
                  </a:ext>
                </a:extLst>
              </p:cNvPr>
              <p:cNvCxnSpPr>
                <a:cxnSpLocks/>
                <a:stCxn id="82" idx="3"/>
                <a:endCxn id="4" idx="1"/>
              </p:cNvCxnSpPr>
              <p:nvPr/>
            </p:nvCxnSpPr>
            <p:spPr>
              <a:xfrm flipV="1">
                <a:off x="4447111" y="2815390"/>
                <a:ext cx="539940" cy="1142945"/>
              </a:xfrm>
              <a:prstGeom prst="bentConnector3">
                <a:avLst>
                  <a:gd name="adj1" fmla="val 50000"/>
                </a:avLst>
              </a:prstGeom>
              <a:ln>
                <a:prstDash val="sysDash"/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1" name="Straight Arrow Connector 100">
                <a:extLst>
                  <a:ext uri="{FF2B5EF4-FFF2-40B4-BE49-F238E27FC236}">
                    <a16:creationId xmlns:a16="http://schemas.microsoft.com/office/drawing/2014/main" id="{F5DCA819-9EE4-88CB-8B3F-0629FC7D5FA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874380" y="1176209"/>
                <a:ext cx="0" cy="484149"/>
              </a:xfrm>
              <a:prstGeom prst="straightConnector1">
                <a:avLst/>
              </a:prstGeom>
              <a:ln>
                <a:prstDash val="sysDash"/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pic>
            <p:nvPicPr>
              <p:cNvPr id="102" name="Graphic 101" descr="Tools with solid fill">
                <a:extLst>
                  <a:ext uri="{FF2B5EF4-FFF2-40B4-BE49-F238E27FC236}">
                    <a16:creationId xmlns:a16="http://schemas.microsoft.com/office/drawing/2014/main" id="{CCCB513C-C8D7-ABE5-81B9-2AF2530D892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7805585" y="759229"/>
                <a:ext cx="304798" cy="304798"/>
              </a:xfrm>
              <a:prstGeom prst="rect">
                <a:avLst/>
              </a:prstGeom>
            </p:spPr>
          </p:pic>
          <p:cxnSp>
            <p:nvCxnSpPr>
              <p:cNvPr id="104" name="Straight Arrow Connector 103">
                <a:extLst>
                  <a:ext uri="{FF2B5EF4-FFF2-40B4-BE49-F238E27FC236}">
                    <a16:creationId xmlns:a16="http://schemas.microsoft.com/office/drawing/2014/main" id="{6B3F3325-FDD8-6A72-2639-464C7F3D7314}"/>
                  </a:ext>
                </a:extLst>
              </p:cNvPr>
              <p:cNvCxnSpPr>
                <a:cxnSpLocks/>
                <a:stCxn id="4" idx="3"/>
              </p:cNvCxnSpPr>
              <p:nvPr/>
            </p:nvCxnSpPr>
            <p:spPr>
              <a:xfrm flipV="1">
                <a:off x="6761709" y="2815389"/>
                <a:ext cx="624611" cy="1"/>
              </a:xfrm>
              <a:prstGeom prst="straightConnector1">
                <a:avLst/>
              </a:prstGeom>
              <a:ln>
                <a:prstDash val="sysDash"/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8" name="Straight Connector 117">
                <a:extLst>
                  <a:ext uri="{FF2B5EF4-FFF2-40B4-BE49-F238E27FC236}">
                    <a16:creationId xmlns:a16="http://schemas.microsoft.com/office/drawing/2014/main" id="{A2511C1E-D50D-B67C-E30D-211C6B1BC2A0}"/>
                  </a:ext>
                </a:extLst>
              </p:cNvPr>
              <p:cNvCxnSpPr/>
              <p:nvPr/>
            </p:nvCxnSpPr>
            <p:spPr>
              <a:xfrm>
                <a:off x="5460701" y="4690929"/>
                <a:ext cx="517356" cy="0"/>
              </a:xfrm>
              <a:prstGeom prst="line">
                <a:avLst/>
              </a:prstGeom>
              <a:ln>
                <a:prstDash val="dash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20" name="TextBox 119">
                <a:extLst>
                  <a:ext uri="{FF2B5EF4-FFF2-40B4-BE49-F238E27FC236}">
                    <a16:creationId xmlns:a16="http://schemas.microsoft.com/office/drawing/2014/main" id="{3BF180E4-DC1E-5A10-CFFC-92CDA30B4A69}"/>
                  </a:ext>
                </a:extLst>
              </p:cNvPr>
              <p:cNvSpPr txBox="1"/>
              <p:nvPr/>
            </p:nvSpPr>
            <p:spPr>
              <a:xfrm>
                <a:off x="1454296" y="2856549"/>
                <a:ext cx="1774657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/>
                  <a:t>ML models</a:t>
                </a:r>
              </a:p>
            </p:txBody>
          </p:sp>
          <p:grpSp>
            <p:nvGrpSpPr>
              <p:cNvPr id="2" name="Group 1">
                <a:extLst>
                  <a:ext uri="{FF2B5EF4-FFF2-40B4-BE49-F238E27FC236}">
                    <a16:creationId xmlns:a16="http://schemas.microsoft.com/office/drawing/2014/main" id="{29B5869D-89AA-074F-A57C-6183A17CB9BA}"/>
                  </a:ext>
                </a:extLst>
              </p:cNvPr>
              <p:cNvGrpSpPr/>
              <p:nvPr/>
            </p:nvGrpSpPr>
            <p:grpSpPr>
              <a:xfrm>
                <a:off x="7673015" y="1156395"/>
                <a:ext cx="3293924" cy="2842506"/>
                <a:chOff x="7673015" y="1156395"/>
                <a:chExt cx="3293924" cy="2842506"/>
              </a:xfrm>
            </p:grpSpPr>
            <p:grpSp>
              <p:nvGrpSpPr>
                <p:cNvPr id="142" name="Group 141">
                  <a:extLst>
                    <a:ext uri="{FF2B5EF4-FFF2-40B4-BE49-F238E27FC236}">
                      <a16:creationId xmlns:a16="http://schemas.microsoft.com/office/drawing/2014/main" id="{10981DF9-3B88-6642-A38A-F557DBD8A271}"/>
                    </a:ext>
                  </a:extLst>
                </p:cNvPr>
                <p:cNvGrpSpPr/>
                <p:nvPr/>
              </p:nvGrpSpPr>
              <p:grpSpPr>
                <a:xfrm>
                  <a:off x="7673015" y="1156395"/>
                  <a:ext cx="1587496" cy="2817506"/>
                  <a:chOff x="7673015" y="1156395"/>
                  <a:chExt cx="1587496" cy="2817506"/>
                </a:xfrm>
              </p:grpSpPr>
              <p:pic>
                <p:nvPicPr>
                  <p:cNvPr id="125" name="Graphic 124">
                    <a:extLst>
                      <a:ext uri="{FF2B5EF4-FFF2-40B4-BE49-F238E27FC236}">
                        <a16:creationId xmlns:a16="http://schemas.microsoft.com/office/drawing/2014/main" id="{C79B781B-3EC9-8D56-5649-7E84B7805E5E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10">
                    <a:extLst>
                      <a:ext uri="{28A0092B-C50C-407E-A947-70E740481C1C}">
                        <a14:useLocalDpi xmlns:a14="http://schemas.microsoft.com/office/drawing/2010/main" val="0"/>
                      </a:ext>
                      <a:ext uri="{96DAC541-7B7A-43D3-8B79-37D633B846F1}">
                        <asvg:svgBlip xmlns:asvg="http://schemas.microsoft.com/office/drawing/2016/SVG/main" r:embed="rId11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7673015" y="2971047"/>
                    <a:ext cx="1587496" cy="1002854"/>
                  </a:xfrm>
                  <a:prstGeom prst="rect">
                    <a:avLst/>
                  </a:prstGeom>
                </p:spPr>
              </p:pic>
              <p:pic>
                <p:nvPicPr>
                  <p:cNvPr id="126" name="Picture 125">
                    <a:extLst>
                      <a:ext uri="{FF2B5EF4-FFF2-40B4-BE49-F238E27FC236}">
                        <a16:creationId xmlns:a16="http://schemas.microsoft.com/office/drawing/2014/main" id="{818766DF-CDB2-59A5-14AE-55EEA959C11D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1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11108" t="19807" r="13646" b="22794"/>
                  <a:stretch/>
                </p:blipFill>
                <p:spPr>
                  <a:xfrm>
                    <a:off x="7689054" y="1403389"/>
                    <a:ext cx="1449076" cy="1105371"/>
                  </a:xfrm>
                  <a:prstGeom prst="rect">
                    <a:avLst/>
                  </a:prstGeom>
                </p:spPr>
              </p:pic>
              <p:sp>
                <p:nvSpPr>
                  <p:cNvPr id="131" name="TextBox 130">
                    <a:extLst>
                      <a:ext uri="{FF2B5EF4-FFF2-40B4-BE49-F238E27FC236}">
                        <a16:creationId xmlns:a16="http://schemas.microsoft.com/office/drawing/2014/main" id="{30B447AA-6E7A-E938-36FB-3B18BDD86AA9}"/>
                      </a:ext>
                    </a:extLst>
                  </p:cNvPr>
                  <p:cNvSpPr txBox="1"/>
                  <p:nvPr/>
                </p:nvSpPr>
                <p:spPr>
                  <a:xfrm>
                    <a:off x="8141530" y="1156395"/>
                    <a:ext cx="737734" cy="30777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sz="1400" dirty="0"/>
                      <a:t>SHAP</a:t>
                    </a:r>
                  </a:p>
                </p:txBody>
              </p:sp>
              <p:sp>
                <p:nvSpPr>
                  <p:cNvPr id="133" name="TextBox 132">
                    <a:extLst>
                      <a:ext uri="{FF2B5EF4-FFF2-40B4-BE49-F238E27FC236}">
                        <a16:creationId xmlns:a16="http://schemas.microsoft.com/office/drawing/2014/main" id="{2EA89C04-883D-8AC3-FC42-C45F07A23A14}"/>
                      </a:ext>
                    </a:extLst>
                  </p:cNvPr>
                  <p:cNvSpPr txBox="1"/>
                  <p:nvPr/>
                </p:nvSpPr>
                <p:spPr>
                  <a:xfrm>
                    <a:off x="7673015" y="2676841"/>
                    <a:ext cx="1500875" cy="30777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sz="1400" dirty="0"/>
                      <a:t>Counterfactuals</a:t>
                    </a:r>
                  </a:p>
                </p:txBody>
              </p:sp>
            </p:grpSp>
            <p:grpSp>
              <p:nvGrpSpPr>
                <p:cNvPr id="143" name="Group 142">
                  <a:extLst>
                    <a:ext uri="{FF2B5EF4-FFF2-40B4-BE49-F238E27FC236}">
                      <a16:creationId xmlns:a16="http://schemas.microsoft.com/office/drawing/2014/main" id="{44DF905F-D3A1-4FD5-B979-6E405669B5A0}"/>
                    </a:ext>
                  </a:extLst>
                </p:cNvPr>
                <p:cNvGrpSpPr/>
                <p:nvPr/>
              </p:nvGrpSpPr>
              <p:grpSpPr>
                <a:xfrm>
                  <a:off x="9399204" y="1156395"/>
                  <a:ext cx="1567735" cy="2842506"/>
                  <a:chOff x="9399204" y="1156395"/>
                  <a:chExt cx="1567735" cy="2842506"/>
                </a:xfrm>
              </p:grpSpPr>
              <p:pic>
                <p:nvPicPr>
                  <p:cNvPr id="127" name="Graphic 126">
                    <a:extLst>
                      <a:ext uri="{FF2B5EF4-FFF2-40B4-BE49-F238E27FC236}">
                        <a16:creationId xmlns:a16="http://schemas.microsoft.com/office/drawing/2014/main" id="{3FE957ED-4E4C-EFCC-3B97-2B55171D3A8D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13">
                    <a:extLst>
                      <a:ext uri="{28A0092B-C50C-407E-A947-70E740481C1C}">
                        <a14:useLocalDpi xmlns:a14="http://schemas.microsoft.com/office/drawing/2010/main" val="0"/>
                      </a:ext>
                      <a:ext uri="{96DAC541-7B7A-43D3-8B79-37D633B846F1}">
                        <asvg:svgBlip xmlns:asvg="http://schemas.microsoft.com/office/drawing/2016/SVG/main" r:embed="rId14"/>
                      </a:ext>
                    </a:extLst>
                  </a:blip>
                  <a:srcRect t="12321" b="13057"/>
                  <a:stretch/>
                </p:blipFill>
                <p:spPr>
                  <a:xfrm>
                    <a:off x="9454227" y="1421626"/>
                    <a:ext cx="1438167" cy="1073198"/>
                  </a:xfrm>
                  <a:prstGeom prst="rect">
                    <a:avLst/>
                  </a:prstGeom>
                </p:spPr>
              </p:pic>
              <p:sp>
                <p:nvSpPr>
                  <p:cNvPr id="132" name="TextBox 131">
                    <a:extLst>
                      <a:ext uri="{FF2B5EF4-FFF2-40B4-BE49-F238E27FC236}">
                        <a16:creationId xmlns:a16="http://schemas.microsoft.com/office/drawing/2014/main" id="{42C94301-9EFA-C916-8445-A8D784F80786}"/>
                      </a:ext>
                    </a:extLst>
                  </p:cNvPr>
                  <p:cNvSpPr txBox="1"/>
                  <p:nvPr/>
                </p:nvSpPr>
                <p:spPr>
                  <a:xfrm>
                    <a:off x="9743895" y="1156395"/>
                    <a:ext cx="1050987" cy="30777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sz="1400" dirty="0" err="1"/>
                      <a:t>MolAnchor</a:t>
                    </a:r>
                    <a:endParaRPr lang="en-US" sz="1400" dirty="0"/>
                  </a:p>
                </p:txBody>
              </p:sp>
              <p:sp>
                <p:nvSpPr>
                  <p:cNvPr id="135" name="TextBox 134">
                    <a:extLst>
                      <a:ext uri="{FF2B5EF4-FFF2-40B4-BE49-F238E27FC236}">
                        <a16:creationId xmlns:a16="http://schemas.microsoft.com/office/drawing/2014/main" id="{C4FCF618-49AF-DF82-8B0D-58D9D04FA886}"/>
                      </a:ext>
                    </a:extLst>
                  </p:cNvPr>
                  <p:cNvSpPr txBox="1"/>
                  <p:nvPr/>
                </p:nvSpPr>
                <p:spPr>
                  <a:xfrm>
                    <a:off x="9435847" y="2707027"/>
                    <a:ext cx="1500875" cy="30777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sz="1400" dirty="0" err="1"/>
                      <a:t>MolCE</a:t>
                    </a:r>
                    <a:endParaRPr lang="en-US" sz="1400" dirty="0"/>
                  </a:p>
                </p:txBody>
              </p:sp>
              <p:pic>
                <p:nvPicPr>
                  <p:cNvPr id="140" name="Graphic 139">
                    <a:extLst>
                      <a:ext uri="{FF2B5EF4-FFF2-40B4-BE49-F238E27FC236}">
                        <a16:creationId xmlns:a16="http://schemas.microsoft.com/office/drawing/2014/main" id="{A92B0211-A93B-9038-C90D-1361227781BE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15">
                    <a:extLst>
                      <a:ext uri="{28A0092B-C50C-407E-A947-70E740481C1C}">
                        <a14:useLocalDpi xmlns:a14="http://schemas.microsoft.com/office/drawing/2010/main" val="0"/>
                      </a:ext>
                      <a:ext uri="{96DAC541-7B7A-43D3-8B79-37D633B846F1}">
                        <asvg:svgBlip xmlns:asvg="http://schemas.microsoft.com/office/drawing/2016/SVG/main" r:embed="rId16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9399204" y="3014804"/>
                    <a:ext cx="1464062" cy="641095"/>
                  </a:xfrm>
                  <a:prstGeom prst="rect">
                    <a:avLst/>
                  </a:prstGeom>
                </p:spPr>
              </p:pic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141" name="TextBox 140">
                        <a:extLst>
                          <a:ext uri="{FF2B5EF4-FFF2-40B4-BE49-F238E27FC236}">
                            <a16:creationId xmlns:a16="http://schemas.microsoft.com/office/drawing/2014/main" id="{2B95AB89-8A8A-1216-8C19-F08323741F34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9698491" y="3691124"/>
                        <a:ext cx="1268448" cy="307777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 algn="ctr"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sSubSup>
                                <m:sSubSupPr>
                                  <m:ctrlPr>
                                    <a:rPr lang="el-GR" sz="1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nor/>
                                    </m:rPr>
                                    <a:rPr lang="el-GR" sz="1400" smtClean="0"/>
                                    <m:t>δ</m:t>
                                  </m:r>
                                </m:e>
                                <m:sub>
                                  <m:r>
                                    <m:rPr>
                                      <m:nor/>
                                    </m:rPr>
                                    <a:rPr lang="en-US" sz="800" dirty="0" smtClean="0"/>
                                    <m:t> </m:t>
                                  </m:r>
                                </m:sub>
                                <m:sup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𝑐𝑜𝑛𝑡𝑟</m:t>
                                  </m:r>
                                </m:sup>
                              </m:sSubSup>
                            </m:oMath>
                          </m:oMathPara>
                        </a14:m>
                        <a:endParaRPr lang="en-US" sz="1400" dirty="0"/>
                      </a:p>
                    </p:txBody>
                  </p:sp>
                </mc:Choice>
                <mc:Fallback xmlns="">
                  <p:sp>
                    <p:nvSpPr>
                      <p:cNvPr id="141" name="TextBox 140">
                        <a:extLst>
                          <a:ext uri="{FF2B5EF4-FFF2-40B4-BE49-F238E27FC236}">
                            <a16:creationId xmlns:a16="http://schemas.microsoft.com/office/drawing/2014/main" id="{2B95AB89-8A8A-1216-8C19-F08323741F34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9698491" y="3691124"/>
                        <a:ext cx="1268448" cy="307777"/>
                      </a:xfrm>
                      <a:prstGeom prst="rect">
                        <a:avLst/>
                      </a:prstGeom>
                      <a:blipFill>
                        <a:blip r:embed="rId17"/>
                        <a:stretch>
                          <a:fillRect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de-DE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</p:grpSp>
          <p:pic>
            <p:nvPicPr>
              <p:cNvPr id="5" name="Picture 4">
                <a:extLst>
                  <a:ext uri="{FF2B5EF4-FFF2-40B4-BE49-F238E27FC236}">
                    <a16:creationId xmlns:a16="http://schemas.microsoft.com/office/drawing/2014/main" id="{6716AA7E-D6D5-43DC-A9E9-105AEBC18DE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5123441" y="1756561"/>
                <a:ext cx="1525117" cy="996871"/>
              </a:xfrm>
              <a:prstGeom prst="rect">
                <a:avLst/>
              </a:prstGeom>
            </p:spPr>
          </p:pic>
        </p:grp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488C76C0-4242-4020-844A-12112F9941B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107" t="29142" r="12113" b="31110"/>
            <a:stretch/>
          </p:blipFill>
          <p:spPr>
            <a:xfrm>
              <a:off x="8260538" y="4119574"/>
              <a:ext cx="1999946" cy="614383"/>
            </a:xfrm>
            <a:prstGeom prst="rect">
              <a:avLst/>
            </a:prstGeom>
          </p:spPr>
        </p:pic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ADBDCDA9-B27F-456F-B5FC-D553171D0EF8}"/>
                </a:ext>
              </a:extLst>
            </p:cNvPr>
            <p:cNvSpPr txBox="1"/>
            <p:nvPr/>
          </p:nvSpPr>
          <p:spPr>
            <a:xfrm>
              <a:off x="8537436" y="3923115"/>
              <a:ext cx="150087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 err="1"/>
                <a:t>EdgeSHAPer</a:t>
              </a:r>
              <a:endParaRPr lang="en-US" sz="1400" dirty="0"/>
            </a:p>
          </p:txBody>
        </p:sp>
      </p:grpSp>
    </p:spTree>
    <p:extLst>
      <p:ext uri="{BB962C8B-B14F-4D97-AF65-F5344CB8AC3E}">
        <p14:creationId xmlns:p14="http://schemas.microsoft.com/office/powerpoint/2010/main" val="13450472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Agrupar 33">
            <a:extLst>
              <a:ext uri="{FF2B5EF4-FFF2-40B4-BE49-F238E27FC236}">
                <a16:creationId xmlns:a16="http://schemas.microsoft.com/office/drawing/2014/main" id="{2C9035D1-DF83-CA21-2F92-6873D3A0CE08}"/>
              </a:ext>
            </a:extLst>
          </p:cNvPr>
          <p:cNvGrpSpPr/>
          <p:nvPr/>
        </p:nvGrpSpPr>
        <p:grpSpPr>
          <a:xfrm>
            <a:off x="266290" y="1667529"/>
            <a:ext cx="1114023" cy="1191656"/>
            <a:chOff x="5264238" y="227305"/>
            <a:chExt cx="1114023" cy="1191656"/>
          </a:xfrm>
        </p:grpSpPr>
        <p:pic>
          <p:nvPicPr>
            <p:cNvPr id="3" name="Gráfico 2" descr="Feminino cientista destaque">
              <a:extLst>
                <a:ext uri="{FF2B5EF4-FFF2-40B4-BE49-F238E27FC236}">
                  <a16:creationId xmlns:a16="http://schemas.microsoft.com/office/drawing/2014/main" id="{8F78A61F-BDFD-291F-30B0-437D758941F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364050" y="227305"/>
              <a:ext cx="914401" cy="914401"/>
            </a:xfrm>
            <a:prstGeom prst="rect">
              <a:avLst/>
            </a:prstGeom>
          </p:spPr>
        </p:pic>
        <p:sp>
          <p:nvSpPr>
            <p:cNvPr id="4" name="CaixaDeTexto 3">
              <a:extLst>
                <a:ext uri="{FF2B5EF4-FFF2-40B4-BE49-F238E27FC236}">
                  <a16:creationId xmlns:a16="http://schemas.microsoft.com/office/drawing/2014/main" id="{08FA050B-7F9C-37E0-1BF1-B0BFBA2A6AB6}"/>
                </a:ext>
              </a:extLst>
            </p:cNvPr>
            <p:cNvSpPr txBox="1"/>
            <p:nvPr/>
          </p:nvSpPr>
          <p:spPr>
            <a:xfrm>
              <a:off x="5264238" y="1049629"/>
              <a:ext cx="111402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dirty="0"/>
                <a:t>Scientist</a:t>
              </a:r>
              <a:endParaRPr lang="pt-PT" dirty="0"/>
            </a:p>
          </p:txBody>
        </p:sp>
      </p:grpSp>
      <p:sp>
        <p:nvSpPr>
          <p:cNvPr id="8" name="Retângulo 7">
            <a:extLst>
              <a:ext uri="{FF2B5EF4-FFF2-40B4-BE49-F238E27FC236}">
                <a16:creationId xmlns:a16="http://schemas.microsoft.com/office/drawing/2014/main" id="{C6A637BB-D23C-AC41-E681-E3F7F85E6902}"/>
              </a:ext>
            </a:extLst>
          </p:cNvPr>
          <p:cNvSpPr/>
          <p:nvPr/>
        </p:nvSpPr>
        <p:spPr>
          <a:xfrm>
            <a:off x="1635518" y="1625600"/>
            <a:ext cx="10080000" cy="44069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cxnSp>
        <p:nvCxnSpPr>
          <p:cNvPr id="10" name="Conexão reta unidirecional 9">
            <a:extLst>
              <a:ext uri="{FF2B5EF4-FFF2-40B4-BE49-F238E27FC236}">
                <a16:creationId xmlns:a16="http://schemas.microsoft.com/office/drawing/2014/main" id="{C6371F5B-CA79-FE2B-8490-AA0C8A2B62E4}"/>
              </a:ext>
            </a:extLst>
          </p:cNvPr>
          <p:cNvCxnSpPr>
            <a:cxnSpLocks/>
            <a:stCxn id="4" idx="2"/>
          </p:cNvCxnSpPr>
          <p:nvPr/>
        </p:nvCxnSpPr>
        <p:spPr>
          <a:xfrm>
            <a:off x="823302" y="2859185"/>
            <a:ext cx="0" cy="54590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3" name="Picture 4">
            <a:extLst>
              <a:ext uri="{FF2B5EF4-FFF2-40B4-BE49-F238E27FC236}">
                <a16:creationId xmlns:a16="http://schemas.microsoft.com/office/drawing/2014/main" id="{13221AFB-132F-E506-0973-8C1C3D3CAF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9917" y="1109195"/>
            <a:ext cx="1374282" cy="898280"/>
          </a:xfrm>
          <a:prstGeom prst="rect">
            <a:avLst/>
          </a:prstGeom>
        </p:spPr>
      </p:pic>
      <p:grpSp>
        <p:nvGrpSpPr>
          <p:cNvPr id="20" name="Agrupar 19">
            <a:extLst>
              <a:ext uri="{FF2B5EF4-FFF2-40B4-BE49-F238E27FC236}">
                <a16:creationId xmlns:a16="http://schemas.microsoft.com/office/drawing/2014/main" id="{50B2A722-C5F6-0139-E158-82F59377626C}"/>
              </a:ext>
            </a:extLst>
          </p:cNvPr>
          <p:cNvGrpSpPr/>
          <p:nvPr/>
        </p:nvGrpSpPr>
        <p:grpSpPr>
          <a:xfrm>
            <a:off x="2097640" y="3108409"/>
            <a:ext cx="3075349" cy="2740926"/>
            <a:chOff x="6699716" y="3267069"/>
            <a:chExt cx="3075349" cy="2740926"/>
          </a:xfrm>
        </p:grpSpPr>
        <p:sp>
          <p:nvSpPr>
            <p:cNvPr id="14" name="Retângulo 13">
              <a:extLst>
                <a:ext uri="{FF2B5EF4-FFF2-40B4-BE49-F238E27FC236}">
                  <a16:creationId xmlns:a16="http://schemas.microsoft.com/office/drawing/2014/main" id="{1CE3FF1D-C5C5-4F85-FDAE-4B1945FA6BBB}"/>
                </a:ext>
              </a:extLst>
            </p:cNvPr>
            <p:cNvSpPr/>
            <p:nvPr/>
          </p:nvSpPr>
          <p:spPr>
            <a:xfrm>
              <a:off x="6699716" y="3702677"/>
              <a:ext cx="3075349" cy="2305318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pic>
          <p:nvPicPr>
            <p:cNvPr id="6" name="Graphic 86" descr="Tools with solid fill">
              <a:extLst>
                <a:ext uri="{FF2B5EF4-FFF2-40B4-BE49-F238E27FC236}">
                  <a16:creationId xmlns:a16="http://schemas.microsoft.com/office/drawing/2014/main" id="{5262A6EC-E637-EDB0-3030-9857BA6DA85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7396663" y="3267069"/>
              <a:ext cx="360000" cy="360000"/>
            </a:xfrm>
            <a:prstGeom prst="rect">
              <a:avLst/>
            </a:prstGeom>
          </p:spPr>
        </p:pic>
        <p:sp>
          <p:nvSpPr>
            <p:cNvPr id="15" name="CaixaDeTexto 14">
              <a:extLst>
                <a:ext uri="{FF2B5EF4-FFF2-40B4-BE49-F238E27FC236}">
                  <a16:creationId xmlns:a16="http://schemas.microsoft.com/office/drawing/2014/main" id="{CBDDEA34-DD65-3091-A015-71A47D453E84}"/>
                </a:ext>
              </a:extLst>
            </p:cNvPr>
            <p:cNvSpPr txBox="1"/>
            <p:nvPr/>
          </p:nvSpPr>
          <p:spPr>
            <a:xfrm>
              <a:off x="7680378" y="3278611"/>
              <a:ext cx="111402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b="1" dirty="0"/>
                <a:t>Tool set</a:t>
              </a:r>
              <a:endParaRPr lang="pt-PT" b="1" dirty="0"/>
            </a:p>
          </p:txBody>
        </p:sp>
        <p:sp>
          <p:nvSpPr>
            <p:cNvPr id="17" name="CaixaDeTexto 16">
              <a:extLst>
                <a:ext uri="{FF2B5EF4-FFF2-40B4-BE49-F238E27FC236}">
                  <a16:creationId xmlns:a16="http://schemas.microsoft.com/office/drawing/2014/main" id="{204FBA1E-346E-6B1E-8896-F6F07D779AC9}"/>
                </a:ext>
              </a:extLst>
            </p:cNvPr>
            <p:cNvSpPr txBox="1"/>
            <p:nvPr/>
          </p:nvSpPr>
          <p:spPr>
            <a:xfrm>
              <a:off x="6748916" y="3749869"/>
              <a:ext cx="2929944" cy="218521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400" b="1" dirty="0"/>
                <a:t>ML tools</a:t>
              </a:r>
            </a:p>
            <a:p>
              <a:pPr marL="285750" indent="-285750">
                <a:buFont typeface="Wingdings" panose="05000000000000000000" pitchFamily="2" charset="2"/>
                <a:buChar char="§"/>
              </a:pPr>
              <a:r>
                <a:rPr lang="en-GB" sz="1200" noProof="0" dirty="0"/>
                <a:t>Molecular representation</a:t>
              </a:r>
            </a:p>
            <a:p>
              <a:pPr marL="285750" indent="-285750">
                <a:buFont typeface="Wingdings" panose="05000000000000000000" pitchFamily="2" charset="2"/>
                <a:buChar char="§"/>
              </a:pPr>
              <a:r>
                <a:rPr lang="en-GB" sz="1200" noProof="0" dirty="0"/>
                <a:t>Data splitting </a:t>
              </a:r>
            </a:p>
            <a:p>
              <a:pPr marL="285750" indent="-285750">
                <a:buFont typeface="Wingdings" panose="05000000000000000000" pitchFamily="2" charset="2"/>
                <a:buChar char="§"/>
              </a:pPr>
              <a:r>
                <a:rPr lang="en-GB" sz="1200" noProof="0" dirty="0"/>
                <a:t>ML models</a:t>
              </a:r>
            </a:p>
            <a:p>
              <a:pPr marL="285750" indent="-285750">
                <a:buFont typeface="Wingdings" panose="05000000000000000000" pitchFamily="2" charset="2"/>
                <a:buChar char="§"/>
              </a:pPr>
              <a:r>
                <a:rPr lang="en-GB" sz="1200" dirty="0"/>
                <a:t>Model training and evaluation</a:t>
              </a:r>
            </a:p>
            <a:p>
              <a:pPr marL="285750" indent="-285750">
                <a:buFont typeface="Wingdings" panose="05000000000000000000" pitchFamily="2" charset="2"/>
                <a:buChar char="§"/>
              </a:pPr>
              <a:endParaRPr lang="en-GB" sz="1200" noProof="0" dirty="0"/>
            </a:p>
            <a:p>
              <a:r>
                <a:rPr lang="en-GB" sz="1400" b="1" noProof="0" dirty="0"/>
                <a:t>XAI tools</a:t>
              </a:r>
            </a:p>
            <a:p>
              <a:pPr marL="285750" indent="-285750">
                <a:buFont typeface="Wingdings" panose="05000000000000000000" pitchFamily="2" charset="2"/>
                <a:buChar char="§"/>
              </a:pPr>
              <a:r>
                <a:rPr lang="en-GB" sz="1200" noProof="0" dirty="0"/>
                <a:t>SHAP</a:t>
              </a:r>
            </a:p>
            <a:p>
              <a:pPr marL="285750" indent="-285750">
                <a:buFont typeface="Wingdings" panose="05000000000000000000" pitchFamily="2" charset="2"/>
                <a:buChar char="§"/>
              </a:pPr>
              <a:r>
                <a:rPr lang="en-US" sz="1200" spc="-1" dirty="0" err="1">
                  <a:solidFill>
                    <a:srgbClr val="000000"/>
                  </a:solidFill>
                </a:rPr>
                <a:t>EdgeSHAPer</a:t>
              </a:r>
              <a:endParaRPr lang="en-US" sz="1200" spc="-1" dirty="0">
                <a:solidFill>
                  <a:srgbClr val="000000"/>
                </a:solidFill>
              </a:endParaRPr>
            </a:p>
            <a:p>
              <a:pPr marL="285750" indent="-285750">
                <a:buFont typeface="Wingdings" panose="05000000000000000000" pitchFamily="2" charset="2"/>
                <a:buChar char="§"/>
              </a:pPr>
              <a:r>
                <a:rPr lang="en-US" sz="1200" spc="-1" dirty="0" err="1">
                  <a:solidFill>
                    <a:srgbClr val="000000"/>
                  </a:solidFill>
                </a:rPr>
                <a:t>MolAnchor</a:t>
              </a:r>
              <a:endParaRPr lang="en-US" sz="1200" spc="-1" dirty="0">
                <a:solidFill>
                  <a:srgbClr val="000000"/>
                </a:solidFill>
              </a:endParaRPr>
            </a:p>
            <a:p>
              <a:pPr marL="285750" indent="-285750">
                <a:buFont typeface="Wingdings" panose="05000000000000000000" pitchFamily="2" charset="2"/>
                <a:buChar char="§"/>
              </a:pPr>
              <a:r>
                <a:rPr lang="en-US" sz="1200" spc="-1" dirty="0">
                  <a:solidFill>
                    <a:srgbClr val="000000"/>
                  </a:solidFill>
                </a:rPr>
                <a:t>Contrastive (Counterfactuals, </a:t>
              </a:r>
              <a:r>
                <a:rPr lang="en-US" sz="1200" spc="-1" dirty="0" err="1">
                  <a:solidFill>
                    <a:srgbClr val="000000"/>
                  </a:solidFill>
                </a:rPr>
                <a:t>MolCE</a:t>
              </a:r>
              <a:r>
                <a:rPr lang="en-US" sz="1200" spc="-1" dirty="0">
                  <a:solidFill>
                    <a:srgbClr val="000000"/>
                  </a:solidFill>
                </a:rPr>
                <a:t>)</a:t>
              </a:r>
              <a:endParaRPr lang="en-GB" sz="1200" noProof="0" dirty="0"/>
            </a:p>
          </p:txBody>
        </p:sp>
      </p:grp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1F55FAF4-E37F-9C23-5ADC-041855B798A3}"/>
              </a:ext>
            </a:extLst>
          </p:cNvPr>
          <p:cNvSpPr txBox="1"/>
          <p:nvPr/>
        </p:nvSpPr>
        <p:spPr>
          <a:xfrm>
            <a:off x="5574915" y="3207650"/>
            <a:ext cx="42500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dirty="0"/>
              <a:t>MCP</a:t>
            </a:r>
            <a:endParaRPr lang="pt-PT" sz="900" dirty="0"/>
          </a:p>
        </p:txBody>
      </p:sp>
      <p:grpSp>
        <p:nvGrpSpPr>
          <p:cNvPr id="75" name="Group 74">
            <a:extLst>
              <a:ext uri="{FF2B5EF4-FFF2-40B4-BE49-F238E27FC236}">
                <a16:creationId xmlns:a16="http://schemas.microsoft.com/office/drawing/2014/main" id="{7F77017C-1E26-2E6B-6E7E-9A6724BC58A4}"/>
              </a:ext>
            </a:extLst>
          </p:cNvPr>
          <p:cNvGrpSpPr/>
          <p:nvPr/>
        </p:nvGrpSpPr>
        <p:grpSpPr>
          <a:xfrm>
            <a:off x="5976839" y="2736510"/>
            <a:ext cx="1408898" cy="3075926"/>
            <a:chOff x="5861758" y="2938509"/>
            <a:chExt cx="1408898" cy="3075926"/>
          </a:xfrm>
        </p:grpSpPr>
        <p:sp>
          <p:nvSpPr>
            <p:cNvPr id="18" name="Retângulo 17">
              <a:extLst>
                <a:ext uri="{FF2B5EF4-FFF2-40B4-BE49-F238E27FC236}">
                  <a16:creationId xmlns:a16="http://schemas.microsoft.com/office/drawing/2014/main" id="{E58EE59A-690D-3E11-D794-703C7D1995B8}"/>
                </a:ext>
              </a:extLst>
            </p:cNvPr>
            <p:cNvSpPr/>
            <p:nvPr/>
          </p:nvSpPr>
          <p:spPr>
            <a:xfrm>
              <a:off x="5873298" y="2938509"/>
              <a:ext cx="1397358" cy="425003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PT" sz="1400" b="1" dirty="0">
                  <a:solidFill>
                    <a:schemeClr val="tx1"/>
                  </a:solidFill>
                </a:rPr>
                <a:t>Prompt</a:t>
              </a:r>
            </a:p>
          </p:txBody>
        </p:sp>
        <p:sp>
          <p:nvSpPr>
            <p:cNvPr id="19" name="Retângulo 18">
              <a:extLst>
                <a:ext uri="{FF2B5EF4-FFF2-40B4-BE49-F238E27FC236}">
                  <a16:creationId xmlns:a16="http://schemas.microsoft.com/office/drawing/2014/main" id="{08BFD5EE-9CAE-287D-9E4F-E2562CF75F82}"/>
                </a:ext>
              </a:extLst>
            </p:cNvPr>
            <p:cNvSpPr/>
            <p:nvPr/>
          </p:nvSpPr>
          <p:spPr>
            <a:xfrm>
              <a:off x="5861758" y="3818547"/>
              <a:ext cx="1397358" cy="425003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PT" sz="1400" b="1" dirty="0" err="1">
                  <a:solidFill>
                    <a:schemeClr val="tx1"/>
                  </a:solidFill>
                </a:rPr>
                <a:t>Tool</a:t>
              </a:r>
              <a:r>
                <a:rPr lang="pt-PT" sz="1400" b="1" dirty="0">
                  <a:solidFill>
                    <a:schemeClr val="tx1"/>
                  </a:solidFill>
                </a:rPr>
                <a:t> </a:t>
              </a:r>
              <a:r>
                <a:rPr lang="pt-PT" sz="1400" b="1" dirty="0" err="1">
                  <a:solidFill>
                    <a:schemeClr val="tx1"/>
                  </a:solidFill>
                </a:rPr>
                <a:t>call</a:t>
              </a:r>
              <a:endParaRPr lang="pt-PT" sz="1400" b="1" dirty="0">
                <a:solidFill>
                  <a:schemeClr val="tx1"/>
                </a:solidFill>
              </a:endParaRPr>
            </a:p>
          </p:txBody>
        </p:sp>
        <p:sp>
          <p:nvSpPr>
            <p:cNvPr id="21" name="Retângulo 20">
              <a:extLst>
                <a:ext uri="{FF2B5EF4-FFF2-40B4-BE49-F238E27FC236}">
                  <a16:creationId xmlns:a16="http://schemas.microsoft.com/office/drawing/2014/main" id="{C5A8469C-A992-DB09-4250-C278FE7FB0AD}"/>
                </a:ext>
              </a:extLst>
            </p:cNvPr>
            <p:cNvSpPr/>
            <p:nvPr/>
          </p:nvSpPr>
          <p:spPr>
            <a:xfrm>
              <a:off x="5861758" y="4703989"/>
              <a:ext cx="1397358" cy="425003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400" b="1" dirty="0">
                  <a:solidFill>
                    <a:schemeClr val="tx1"/>
                  </a:solidFill>
                </a:rPr>
                <a:t>Tool execution</a:t>
              </a:r>
              <a:endParaRPr lang="pt-PT" sz="1400" b="1" dirty="0">
                <a:solidFill>
                  <a:schemeClr val="tx1"/>
                </a:solidFill>
              </a:endParaRPr>
            </a:p>
          </p:txBody>
        </p:sp>
        <p:sp>
          <p:nvSpPr>
            <p:cNvPr id="22" name="Retângulo 21">
              <a:extLst>
                <a:ext uri="{FF2B5EF4-FFF2-40B4-BE49-F238E27FC236}">
                  <a16:creationId xmlns:a16="http://schemas.microsoft.com/office/drawing/2014/main" id="{E1D880B2-C5E1-2410-59CA-CA6CAD75A98C}"/>
                </a:ext>
              </a:extLst>
            </p:cNvPr>
            <p:cNvSpPr/>
            <p:nvPr/>
          </p:nvSpPr>
          <p:spPr>
            <a:xfrm>
              <a:off x="5861760" y="5589432"/>
              <a:ext cx="1397358" cy="425003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400" b="1" dirty="0">
                  <a:solidFill>
                    <a:schemeClr val="tx1"/>
                  </a:solidFill>
                </a:rPr>
                <a:t>Output</a:t>
              </a:r>
              <a:endParaRPr lang="pt-PT" sz="1400" b="1" dirty="0">
                <a:solidFill>
                  <a:schemeClr val="tx1"/>
                </a:solidFill>
              </a:endParaRPr>
            </a:p>
          </p:txBody>
        </p:sp>
        <p:cxnSp>
          <p:nvCxnSpPr>
            <p:cNvPr id="35" name="Conexão reta unidirecional 34">
              <a:extLst>
                <a:ext uri="{FF2B5EF4-FFF2-40B4-BE49-F238E27FC236}">
                  <a16:creationId xmlns:a16="http://schemas.microsoft.com/office/drawing/2014/main" id="{75064ED0-C5EB-DB59-3405-E37BED392634}"/>
                </a:ext>
              </a:extLst>
            </p:cNvPr>
            <p:cNvCxnSpPr>
              <a:cxnSpLocks/>
              <a:stCxn id="18" idx="2"/>
              <a:endCxn id="19" idx="0"/>
            </p:cNvCxnSpPr>
            <p:nvPr/>
          </p:nvCxnSpPr>
          <p:spPr>
            <a:xfrm flipH="1">
              <a:off x="6560437" y="3363512"/>
              <a:ext cx="11540" cy="455035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Conexão reta unidirecional 37">
              <a:extLst>
                <a:ext uri="{FF2B5EF4-FFF2-40B4-BE49-F238E27FC236}">
                  <a16:creationId xmlns:a16="http://schemas.microsoft.com/office/drawing/2014/main" id="{BDD6AACF-F886-03E0-E9E9-7D30FCBA4067}"/>
                </a:ext>
              </a:extLst>
            </p:cNvPr>
            <p:cNvCxnSpPr>
              <a:cxnSpLocks/>
              <a:stCxn id="19" idx="2"/>
              <a:endCxn id="21" idx="0"/>
            </p:cNvCxnSpPr>
            <p:nvPr/>
          </p:nvCxnSpPr>
          <p:spPr>
            <a:xfrm>
              <a:off x="6560437" y="4243550"/>
              <a:ext cx="0" cy="460439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1" name="Conexão reta unidirecional 40">
            <a:extLst>
              <a:ext uri="{FF2B5EF4-FFF2-40B4-BE49-F238E27FC236}">
                <a16:creationId xmlns:a16="http://schemas.microsoft.com/office/drawing/2014/main" id="{51F94F30-9C1C-4DAF-4DF6-DCD8C70EA381}"/>
              </a:ext>
            </a:extLst>
          </p:cNvPr>
          <p:cNvCxnSpPr>
            <a:cxnSpLocks/>
            <a:stCxn id="21" idx="2"/>
            <a:endCxn id="22" idx="0"/>
          </p:cNvCxnSpPr>
          <p:nvPr/>
        </p:nvCxnSpPr>
        <p:spPr>
          <a:xfrm>
            <a:off x="6675518" y="4926993"/>
            <a:ext cx="2" cy="46044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exão: Ângulo Reto 44">
            <a:extLst>
              <a:ext uri="{FF2B5EF4-FFF2-40B4-BE49-F238E27FC236}">
                <a16:creationId xmlns:a16="http://schemas.microsoft.com/office/drawing/2014/main" id="{4460A228-31B3-2B5E-A09B-C24F14A23BDE}"/>
              </a:ext>
            </a:extLst>
          </p:cNvPr>
          <p:cNvCxnSpPr>
            <a:cxnSpLocks/>
            <a:stCxn id="22" idx="3"/>
            <a:endCxn id="31" idx="1"/>
          </p:cNvCxnSpPr>
          <p:nvPr/>
        </p:nvCxnSpPr>
        <p:spPr>
          <a:xfrm flipV="1">
            <a:off x="7374199" y="3993634"/>
            <a:ext cx="536323" cy="1606301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0" name="Group 39">
            <a:extLst>
              <a:ext uri="{FF2B5EF4-FFF2-40B4-BE49-F238E27FC236}">
                <a16:creationId xmlns:a16="http://schemas.microsoft.com/office/drawing/2014/main" id="{E7AF24A1-AAC1-1D4E-5BA7-D3E0F6A19C3D}"/>
              </a:ext>
            </a:extLst>
          </p:cNvPr>
          <p:cNvGrpSpPr/>
          <p:nvPr/>
        </p:nvGrpSpPr>
        <p:grpSpPr>
          <a:xfrm>
            <a:off x="2097640" y="1717486"/>
            <a:ext cx="3075349" cy="1339699"/>
            <a:chOff x="1983340" y="1976842"/>
            <a:chExt cx="3075349" cy="1339699"/>
          </a:xfrm>
        </p:grpSpPr>
        <p:pic>
          <p:nvPicPr>
            <p:cNvPr id="24" name="Graphic 23" descr="Database with solid fill">
              <a:extLst>
                <a:ext uri="{FF2B5EF4-FFF2-40B4-BE49-F238E27FC236}">
                  <a16:creationId xmlns:a16="http://schemas.microsoft.com/office/drawing/2014/main" id="{7C7D0011-638D-F55A-71BB-663422E6756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2660920" y="1976842"/>
              <a:ext cx="398734" cy="398734"/>
            </a:xfrm>
            <a:prstGeom prst="rect">
              <a:avLst/>
            </a:prstGeom>
          </p:spPr>
        </p:pic>
        <p:grpSp>
          <p:nvGrpSpPr>
            <p:cNvPr id="27" name="Agrupar 19">
              <a:extLst>
                <a:ext uri="{FF2B5EF4-FFF2-40B4-BE49-F238E27FC236}">
                  <a16:creationId xmlns:a16="http://schemas.microsoft.com/office/drawing/2014/main" id="{B8DA168A-9712-BBD1-3B33-4CCE2C15D3B5}"/>
                </a:ext>
              </a:extLst>
            </p:cNvPr>
            <p:cNvGrpSpPr/>
            <p:nvPr/>
          </p:nvGrpSpPr>
          <p:grpSpPr>
            <a:xfrm>
              <a:off x="1983340" y="1992476"/>
              <a:ext cx="3075349" cy="1324065"/>
              <a:chOff x="6699716" y="3278611"/>
              <a:chExt cx="3075349" cy="1324065"/>
            </a:xfrm>
          </p:grpSpPr>
          <p:sp>
            <p:nvSpPr>
              <p:cNvPr id="29" name="Retângulo 13">
                <a:extLst>
                  <a:ext uri="{FF2B5EF4-FFF2-40B4-BE49-F238E27FC236}">
                    <a16:creationId xmlns:a16="http://schemas.microsoft.com/office/drawing/2014/main" id="{1BA75D9E-60F7-DC50-D77F-4A81AB8C7F02}"/>
                  </a:ext>
                </a:extLst>
              </p:cNvPr>
              <p:cNvSpPr/>
              <p:nvPr/>
            </p:nvSpPr>
            <p:spPr>
              <a:xfrm>
                <a:off x="6699716" y="3702676"/>
                <a:ext cx="3075349" cy="900000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sp>
            <p:nvSpPr>
              <p:cNvPr id="32" name="CaixaDeTexto 14">
                <a:extLst>
                  <a:ext uri="{FF2B5EF4-FFF2-40B4-BE49-F238E27FC236}">
                    <a16:creationId xmlns:a16="http://schemas.microsoft.com/office/drawing/2014/main" id="{15D7485D-8F43-A9A9-481D-886C19432D40}"/>
                  </a:ext>
                </a:extLst>
              </p:cNvPr>
              <p:cNvSpPr txBox="1"/>
              <p:nvPr/>
            </p:nvSpPr>
            <p:spPr>
              <a:xfrm>
                <a:off x="7680378" y="3278611"/>
                <a:ext cx="129132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b="1" dirty="0"/>
                  <a:t>Database</a:t>
                </a:r>
                <a:endParaRPr lang="pt-PT" b="1" dirty="0"/>
              </a:p>
            </p:txBody>
          </p:sp>
          <p:sp>
            <p:nvSpPr>
              <p:cNvPr id="36" name="CaixaDeTexto 16">
                <a:extLst>
                  <a:ext uri="{FF2B5EF4-FFF2-40B4-BE49-F238E27FC236}">
                    <a16:creationId xmlns:a16="http://schemas.microsoft.com/office/drawing/2014/main" id="{7CB9286C-A2C0-C53C-78E5-964CD21BDAFD}"/>
                  </a:ext>
                </a:extLst>
              </p:cNvPr>
              <p:cNvSpPr txBox="1"/>
              <p:nvPr/>
            </p:nvSpPr>
            <p:spPr>
              <a:xfrm>
                <a:off x="6807562" y="3732325"/>
                <a:ext cx="2929944" cy="86177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400" b="1" dirty="0"/>
                  <a:t>Datasets</a:t>
                </a:r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:r>
                  <a:rPr lang="en-US" sz="1200" noProof="0" dirty="0"/>
                  <a:t>Binary bioactivity prediction</a:t>
                </a:r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:r>
                  <a:rPr lang="en-US" sz="1200" noProof="0" dirty="0"/>
                  <a:t>Multiclass selectivity prediction</a:t>
                </a:r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:r>
                  <a:rPr lang="en-US" sz="1200" dirty="0"/>
                  <a:t>…</a:t>
                </a:r>
                <a:endParaRPr lang="en-US" sz="1200" noProof="0" dirty="0"/>
              </a:p>
            </p:txBody>
          </p:sp>
        </p:grpSp>
      </p:grpSp>
      <p:cxnSp>
        <p:nvCxnSpPr>
          <p:cNvPr id="60" name="Connector: Elbow 59">
            <a:extLst>
              <a:ext uri="{FF2B5EF4-FFF2-40B4-BE49-F238E27FC236}">
                <a16:creationId xmlns:a16="http://schemas.microsoft.com/office/drawing/2014/main" id="{9CCC567B-02F2-8C5A-E25E-B8966029DC11}"/>
              </a:ext>
            </a:extLst>
          </p:cNvPr>
          <p:cNvCxnSpPr>
            <a:cxnSpLocks/>
            <a:stCxn id="14" idx="3"/>
            <a:endCxn id="19" idx="1"/>
          </p:cNvCxnSpPr>
          <p:nvPr/>
        </p:nvCxnSpPr>
        <p:spPr>
          <a:xfrm flipV="1">
            <a:off x="5172989" y="3829050"/>
            <a:ext cx="803850" cy="867626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: Elbow 61">
            <a:extLst>
              <a:ext uri="{FF2B5EF4-FFF2-40B4-BE49-F238E27FC236}">
                <a16:creationId xmlns:a16="http://schemas.microsoft.com/office/drawing/2014/main" id="{529E0225-C2BC-D68F-BBB5-281511FA5A8A}"/>
              </a:ext>
            </a:extLst>
          </p:cNvPr>
          <p:cNvCxnSpPr>
            <a:cxnSpLocks/>
            <a:stCxn id="29" idx="3"/>
            <a:endCxn id="19" idx="1"/>
          </p:cNvCxnSpPr>
          <p:nvPr/>
        </p:nvCxnSpPr>
        <p:spPr>
          <a:xfrm>
            <a:off x="5172989" y="2607185"/>
            <a:ext cx="803850" cy="1221865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78" name="Group 77">
            <a:extLst>
              <a:ext uri="{FF2B5EF4-FFF2-40B4-BE49-F238E27FC236}">
                <a16:creationId xmlns:a16="http://schemas.microsoft.com/office/drawing/2014/main" id="{EAF49822-3B85-7A7F-1670-D03B71B777F9}"/>
              </a:ext>
            </a:extLst>
          </p:cNvPr>
          <p:cNvGrpSpPr/>
          <p:nvPr/>
        </p:nvGrpSpPr>
        <p:grpSpPr>
          <a:xfrm>
            <a:off x="7910522" y="1717486"/>
            <a:ext cx="3529743" cy="4122945"/>
            <a:chOff x="7641659" y="1910540"/>
            <a:chExt cx="3529743" cy="4103895"/>
          </a:xfrm>
        </p:grpSpPr>
        <p:sp>
          <p:nvSpPr>
            <p:cNvPr id="31" name="Retângulo 30">
              <a:extLst>
                <a:ext uri="{FF2B5EF4-FFF2-40B4-BE49-F238E27FC236}">
                  <a16:creationId xmlns:a16="http://schemas.microsoft.com/office/drawing/2014/main" id="{2C6B2306-650E-3E81-EC31-8B3737049E58}"/>
                </a:ext>
              </a:extLst>
            </p:cNvPr>
            <p:cNvSpPr/>
            <p:nvPr/>
          </p:nvSpPr>
          <p:spPr>
            <a:xfrm>
              <a:off x="7641659" y="2337907"/>
              <a:ext cx="3529743" cy="3676528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sz="1400" b="1" dirty="0">
                <a:solidFill>
                  <a:schemeClr val="tx1"/>
                </a:solidFill>
              </a:endParaRPr>
            </a:p>
          </p:txBody>
        </p:sp>
        <p:sp>
          <p:nvSpPr>
            <p:cNvPr id="33" name="CaixaDeTexto 32">
              <a:extLst>
                <a:ext uri="{FF2B5EF4-FFF2-40B4-BE49-F238E27FC236}">
                  <a16:creationId xmlns:a16="http://schemas.microsoft.com/office/drawing/2014/main" id="{1327BE73-95DC-EE18-0BD2-C9E76133E10B}"/>
                </a:ext>
              </a:extLst>
            </p:cNvPr>
            <p:cNvSpPr txBox="1"/>
            <p:nvPr/>
          </p:nvSpPr>
          <p:spPr>
            <a:xfrm>
              <a:off x="8396404" y="1910540"/>
              <a:ext cx="202025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b="1" dirty="0"/>
                <a:t>Results Report</a:t>
              </a:r>
              <a:endParaRPr lang="pt-PT" b="1" dirty="0"/>
            </a:p>
          </p:txBody>
        </p:sp>
      </p:grpSp>
      <p:sp>
        <p:nvSpPr>
          <p:cNvPr id="81" name="Rectangle: Rounded Corners 80">
            <a:extLst>
              <a:ext uri="{FF2B5EF4-FFF2-40B4-BE49-F238E27FC236}">
                <a16:creationId xmlns:a16="http://schemas.microsoft.com/office/drawing/2014/main" id="{B5045C33-8CE3-F542-6B5C-2041185EA134}"/>
              </a:ext>
            </a:extLst>
          </p:cNvPr>
          <p:cNvSpPr/>
          <p:nvPr/>
        </p:nvSpPr>
        <p:spPr>
          <a:xfrm>
            <a:off x="266292" y="3544017"/>
            <a:ext cx="1114021" cy="357195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Task</a:t>
            </a:r>
            <a:endParaRPr lang="de-DE" dirty="0"/>
          </a:p>
        </p:txBody>
      </p:sp>
      <p:sp>
        <p:nvSpPr>
          <p:cNvPr id="86" name="CaixaDeTexto 16">
            <a:extLst>
              <a:ext uri="{FF2B5EF4-FFF2-40B4-BE49-F238E27FC236}">
                <a16:creationId xmlns:a16="http://schemas.microsoft.com/office/drawing/2014/main" id="{7963CEA9-8ED0-D842-08A9-9E8F9D68919C}"/>
              </a:ext>
            </a:extLst>
          </p:cNvPr>
          <p:cNvSpPr txBox="1"/>
          <p:nvPr/>
        </p:nvSpPr>
        <p:spPr>
          <a:xfrm>
            <a:off x="8067864" y="2263357"/>
            <a:ext cx="3317686" cy="33391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GB" sz="1400" b="1" dirty="0"/>
              <a:t>Task  and Data Description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sz="1200" dirty="0"/>
              <a:t>Dataset summary statistics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sz="1200" dirty="0"/>
              <a:t>…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GB" sz="1400" b="1" dirty="0"/>
              <a:t>Models Evaluation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sz="1200" dirty="0"/>
              <a:t>Performance tables and plots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sz="1200" dirty="0"/>
              <a:t>…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GB" sz="1400" b="1" dirty="0"/>
              <a:t>XAI Analysis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sz="1200" dirty="0"/>
              <a:t>Method-based explanations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sz="1200" dirty="0"/>
              <a:t>…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GB" sz="1400" b="1" dirty="0"/>
              <a:t>Chemical Insights &amp; Discussion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200" i="0" dirty="0">
                <a:solidFill>
                  <a:srgbClr val="0F0F0F"/>
                </a:solidFill>
                <a:effectLst/>
              </a:rPr>
              <a:t>LLM chemical </a:t>
            </a:r>
            <a:r>
              <a:rPr lang="en-US" sz="1200" dirty="0">
                <a:solidFill>
                  <a:srgbClr val="0F0F0F"/>
                </a:solidFill>
              </a:rPr>
              <a:t>r</a:t>
            </a:r>
            <a:r>
              <a:rPr lang="en-US" sz="1200" i="0" dirty="0">
                <a:solidFill>
                  <a:srgbClr val="0F0F0F"/>
                </a:solidFill>
                <a:effectLst/>
              </a:rPr>
              <a:t>ationalization</a:t>
            </a:r>
          </a:p>
        </p:txBody>
      </p:sp>
    </p:spTree>
    <p:extLst>
      <p:ext uri="{BB962C8B-B14F-4D97-AF65-F5344CB8AC3E}">
        <p14:creationId xmlns:p14="http://schemas.microsoft.com/office/powerpoint/2010/main" val="25197449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1136</Words>
  <Application>Microsoft Office PowerPoint</Application>
  <PresentationFormat>Widescreen</PresentationFormat>
  <Paragraphs>116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Aptos</vt:lpstr>
      <vt:lpstr>Aptos Display</vt:lpstr>
      <vt:lpstr>Arial</vt:lpstr>
      <vt:lpstr>Cambria Math</vt:lpstr>
      <vt:lpstr>ui-sans-serif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Alec Lamens</dc:creator>
  <cp:lastModifiedBy>Tiago Janela</cp:lastModifiedBy>
  <cp:revision>27</cp:revision>
  <dcterms:created xsi:type="dcterms:W3CDTF">2026-03-16T15:57:23Z</dcterms:created>
  <dcterms:modified xsi:type="dcterms:W3CDTF">2026-05-05T10:30:38Z</dcterms:modified>
</cp:coreProperties>
</file>