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9"/>
  </p:notesMasterIdLst>
  <p:sldIdLst>
    <p:sldId id="297" r:id="rId3"/>
    <p:sldId id="298" r:id="rId4"/>
    <p:sldId id="308" r:id="rId5"/>
    <p:sldId id="299" r:id="rId6"/>
    <p:sldId id="310" r:id="rId7"/>
    <p:sldId id="309" r:id="rId8"/>
    <p:sldId id="319" r:id="rId9"/>
    <p:sldId id="311" r:id="rId10"/>
    <p:sldId id="317" r:id="rId11"/>
    <p:sldId id="318" r:id="rId12"/>
    <p:sldId id="312" r:id="rId13"/>
    <p:sldId id="313" r:id="rId14"/>
    <p:sldId id="314" r:id="rId15"/>
    <p:sldId id="315" r:id="rId16"/>
    <p:sldId id="316" r:id="rId17"/>
    <p:sldId id="303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C8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69" autoAdjust="0"/>
  </p:normalViewPr>
  <p:slideViewPr>
    <p:cSldViewPr snapToGrid="0">
      <p:cViewPr varScale="1">
        <p:scale>
          <a:sx n="120" d="100"/>
          <a:sy n="120" d="100"/>
        </p:scale>
        <p:origin x="134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Janela" userId="ee1a79fe-c79c-4f34-9602-7f6f2f0482b3" providerId="ADAL" clId="{67D2C233-DF3C-4C6D-9040-D7553E3BCB8A}"/>
    <pc:docChg chg="delSld modSld">
      <pc:chgData name="Tiago Janela" userId="ee1a79fe-c79c-4f34-9602-7f6f2f0482b3" providerId="ADAL" clId="{67D2C233-DF3C-4C6D-9040-D7553E3BCB8A}" dt="2026-03-16T14:03:02.466" v="54" actId="20577"/>
      <pc:docMkLst>
        <pc:docMk/>
      </pc:docMkLst>
      <pc:sldChg chg="modSp mod">
        <pc:chgData name="Tiago Janela" userId="ee1a79fe-c79c-4f34-9602-7f6f2f0482b3" providerId="ADAL" clId="{67D2C233-DF3C-4C6D-9040-D7553E3BCB8A}" dt="2026-03-16T14:03:02.466" v="54" actId="20577"/>
        <pc:sldMkLst>
          <pc:docMk/>
          <pc:sldMk cId="829672710" sldId="297"/>
        </pc:sldMkLst>
        <pc:spChg chg="mod">
          <ac:chgData name="Tiago Janela" userId="ee1a79fe-c79c-4f34-9602-7f6f2f0482b3" providerId="ADAL" clId="{67D2C233-DF3C-4C6D-9040-D7553E3BCB8A}" dt="2026-03-16T14:03:02.466" v="54" actId="20577"/>
          <ac:spMkLst>
            <pc:docMk/>
            <pc:sldMk cId="829672710" sldId="297"/>
            <ac:spMk id="156" creationId="{00000000-0000-0000-0000-000000000000}"/>
          </ac:spMkLst>
        </pc:spChg>
      </pc:sldChg>
      <pc:sldChg chg="modSp mod">
        <pc:chgData name="Tiago Janela" userId="ee1a79fe-c79c-4f34-9602-7f6f2f0482b3" providerId="ADAL" clId="{67D2C233-DF3C-4C6D-9040-D7553E3BCB8A}" dt="2026-03-16T14:02:34.148" v="0" actId="20577"/>
        <pc:sldMkLst>
          <pc:docMk/>
          <pc:sldMk cId="721732568" sldId="298"/>
        </pc:sldMkLst>
        <pc:spChg chg="mod">
          <ac:chgData name="Tiago Janela" userId="ee1a79fe-c79c-4f34-9602-7f6f2f0482b3" providerId="ADAL" clId="{67D2C233-DF3C-4C6D-9040-D7553E3BCB8A}" dt="2026-03-16T14:02:34.148" v="0" actId="20577"/>
          <ac:spMkLst>
            <pc:docMk/>
            <pc:sldMk cId="721732568" sldId="298"/>
            <ac:spMk id="2" creationId="{870990D0-7AC5-46BA-6FC4-274F8E0A3ABE}"/>
          </ac:spMkLst>
        </pc:spChg>
      </pc:sldChg>
    </pc:docChg>
  </pc:docChgLst>
  <pc:docChgLst>
    <pc:chgData name="Tiago Janela" userId="ee1a79fe-c79c-4f34-9602-7f6f2f0482b3" providerId="ADAL" clId="{6BE67FA1-4A27-48B9-BA6A-E25A9786A9CC}"/>
    <pc:docChg chg="undo custSel addSld modSld sldOrd">
      <pc:chgData name="Tiago Janela" userId="ee1a79fe-c79c-4f34-9602-7f6f2f0482b3" providerId="ADAL" clId="{6BE67FA1-4A27-48B9-BA6A-E25A9786A9CC}" dt="2026-03-20T13:52:23.099" v="1063" actId="20577"/>
      <pc:docMkLst>
        <pc:docMk/>
      </pc:docMkLst>
      <pc:sldChg chg="addSp modSp mod">
        <pc:chgData name="Tiago Janela" userId="ee1a79fe-c79c-4f34-9602-7f6f2f0482b3" providerId="ADAL" clId="{6BE67FA1-4A27-48B9-BA6A-E25A9786A9CC}" dt="2026-03-19T10:54:12.398" v="162" actId="1076"/>
        <pc:sldMkLst>
          <pc:docMk/>
          <pc:sldMk cId="721732568" sldId="298"/>
        </pc:sldMkLst>
        <pc:spChg chg="mod">
          <ac:chgData name="Tiago Janela" userId="ee1a79fe-c79c-4f34-9602-7f6f2f0482b3" providerId="ADAL" clId="{6BE67FA1-4A27-48B9-BA6A-E25A9786A9CC}" dt="2026-03-19T10:51:19.221" v="88" actId="20577"/>
          <ac:spMkLst>
            <pc:docMk/>
            <pc:sldMk cId="721732568" sldId="298"/>
            <ac:spMk id="2" creationId="{870990D0-7AC5-46BA-6FC4-274F8E0A3ABE}"/>
          </ac:spMkLst>
        </pc:spChg>
        <pc:spChg chg="mod">
          <ac:chgData name="Tiago Janela" userId="ee1a79fe-c79c-4f34-9602-7f6f2f0482b3" providerId="ADAL" clId="{6BE67FA1-4A27-48B9-BA6A-E25A9786A9CC}" dt="2026-03-19T10:37:44.329" v="9" actId="20577"/>
          <ac:spMkLst>
            <pc:docMk/>
            <pc:sldMk cId="721732568" sldId="298"/>
            <ac:spMk id="163" creationId="{57944F4B-F502-E7CC-8790-8737702BC6AC}"/>
          </ac:spMkLst>
        </pc:spChg>
        <pc:picChg chg="add mod">
          <ac:chgData name="Tiago Janela" userId="ee1a79fe-c79c-4f34-9602-7f6f2f0482b3" providerId="ADAL" clId="{6BE67FA1-4A27-48B9-BA6A-E25A9786A9CC}" dt="2026-03-19T10:54:12.398" v="162" actId="1076"/>
          <ac:picMkLst>
            <pc:docMk/>
            <pc:sldMk cId="721732568" sldId="298"/>
            <ac:picMk id="4" creationId="{A9172708-06AB-AE7A-4BC0-05B1328EE700}"/>
          </ac:picMkLst>
        </pc:picChg>
      </pc:sldChg>
      <pc:sldChg chg="delSp modSp add mod">
        <pc:chgData name="Tiago Janela" userId="ee1a79fe-c79c-4f34-9602-7f6f2f0482b3" providerId="ADAL" clId="{6BE67FA1-4A27-48B9-BA6A-E25A9786A9CC}" dt="2026-03-19T10:59:23.180" v="500" actId="20577"/>
        <pc:sldMkLst>
          <pc:docMk/>
          <pc:sldMk cId="1707478755" sldId="299"/>
        </pc:sldMkLst>
        <pc:spChg chg="mod">
          <ac:chgData name="Tiago Janela" userId="ee1a79fe-c79c-4f34-9602-7f6f2f0482b3" providerId="ADAL" clId="{6BE67FA1-4A27-48B9-BA6A-E25A9786A9CC}" dt="2026-03-19T10:59:23.180" v="500" actId="20577"/>
          <ac:spMkLst>
            <pc:docMk/>
            <pc:sldMk cId="1707478755" sldId="299"/>
            <ac:spMk id="2" creationId="{870990D0-7AC5-46BA-6FC4-274F8E0A3ABE}"/>
          </ac:spMkLst>
        </pc:spChg>
      </pc:sldChg>
      <pc:sldChg chg="addSp delSp modSp add mod">
        <pc:chgData name="Tiago Janela" userId="ee1a79fe-c79c-4f34-9602-7f6f2f0482b3" providerId="ADAL" clId="{6BE67FA1-4A27-48B9-BA6A-E25A9786A9CC}" dt="2026-03-20T13:21:59.221" v="1059" actId="20577"/>
        <pc:sldMkLst>
          <pc:docMk/>
          <pc:sldMk cId="457486825" sldId="300"/>
        </pc:sldMkLst>
        <pc:spChg chg="add mod">
          <ac:chgData name="Tiago Janela" userId="ee1a79fe-c79c-4f34-9602-7f6f2f0482b3" providerId="ADAL" clId="{6BE67FA1-4A27-48B9-BA6A-E25A9786A9CC}" dt="2026-03-20T13:21:59.221" v="1059" actId="20577"/>
          <ac:spMkLst>
            <pc:docMk/>
            <pc:sldMk cId="457486825" sldId="300"/>
            <ac:spMk id="7" creationId="{66DE14D4-64D4-6D1F-DD92-BC16D674C58B}"/>
          </ac:spMkLst>
        </pc:spChg>
        <pc:spChg chg="mod">
          <ac:chgData name="Tiago Janela" userId="ee1a79fe-c79c-4f34-9602-7f6f2f0482b3" providerId="ADAL" clId="{6BE67FA1-4A27-48B9-BA6A-E25A9786A9CC}" dt="2026-03-20T13:08:59.412" v="584" actId="20577"/>
          <ac:spMkLst>
            <pc:docMk/>
            <pc:sldMk cId="457486825" sldId="300"/>
            <ac:spMk id="163" creationId="{57944F4B-F502-E7CC-8790-8737702BC6AC}"/>
          </ac:spMkLst>
        </pc:spChg>
        <pc:picChg chg="add mod">
          <ac:chgData name="Tiago Janela" userId="ee1a79fe-c79c-4f34-9602-7f6f2f0482b3" providerId="ADAL" clId="{6BE67FA1-4A27-48B9-BA6A-E25A9786A9CC}" dt="2026-03-20T13:19:08.305" v="821" actId="1076"/>
          <ac:picMkLst>
            <pc:docMk/>
            <pc:sldMk cId="457486825" sldId="300"/>
            <ac:picMk id="4" creationId="{0F3D5BC1-9264-881D-CF39-9525F816570A}"/>
          </ac:picMkLst>
        </pc:picChg>
      </pc:sldChg>
      <pc:sldChg chg="delSp modSp add mod ord">
        <pc:chgData name="Tiago Janela" userId="ee1a79fe-c79c-4f34-9602-7f6f2f0482b3" providerId="ADAL" clId="{6BE67FA1-4A27-48B9-BA6A-E25A9786A9CC}" dt="2026-03-20T13:52:23.099" v="1063" actId="20577"/>
        <pc:sldMkLst>
          <pc:docMk/>
          <pc:sldMk cId="2375808848" sldId="301"/>
        </pc:sldMkLst>
        <pc:spChg chg="mod">
          <ac:chgData name="Tiago Janela" userId="ee1a79fe-c79c-4f34-9602-7f6f2f0482b3" providerId="ADAL" clId="{6BE67FA1-4A27-48B9-BA6A-E25A9786A9CC}" dt="2026-03-20T13:52:23.099" v="1063" actId="20577"/>
          <ac:spMkLst>
            <pc:docMk/>
            <pc:sldMk cId="2375808848" sldId="301"/>
            <ac:spMk id="2" creationId="{870990D0-7AC5-46BA-6FC4-274F8E0A3ABE}"/>
          </ac:spMkLst>
        </pc:spChg>
        <pc:picChg chg="mod">
          <ac:chgData name="Tiago Janela" userId="ee1a79fe-c79c-4f34-9602-7f6f2f0482b3" providerId="ADAL" clId="{6BE67FA1-4A27-48B9-BA6A-E25A9786A9CC}" dt="2026-03-20T13:17:16.190" v="611" actId="1076"/>
          <ac:picMkLst>
            <pc:docMk/>
            <pc:sldMk cId="2375808848" sldId="301"/>
            <ac:picMk id="6" creationId="{D3BA145D-265C-C0B1-7C0E-2EE32552E491}"/>
          </ac:picMkLst>
        </pc:picChg>
      </pc:sldChg>
    </pc:docChg>
  </pc:docChgLst>
  <pc:docChgLst>
    <pc:chgData name="Tiago Janela" userId="ee1a79fe-c79c-4f34-9602-7f6f2f0482b3" providerId="ADAL" clId="{A1A622BE-A8AD-47B7-8802-BAC61BCE5126}"/>
    <pc:docChg chg="undo custSel modSld">
      <pc:chgData name="Tiago Janela" userId="ee1a79fe-c79c-4f34-9602-7f6f2f0482b3" providerId="ADAL" clId="{A1A622BE-A8AD-47B7-8802-BAC61BCE5126}" dt="2026-04-02T12:40:40.607" v="50" actId="478"/>
      <pc:docMkLst>
        <pc:docMk/>
      </pc:docMkLst>
      <pc:sldChg chg="addSp delSp modSp mod">
        <pc:chgData name="Tiago Janela" userId="ee1a79fe-c79c-4f34-9602-7f6f2f0482b3" providerId="ADAL" clId="{A1A622BE-A8AD-47B7-8802-BAC61BCE5126}" dt="2026-04-02T12:40:40.607" v="50" actId="478"/>
        <pc:sldMkLst>
          <pc:docMk/>
          <pc:sldMk cId="1707478755" sldId="299"/>
        </pc:sldMkLst>
        <pc:graphicFrameChg chg="add del modGraphic">
          <ac:chgData name="Tiago Janela" userId="ee1a79fe-c79c-4f34-9602-7f6f2f0482b3" providerId="ADAL" clId="{A1A622BE-A8AD-47B7-8802-BAC61BCE5126}" dt="2026-04-02T12:40:40.607" v="50" actId="478"/>
          <ac:graphicFrameMkLst>
            <pc:docMk/>
            <pc:sldMk cId="1707478755" sldId="299"/>
            <ac:graphicFrameMk id="4" creationId="{689F2044-8E26-DCF5-DE2D-9AD979C8C1EE}"/>
          </ac:graphicFrameMkLst>
        </pc:graphicFrameChg>
      </pc:sldChg>
    </pc:docChg>
  </pc:docChgLst>
  <pc:docChgLst>
    <pc:chgData name="Tiago Janela" userId="ee1a79fe-c79c-4f34-9602-7f6f2f0482b3" providerId="ADAL" clId="{D59BA079-2D81-42B2-9E2D-198C5F90099E}"/>
    <pc:docChg chg="undo custSel addSld modSld sldOrd">
      <pc:chgData name="Tiago Janela" userId="ee1a79fe-c79c-4f34-9602-7f6f2f0482b3" providerId="ADAL" clId="{D59BA079-2D81-42B2-9E2D-198C5F90099E}" dt="2026-04-29T14:57:22.243" v="167"/>
      <pc:docMkLst>
        <pc:docMk/>
      </pc:docMkLst>
      <pc:sldChg chg="addSp delSp modSp mod">
        <pc:chgData name="Tiago Janela" userId="ee1a79fe-c79c-4f34-9602-7f6f2f0482b3" providerId="ADAL" clId="{D59BA079-2D81-42B2-9E2D-198C5F90099E}" dt="2026-04-29T14:57:22.243" v="167"/>
        <pc:sldMkLst>
          <pc:docMk/>
          <pc:sldMk cId="721732568" sldId="298"/>
        </pc:sldMkLst>
        <pc:picChg chg="add mod">
          <ac:chgData name="Tiago Janela" userId="ee1a79fe-c79c-4f34-9602-7f6f2f0482b3" providerId="ADAL" clId="{D59BA079-2D81-42B2-9E2D-198C5F90099E}" dt="2026-04-29T14:57:22.243" v="167"/>
          <ac:picMkLst>
            <pc:docMk/>
            <pc:sldMk cId="721732568" sldId="298"/>
            <ac:picMk id="3" creationId="{C525295A-47E6-DB8C-78FD-5ACC25A8B445}"/>
          </ac:picMkLst>
        </pc:picChg>
        <pc:picChg chg="del">
          <ac:chgData name="Tiago Janela" userId="ee1a79fe-c79c-4f34-9602-7f6f2f0482b3" providerId="ADAL" clId="{D59BA079-2D81-42B2-9E2D-198C5F90099E}" dt="2026-04-29T14:57:21.959" v="166" actId="478"/>
          <ac:picMkLst>
            <pc:docMk/>
            <pc:sldMk cId="721732568" sldId="298"/>
            <ac:picMk id="4" creationId="{A9172708-06AB-AE7A-4BC0-05B1328EE700}"/>
          </ac:picMkLst>
        </pc:picChg>
      </pc:sldChg>
      <pc:sldChg chg="modSp mod">
        <pc:chgData name="Tiago Janela" userId="ee1a79fe-c79c-4f34-9602-7f6f2f0482b3" providerId="ADAL" clId="{D59BA079-2D81-42B2-9E2D-198C5F90099E}" dt="2026-04-29T14:57:04.951" v="165" actId="20577"/>
        <pc:sldMkLst>
          <pc:docMk/>
          <pc:sldMk cId="999010184" sldId="308"/>
        </pc:sldMkLst>
        <pc:spChg chg="mod">
          <ac:chgData name="Tiago Janela" userId="ee1a79fe-c79c-4f34-9602-7f6f2f0482b3" providerId="ADAL" clId="{D59BA079-2D81-42B2-9E2D-198C5F90099E}" dt="2026-04-29T14:57:04.951" v="165" actId="20577"/>
          <ac:spMkLst>
            <pc:docMk/>
            <pc:sldMk cId="999010184" sldId="308"/>
            <ac:spMk id="2" creationId="{870990D0-7AC5-46BA-6FC4-274F8E0A3ABE}"/>
          </ac:spMkLst>
        </pc:spChg>
      </pc:sldChg>
      <pc:sldChg chg="mod modShow">
        <pc:chgData name="Tiago Janela" userId="ee1a79fe-c79c-4f34-9602-7f6f2f0482b3" providerId="ADAL" clId="{D59BA079-2D81-42B2-9E2D-198C5F90099E}" dt="2026-04-29T14:47:27.062" v="156" actId="729"/>
        <pc:sldMkLst>
          <pc:docMk/>
          <pc:sldMk cId="497639913" sldId="312"/>
        </pc:sldMkLst>
      </pc:sldChg>
      <pc:sldChg chg="addSp delSp modSp add mod ord">
        <pc:chgData name="Tiago Janela" userId="ee1a79fe-c79c-4f34-9602-7f6f2f0482b3" providerId="ADAL" clId="{D59BA079-2D81-42B2-9E2D-198C5F90099E}" dt="2026-04-29T14:47:28.386" v="158"/>
        <pc:sldMkLst>
          <pc:docMk/>
          <pc:sldMk cId="3302856774" sldId="317"/>
        </pc:sldMkLst>
        <pc:spChg chg="add mod">
          <ac:chgData name="Tiago Janela" userId="ee1a79fe-c79c-4f34-9602-7f6f2f0482b3" providerId="ADAL" clId="{D59BA079-2D81-42B2-9E2D-198C5F90099E}" dt="2026-04-29T14:39:49.159" v="28" actId="404"/>
          <ac:spMkLst>
            <pc:docMk/>
            <pc:sldMk cId="3302856774" sldId="317"/>
            <ac:spMk id="2" creationId="{9803C720-5E38-494F-5EED-73C1A8624CA2}"/>
          </ac:spMkLst>
        </pc:spChg>
        <pc:spChg chg="mod">
          <ac:chgData name="Tiago Janela" userId="ee1a79fe-c79c-4f34-9602-7f6f2f0482b3" providerId="ADAL" clId="{D59BA079-2D81-42B2-9E2D-198C5F90099E}" dt="2026-04-29T14:37:18.277" v="2"/>
          <ac:spMkLst>
            <pc:docMk/>
            <pc:sldMk cId="3302856774" sldId="317"/>
            <ac:spMk id="4" creationId="{29C55CA4-9FFE-F8C7-14D1-7771639D14E4}"/>
          </ac:spMkLst>
        </pc:spChg>
        <pc:spChg chg="add mod">
          <ac:chgData name="Tiago Janela" userId="ee1a79fe-c79c-4f34-9602-7f6f2f0482b3" providerId="ADAL" clId="{D59BA079-2D81-42B2-9E2D-198C5F90099E}" dt="2026-04-29T14:37:30.168" v="3" actId="164"/>
          <ac:spMkLst>
            <pc:docMk/>
            <pc:sldMk cId="3302856774" sldId="317"/>
            <ac:spMk id="7" creationId="{97128B13-4612-273D-93A3-BB4FE0ECD72E}"/>
          </ac:spMkLst>
        </pc:spChg>
        <pc:spChg chg="add mod">
          <ac:chgData name="Tiago Janela" userId="ee1a79fe-c79c-4f34-9602-7f6f2f0482b3" providerId="ADAL" clId="{D59BA079-2D81-42B2-9E2D-198C5F90099E}" dt="2026-04-29T14:39:51.630" v="29" actId="404"/>
          <ac:spMkLst>
            <pc:docMk/>
            <pc:sldMk cId="3302856774" sldId="317"/>
            <ac:spMk id="8" creationId="{BFA4F87D-A515-0617-5B19-E065DFAAA219}"/>
          </ac:spMkLst>
        </pc:spChg>
        <pc:spChg chg="add mod">
          <ac:chgData name="Tiago Janela" userId="ee1a79fe-c79c-4f34-9602-7f6f2f0482b3" providerId="ADAL" clId="{D59BA079-2D81-42B2-9E2D-198C5F90099E}" dt="2026-04-29T14:39:53.918" v="30" actId="404"/>
          <ac:spMkLst>
            <pc:docMk/>
            <pc:sldMk cId="3302856774" sldId="317"/>
            <ac:spMk id="9" creationId="{5B5E5C40-61E5-79E5-C05A-CA9180634650}"/>
          </ac:spMkLst>
        </pc:spChg>
        <pc:spChg chg="add mod">
          <ac:chgData name="Tiago Janela" userId="ee1a79fe-c79c-4f34-9602-7f6f2f0482b3" providerId="ADAL" clId="{D59BA079-2D81-42B2-9E2D-198C5F90099E}" dt="2026-04-29T14:37:30.168" v="3" actId="164"/>
          <ac:spMkLst>
            <pc:docMk/>
            <pc:sldMk cId="3302856774" sldId="317"/>
            <ac:spMk id="10" creationId="{A3301E51-4E33-A5C6-58D1-99F3B3249BC8}"/>
          </ac:spMkLst>
        </pc:spChg>
        <pc:spChg chg="mod">
          <ac:chgData name="Tiago Janela" userId="ee1a79fe-c79c-4f34-9602-7f6f2f0482b3" providerId="ADAL" clId="{D59BA079-2D81-42B2-9E2D-198C5F90099E}" dt="2026-04-29T14:37:57.832" v="16" actId="404"/>
          <ac:spMkLst>
            <pc:docMk/>
            <pc:sldMk cId="3302856774" sldId="317"/>
            <ac:spMk id="14" creationId="{52C02012-CF9D-7AF4-DB5E-4F719C94B012}"/>
          </ac:spMkLst>
        </pc:spChg>
        <pc:spChg chg="mod">
          <ac:chgData name="Tiago Janela" userId="ee1a79fe-c79c-4f34-9602-7f6f2f0482b3" providerId="ADAL" clId="{D59BA079-2D81-42B2-9E2D-198C5F90099E}" dt="2026-04-29T14:37:54.655" v="14" actId="404"/>
          <ac:spMkLst>
            <pc:docMk/>
            <pc:sldMk cId="3302856774" sldId="317"/>
            <ac:spMk id="17" creationId="{392DA2FC-B611-0481-11FA-589AFCCD6635}"/>
          </ac:spMkLst>
        </pc:spChg>
        <pc:spChg chg="mod">
          <ac:chgData name="Tiago Janela" userId="ee1a79fe-c79c-4f34-9602-7f6f2f0482b3" providerId="ADAL" clId="{D59BA079-2D81-42B2-9E2D-198C5F90099E}" dt="2026-04-29T14:42:14.331" v="134"/>
          <ac:spMkLst>
            <pc:docMk/>
            <pc:sldMk cId="3302856774" sldId="317"/>
            <ac:spMk id="22" creationId="{9CC3FB47-39F0-5B0D-9FE3-5C302988AB12}"/>
          </ac:spMkLst>
        </pc:spChg>
        <pc:spChg chg="mod">
          <ac:chgData name="Tiago Janela" userId="ee1a79fe-c79c-4f34-9602-7f6f2f0482b3" providerId="ADAL" clId="{D59BA079-2D81-42B2-9E2D-198C5F90099E}" dt="2026-04-29T14:42:14.331" v="134"/>
          <ac:spMkLst>
            <pc:docMk/>
            <pc:sldMk cId="3302856774" sldId="317"/>
            <ac:spMk id="24" creationId="{D4516D0B-2A98-E400-631F-146C1BCBCEC7}"/>
          </ac:spMkLst>
        </pc:spChg>
        <pc:spChg chg="mod">
          <ac:chgData name="Tiago Janela" userId="ee1a79fe-c79c-4f34-9602-7f6f2f0482b3" providerId="ADAL" clId="{D59BA079-2D81-42B2-9E2D-198C5F90099E}" dt="2026-04-29T14:42:14.331" v="134"/>
          <ac:spMkLst>
            <pc:docMk/>
            <pc:sldMk cId="3302856774" sldId="317"/>
            <ac:spMk id="27" creationId="{4BF8A661-D3F9-4D47-9A49-5561FB429D7F}"/>
          </ac:spMkLst>
        </pc:spChg>
        <pc:spChg chg="mod">
          <ac:chgData name="Tiago Janela" userId="ee1a79fe-c79c-4f34-9602-7f6f2f0482b3" providerId="ADAL" clId="{D59BA079-2D81-42B2-9E2D-198C5F90099E}" dt="2026-04-29T14:42:14.331" v="134"/>
          <ac:spMkLst>
            <pc:docMk/>
            <pc:sldMk cId="3302856774" sldId="317"/>
            <ac:spMk id="31" creationId="{44774A09-6C4B-273B-64E1-71CD435882F9}"/>
          </ac:spMkLst>
        </pc:spChg>
        <pc:spChg chg="mod">
          <ac:chgData name="Tiago Janela" userId="ee1a79fe-c79c-4f34-9602-7f6f2f0482b3" providerId="ADAL" clId="{D59BA079-2D81-42B2-9E2D-198C5F90099E}" dt="2026-04-29T14:42:14.331" v="134"/>
          <ac:spMkLst>
            <pc:docMk/>
            <pc:sldMk cId="3302856774" sldId="317"/>
            <ac:spMk id="33" creationId="{6622B3C1-0E2A-C553-0B73-EB0159100FA0}"/>
          </ac:spMkLst>
        </pc:spChg>
        <pc:spChg chg="mod">
          <ac:chgData name="Tiago Janela" userId="ee1a79fe-c79c-4f34-9602-7f6f2f0482b3" providerId="ADAL" clId="{D59BA079-2D81-42B2-9E2D-198C5F90099E}" dt="2026-04-29T14:42:14.331" v="134"/>
          <ac:spMkLst>
            <pc:docMk/>
            <pc:sldMk cId="3302856774" sldId="317"/>
            <ac:spMk id="36" creationId="{CA013FFA-B74D-DDEF-AD08-7B599268011E}"/>
          </ac:spMkLst>
        </pc:spChg>
        <pc:spChg chg="mod">
          <ac:chgData name="Tiago Janela" userId="ee1a79fe-c79c-4f34-9602-7f6f2f0482b3" providerId="ADAL" clId="{D59BA079-2D81-42B2-9E2D-198C5F90099E}" dt="2026-04-29T14:42:14.331" v="134"/>
          <ac:spMkLst>
            <pc:docMk/>
            <pc:sldMk cId="3302856774" sldId="317"/>
            <ac:spMk id="43" creationId="{E3A96CCB-CAB0-24CC-DA7A-8F66AABCC413}"/>
          </ac:spMkLst>
        </pc:spChg>
        <pc:spChg chg="mod">
          <ac:chgData name="Tiago Janela" userId="ee1a79fe-c79c-4f34-9602-7f6f2f0482b3" providerId="ADAL" clId="{D59BA079-2D81-42B2-9E2D-198C5F90099E}" dt="2026-04-29T14:42:14.331" v="134"/>
          <ac:spMkLst>
            <pc:docMk/>
            <pc:sldMk cId="3302856774" sldId="317"/>
            <ac:spMk id="48" creationId="{B76292A3-1097-26F8-291A-E16DB649542F}"/>
          </ac:spMkLst>
        </pc:spChg>
        <pc:spChg chg="mod">
          <ac:chgData name="Tiago Janela" userId="ee1a79fe-c79c-4f34-9602-7f6f2f0482b3" providerId="ADAL" clId="{D59BA079-2D81-42B2-9E2D-198C5F90099E}" dt="2026-04-29T14:42:57.418" v="138"/>
          <ac:spMkLst>
            <pc:docMk/>
            <pc:sldMk cId="3302856774" sldId="317"/>
            <ac:spMk id="52" creationId="{60CA6DF6-6A3C-EB5F-B0C1-931B63D4E833}"/>
          </ac:spMkLst>
        </pc:spChg>
        <pc:spChg chg="mod">
          <ac:chgData name="Tiago Janela" userId="ee1a79fe-c79c-4f34-9602-7f6f2f0482b3" providerId="ADAL" clId="{D59BA079-2D81-42B2-9E2D-198C5F90099E}" dt="2026-04-29T14:42:57.418" v="138"/>
          <ac:spMkLst>
            <pc:docMk/>
            <pc:sldMk cId="3302856774" sldId="317"/>
            <ac:spMk id="54" creationId="{31A4D069-120D-BD5C-8246-2FAD55A8EBC0}"/>
          </ac:spMkLst>
        </pc:spChg>
        <pc:spChg chg="mod">
          <ac:chgData name="Tiago Janela" userId="ee1a79fe-c79c-4f34-9602-7f6f2f0482b3" providerId="ADAL" clId="{D59BA079-2D81-42B2-9E2D-198C5F90099E}" dt="2026-04-29T14:42:57.418" v="138"/>
          <ac:spMkLst>
            <pc:docMk/>
            <pc:sldMk cId="3302856774" sldId="317"/>
            <ac:spMk id="57" creationId="{8A8C5BFC-C55D-6AB2-E369-A8B84D61F6E4}"/>
          </ac:spMkLst>
        </pc:spChg>
        <pc:spChg chg="mod">
          <ac:chgData name="Tiago Janela" userId="ee1a79fe-c79c-4f34-9602-7f6f2f0482b3" providerId="ADAL" clId="{D59BA079-2D81-42B2-9E2D-198C5F90099E}" dt="2026-04-29T14:42:57.418" v="138"/>
          <ac:spMkLst>
            <pc:docMk/>
            <pc:sldMk cId="3302856774" sldId="317"/>
            <ac:spMk id="61" creationId="{98352965-0265-CA6D-C6A6-29212BEA4C15}"/>
          </ac:spMkLst>
        </pc:spChg>
        <pc:spChg chg="mod">
          <ac:chgData name="Tiago Janela" userId="ee1a79fe-c79c-4f34-9602-7f6f2f0482b3" providerId="ADAL" clId="{D59BA079-2D81-42B2-9E2D-198C5F90099E}" dt="2026-04-29T14:42:57.418" v="138"/>
          <ac:spMkLst>
            <pc:docMk/>
            <pc:sldMk cId="3302856774" sldId="317"/>
            <ac:spMk id="63" creationId="{A392F33B-6C93-58AE-6C45-5B25938C50D8}"/>
          </ac:spMkLst>
        </pc:spChg>
        <pc:spChg chg="mod">
          <ac:chgData name="Tiago Janela" userId="ee1a79fe-c79c-4f34-9602-7f6f2f0482b3" providerId="ADAL" clId="{D59BA079-2D81-42B2-9E2D-198C5F90099E}" dt="2026-04-29T14:42:57.418" v="138"/>
          <ac:spMkLst>
            <pc:docMk/>
            <pc:sldMk cId="3302856774" sldId="317"/>
            <ac:spMk id="130" creationId="{A9AE43EA-80B3-40AE-568E-1635AA6D6A0C}"/>
          </ac:spMkLst>
        </pc:spChg>
        <pc:spChg chg="mod">
          <ac:chgData name="Tiago Janela" userId="ee1a79fe-c79c-4f34-9602-7f6f2f0482b3" providerId="ADAL" clId="{D59BA079-2D81-42B2-9E2D-198C5F90099E}" dt="2026-04-29T14:42:57.418" v="138"/>
          <ac:spMkLst>
            <pc:docMk/>
            <pc:sldMk cId="3302856774" sldId="317"/>
            <ac:spMk id="137" creationId="{697EABE1-46D8-0746-E245-58B587C3A93C}"/>
          </ac:spMkLst>
        </pc:spChg>
        <pc:spChg chg="mod">
          <ac:chgData name="Tiago Janela" userId="ee1a79fe-c79c-4f34-9602-7f6f2f0482b3" providerId="ADAL" clId="{D59BA079-2D81-42B2-9E2D-198C5F90099E}" dt="2026-04-29T14:42:57.418" v="138"/>
          <ac:spMkLst>
            <pc:docMk/>
            <pc:sldMk cId="3302856774" sldId="317"/>
            <ac:spMk id="142" creationId="{B652AC61-841B-D06B-43EB-A02027AE39AC}"/>
          </ac:spMkLst>
        </pc:spChg>
        <pc:grpChg chg="add mod">
          <ac:chgData name="Tiago Janela" userId="ee1a79fe-c79c-4f34-9602-7f6f2f0482b3" providerId="ADAL" clId="{D59BA079-2D81-42B2-9E2D-198C5F90099E}" dt="2026-04-29T14:37:30.168" v="3" actId="164"/>
          <ac:grpSpMkLst>
            <pc:docMk/>
            <pc:sldMk cId="3302856774" sldId="317"/>
            <ac:grpSpMk id="3" creationId="{98A01790-818B-0A8F-30E5-1112281C9B36}"/>
          </ac:grpSpMkLst>
        </pc:grpChg>
        <pc:grpChg chg="add mod">
          <ac:chgData name="Tiago Janela" userId="ee1a79fe-c79c-4f34-9602-7f6f2f0482b3" providerId="ADAL" clId="{D59BA079-2D81-42B2-9E2D-198C5F90099E}" dt="2026-04-29T14:37:30.168" v="3" actId="164"/>
          <ac:grpSpMkLst>
            <pc:docMk/>
            <pc:sldMk cId="3302856774" sldId="317"/>
            <ac:grpSpMk id="11" creationId="{40F85673-9AEE-ADD3-DCC6-1FAEC5F6565D}"/>
          </ac:grpSpMkLst>
        </pc:grpChg>
        <pc:grpChg chg="add mod">
          <ac:chgData name="Tiago Janela" userId="ee1a79fe-c79c-4f34-9602-7f6f2f0482b3" providerId="ADAL" clId="{D59BA079-2D81-42B2-9E2D-198C5F90099E}" dt="2026-04-29T14:37:30.168" v="3" actId="164"/>
          <ac:grpSpMkLst>
            <pc:docMk/>
            <pc:sldMk cId="3302856774" sldId="317"/>
            <ac:grpSpMk id="15" creationId="{2413F157-B8CA-D703-62EE-D4B833AB7125}"/>
          </ac:grpSpMkLst>
        </pc:grpChg>
        <pc:grpChg chg="add del mod">
          <ac:chgData name="Tiago Janela" userId="ee1a79fe-c79c-4f34-9602-7f6f2f0482b3" providerId="ADAL" clId="{D59BA079-2D81-42B2-9E2D-198C5F90099E}" dt="2026-04-29T14:43:11.891" v="143" actId="1036"/>
          <ac:grpSpMkLst>
            <pc:docMk/>
            <pc:sldMk cId="3302856774" sldId="317"/>
            <ac:grpSpMk id="20" creationId="{81A65B80-1110-F1AF-A893-8B82ECA10662}"/>
          </ac:grpSpMkLst>
        </pc:grpChg>
        <pc:grpChg chg="add del mod">
          <ac:chgData name="Tiago Janela" userId="ee1a79fe-c79c-4f34-9602-7f6f2f0482b3" providerId="ADAL" clId="{D59BA079-2D81-42B2-9E2D-198C5F90099E}" dt="2026-04-29T14:42:50.916" v="137" actId="478"/>
          <ac:grpSpMkLst>
            <pc:docMk/>
            <pc:sldMk cId="3302856774" sldId="317"/>
            <ac:grpSpMk id="21" creationId="{E76901E6-0AA2-A336-7D24-0C02B1DF5BE9}"/>
          </ac:grpSpMkLst>
        </pc:grpChg>
        <pc:grpChg chg="mod">
          <ac:chgData name="Tiago Janela" userId="ee1a79fe-c79c-4f34-9602-7f6f2f0482b3" providerId="ADAL" clId="{D59BA079-2D81-42B2-9E2D-198C5F90099E}" dt="2026-04-29T14:42:14.331" v="134"/>
          <ac:grpSpMkLst>
            <pc:docMk/>
            <pc:sldMk cId="3302856774" sldId="317"/>
            <ac:grpSpMk id="23" creationId="{9B222EA0-2467-6E91-A486-2373D1C9EE47}"/>
          </ac:grpSpMkLst>
        </pc:grpChg>
        <pc:grpChg chg="mod">
          <ac:chgData name="Tiago Janela" userId="ee1a79fe-c79c-4f34-9602-7f6f2f0482b3" providerId="ADAL" clId="{D59BA079-2D81-42B2-9E2D-198C5F90099E}" dt="2026-04-29T14:42:14.331" v="134"/>
          <ac:grpSpMkLst>
            <pc:docMk/>
            <pc:sldMk cId="3302856774" sldId="317"/>
            <ac:grpSpMk id="25" creationId="{4E9843BD-4512-2977-7CCC-61E40C412881}"/>
          </ac:grpSpMkLst>
        </pc:grpChg>
        <pc:grpChg chg="mod">
          <ac:chgData name="Tiago Janela" userId="ee1a79fe-c79c-4f34-9602-7f6f2f0482b3" providerId="ADAL" clId="{D59BA079-2D81-42B2-9E2D-198C5F90099E}" dt="2026-04-29T14:42:14.331" v="134"/>
          <ac:grpSpMkLst>
            <pc:docMk/>
            <pc:sldMk cId="3302856774" sldId="317"/>
            <ac:grpSpMk id="26" creationId="{BFAB994F-6FC4-00CE-F521-A4E3AD19D1B9}"/>
          </ac:grpSpMkLst>
        </pc:grpChg>
        <pc:grpChg chg="mod">
          <ac:chgData name="Tiago Janela" userId="ee1a79fe-c79c-4f34-9602-7f6f2f0482b3" providerId="ADAL" clId="{D59BA079-2D81-42B2-9E2D-198C5F90099E}" dt="2026-04-29T14:42:14.331" v="134"/>
          <ac:grpSpMkLst>
            <pc:docMk/>
            <pc:sldMk cId="3302856774" sldId="317"/>
            <ac:grpSpMk id="28" creationId="{6F0DCE0A-5641-FEB6-7594-1E91F7584750}"/>
          </ac:grpSpMkLst>
        </pc:grpChg>
        <pc:grpChg chg="mod">
          <ac:chgData name="Tiago Janela" userId="ee1a79fe-c79c-4f34-9602-7f6f2f0482b3" providerId="ADAL" clId="{D59BA079-2D81-42B2-9E2D-198C5F90099E}" dt="2026-04-29T14:42:14.331" v="134"/>
          <ac:grpSpMkLst>
            <pc:docMk/>
            <pc:sldMk cId="3302856774" sldId="317"/>
            <ac:grpSpMk id="29" creationId="{42387771-3D9F-24D8-0222-869AAC4FE230}"/>
          </ac:grpSpMkLst>
        </pc:grpChg>
        <pc:grpChg chg="mod">
          <ac:chgData name="Tiago Janela" userId="ee1a79fe-c79c-4f34-9602-7f6f2f0482b3" providerId="ADAL" clId="{D59BA079-2D81-42B2-9E2D-198C5F90099E}" dt="2026-04-29T14:42:14.331" v="134"/>
          <ac:grpSpMkLst>
            <pc:docMk/>
            <pc:sldMk cId="3302856774" sldId="317"/>
            <ac:grpSpMk id="34" creationId="{94A6386A-36AC-6D99-1B1A-D7A1B571D9E0}"/>
          </ac:grpSpMkLst>
        </pc:grpChg>
        <pc:grpChg chg="mod">
          <ac:chgData name="Tiago Janela" userId="ee1a79fe-c79c-4f34-9602-7f6f2f0482b3" providerId="ADAL" clId="{D59BA079-2D81-42B2-9E2D-198C5F90099E}" dt="2026-04-29T14:42:14.331" v="134"/>
          <ac:grpSpMkLst>
            <pc:docMk/>
            <pc:sldMk cId="3302856774" sldId="317"/>
            <ac:grpSpMk id="35" creationId="{B02AC1A3-27E6-6ABA-6C7B-50AC760E849C}"/>
          </ac:grpSpMkLst>
        </pc:grpChg>
        <pc:grpChg chg="mod">
          <ac:chgData name="Tiago Janela" userId="ee1a79fe-c79c-4f34-9602-7f6f2f0482b3" providerId="ADAL" clId="{D59BA079-2D81-42B2-9E2D-198C5F90099E}" dt="2026-04-29T14:42:14.331" v="134"/>
          <ac:grpSpMkLst>
            <pc:docMk/>
            <pc:sldMk cId="3302856774" sldId="317"/>
            <ac:grpSpMk id="41" creationId="{4E5A09CE-1CD6-D186-4A4D-58DA99ED176A}"/>
          </ac:grpSpMkLst>
        </pc:grpChg>
        <pc:grpChg chg="mod">
          <ac:chgData name="Tiago Janela" userId="ee1a79fe-c79c-4f34-9602-7f6f2f0482b3" providerId="ADAL" clId="{D59BA079-2D81-42B2-9E2D-198C5F90099E}" dt="2026-04-29T14:42:14.331" v="134"/>
          <ac:grpSpMkLst>
            <pc:docMk/>
            <pc:sldMk cId="3302856774" sldId="317"/>
            <ac:grpSpMk id="42" creationId="{F6CF8A19-29FE-85EA-6A0F-F0F0F244A9C3}"/>
          </ac:grpSpMkLst>
        </pc:grpChg>
        <pc:grpChg chg="add del mod">
          <ac:chgData name="Tiago Janela" userId="ee1a79fe-c79c-4f34-9602-7f6f2f0482b3" providerId="ADAL" clId="{D59BA079-2D81-42B2-9E2D-198C5F90099E}" dt="2026-04-29T14:43:00.950" v="139" actId="478"/>
          <ac:grpSpMkLst>
            <pc:docMk/>
            <pc:sldMk cId="3302856774" sldId="317"/>
            <ac:grpSpMk id="51" creationId="{42BD465A-122F-A8EC-9337-FEB1792B1BDF}"/>
          </ac:grpSpMkLst>
        </pc:grpChg>
        <pc:grpChg chg="mod">
          <ac:chgData name="Tiago Janela" userId="ee1a79fe-c79c-4f34-9602-7f6f2f0482b3" providerId="ADAL" clId="{D59BA079-2D81-42B2-9E2D-198C5F90099E}" dt="2026-04-29T14:42:57.418" v="138"/>
          <ac:grpSpMkLst>
            <pc:docMk/>
            <pc:sldMk cId="3302856774" sldId="317"/>
            <ac:grpSpMk id="53" creationId="{10DFA937-B03E-C395-932B-6931E43FAB28}"/>
          </ac:grpSpMkLst>
        </pc:grpChg>
        <pc:grpChg chg="mod">
          <ac:chgData name="Tiago Janela" userId="ee1a79fe-c79c-4f34-9602-7f6f2f0482b3" providerId="ADAL" clId="{D59BA079-2D81-42B2-9E2D-198C5F90099E}" dt="2026-04-29T14:42:57.418" v="138"/>
          <ac:grpSpMkLst>
            <pc:docMk/>
            <pc:sldMk cId="3302856774" sldId="317"/>
            <ac:grpSpMk id="55" creationId="{FBE245D5-B6B9-DC0C-CE09-9437236832FC}"/>
          </ac:grpSpMkLst>
        </pc:grpChg>
        <pc:grpChg chg="mod">
          <ac:chgData name="Tiago Janela" userId="ee1a79fe-c79c-4f34-9602-7f6f2f0482b3" providerId="ADAL" clId="{D59BA079-2D81-42B2-9E2D-198C5F90099E}" dt="2026-04-29T14:42:57.418" v="138"/>
          <ac:grpSpMkLst>
            <pc:docMk/>
            <pc:sldMk cId="3302856774" sldId="317"/>
            <ac:grpSpMk id="56" creationId="{5FEF2E16-74B4-316E-97A0-D3C78613EF1C}"/>
          </ac:grpSpMkLst>
        </pc:grpChg>
        <pc:grpChg chg="mod">
          <ac:chgData name="Tiago Janela" userId="ee1a79fe-c79c-4f34-9602-7f6f2f0482b3" providerId="ADAL" clId="{D59BA079-2D81-42B2-9E2D-198C5F90099E}" dt="2026-04-29T14:42:57.418" v="138"/>
          <ac:grpSpMkLst>
            <pc:docMk/>
            <pc:sldMk cId="3302856774" sldId="317"/>
            <ac:grpSpMk id="58" creationId="{AC6EF26A-1536-DB79-1625-187EA1E91A86}"/>
          </ac:grpSpMkLst>
        </pc:grpChg>
        <pc:grpChg chg="mod">
          <ac:chgData name="Tiago Janela" userId="ee1a79fe-c79c-4f34-9602-7f6f2f0482b3" providerId="ADAL" clId="{D59BA079-2D81-42B2-9E2D-198C5F90099E}" dt="2026-04-29T14:42:57.418" v="138"/>
          <ac:grpSpMkLst>
            <pc:docMk/>
            <pc:sldMk cId="3302856774" sldId="317"/>
            <ac:grpSpMk id="59" creationId="{CD6CFF60-9C4D-BE66-9802-569670A8A8B5}"/>
          </ac:grpSpMkLst>
        </pc:grpChg>
        <pc:grpChg chg="mod">
          <ac:chgData name="Tiago Janela" userId="ee1a79fe-c79c-4f34-9602-7f6f2f0482b3" providerId="ADAL" clId="{D59BA079-2D81-42B2-9E2D-198C5F90099E}" dt="2026-04-29T14:42:57.418" v="138"/>
          <ac:grpSpMkLst>
            <pc:docMk/>
            <pc:sldMk cId="3302856774" sldId="317"/>
            <ac:grpSpMk id="128" creationId="{5023F48A-74A8-8B3A-7CDE-822D6AF916AB}"/>
          </ac:grpSpMkLst>
        </pc:grpChg>
        <pc:grpChg chg="mod">
          <ac:chgData name="Tiago Janela" userId="ee1a79fe-c79c-4f34-9602-7f6f2f0482b3" providerId="ADAL" clId="{D59BA079-2D81-42B2-9E2D-198C5F90099E}" dt="2026-04-29T14:42:57.418" v="138"/>
          <ac:grpSpMkLst>
            <pc:docMk/>
            <pc:sldMk cId="3302856774" sldId="317"/>
            <ac:grpSpMk id="129" creationId="{6AE9F94F-0134-8D3E-564D-AF13DD06A9AA}"/>
          </ac:grpSpMkLst>
        </pc:grpChg>
        <pc:grpChg chg="mod">
          <ac:chgData name="Tiago Janela" userId="ee1a79fe-c79c-4f34-9602-7f6f2f0482b3" providerId="ADAL" clId="{D59BA079-2D81-42B2-9E2D-198C5F90099E}" dt="2026-04-29T14:42:57.418" v="138"/>
          <ac:grpSpMkLst>
            <pc:docMk/>
            <pc:sldMk cId="3302856774" sldId="317"/>
            <ac:grpSpMk id="135" creationId="{22DF0F80-4E5A-4C07-C819-A9FF2DA9A356}"/>
          </ac:grpSpMkLst>
        </pc:grpChg>
        <pc:grpChg chg="mod">
          <ac:chgData name="Tiago Janela" userId="ee1a79fe-c79c-4f34-9602-7f6f2f0482b3" providerId="ADAL" clId="{D59BA079-2D81-42B2-9E2D-198C5F90099E}" dt="2026-04-29T14:42:57.418" v="138"/>
          <ac:grpSpMkLst>
            <pc:docMk/>
            <pc:sldMk cId="3302856774" sldId="317"/>
            <ac:grpSpMk id="136" creationId="{25D4461D-AC2D-43D9-AA69-D94B5AEEFAF2}"/>
          </ac:grpSpMkLst>
        </pc:grpChg>
        <pc:picChg chg="mod">
          <ac:chgData name="Tiago Janela" userId="ee1a79fe-c79c-4f34-9602-7f6f2f0482b3" providerId="ADAL" clId="{D59BA079-2D81-42B2-9E2D-198C5F90099E}" dt="2026-04-29T14:37:18.277" v="2"/>
          <ac:picMkLst>
            <pc:docMk/>
            <pc:sldMk cId="3302856774" sldId="317"/>
            <ac:picMk id="5" creationId="{BC3098E3-543E-39F7-8A4E-3EA3BD9DACFE}"/>
          </ac:picMkLst>
        </pc:picChg>
        <pc:picChg chg="mod">
          <ac:chgData name="Tiago Janela" userId="ee1a79fe-c79c-4f34-9602-7f6f2f0482b3" providerId="ADAL" clId="{D59BA079-2D81-42B2-9E2D-198C5F90099E}" dt="2026-04-29T14:37:18.277" v="2"/>
          <ac:picMkLst>
            <pc:docMk/>
            <pc:sldMk cId="3302856774" sldId="317"/>
            <ac:picMk id="6" creationId="{A6C08A7B-D7B2-8D7E-7551-DA70599DDC7E}"/>
          </ac:picMkLst>
        </pc:picChg>
        <pc:picChg chg="del">
          <ac:chgData name="Tiago Janela" userId="ee1a79fe-c79c-4f34-9602-7f6f2f0482b3" providerId="ADAL" clId="{D59BA079-2D81-42B2-9E2D-198C5F90099E}" dt="2026-04-29T14:37:06.137" v="1" actId="478"/>
          <ac:picMkLst>
            <pc:docMk/>
            <pc:sldMk cId="3302856774" sldId="317"/>
            <ac:picMk id="12" creationId="{E40230FB-91FB-0DC9-7BD8-1BE8E2E79A66}"/>
          </ac:picMkLst>
        </pc:picChg>
        <pc:picChg chg="add mod">
          <ac:chgData name="Tiago Janela" userId="ee1a79fe-c79c-4f34-9602-7f6f2f0482b3" providerId="ADAL" clId="{D59BA079-2D81-42B2-9E2D-198C5F90099E}" dt="2026-04-29T14:37:30.168" v="3" actId="164"/>
          <ac:picMkLst>
            <pc:docMk/>
            <pc:sldMk cId="3302856774" sldId="317"/>
            <ac:picMk id="18" creationId="{B00FBE90-B9A0-71D7-78B9-0470979D39BB}"/>
          </ac:picMkLst>
        </pc:picChg>
        <pc:picChg chg="add mod">
          <ac:chgData name="Tiago Janela" userId="ee1a79fe-c79c-4f34-9602-7f6f2f0482b3" providerId="ADAL" clId="{D59BA079-2D81-42B2-9E2D-198C5F90099E}" dt="2026-04-29T14:37:30.168" v="3" actId="164"/>
          <ac:picMkLst>
            <pc:docMk/>
            <pc:sldMk cId="3302856774" sldId="317"/>
            <ac:picMk id="19" creationId="{8503AC68-78EB-31F3-DB36-6A64117ACE03}"/>
          </ac:picMkLst>
        </pc:picChg>
        <pc:picChg chg="mod">
          <ac:chgData name="Tiago Janela" userId="ee1a79fe-c79c-4f34-9602-7f6f2f0482b3" providerId="ADAL" clId="{D59BA079-2D81-42B2-9E2D-198C5F90099E}" dt="2026-04-29T14:42:14.331" v="134"/>
          <ac:picMkLst>
            <pc:docMk/>
            <pc:sldMk cId="3302856774" sldId="317"/>
            <ac:picMk id="37" creationId="{5A062627-B1F3-C462-7ADA-A705ABE7B6C9}"/>
          </ac:picMkLst>
        </pc:picChg>
        <pc:picChg chg="mod">
          <ac:chgData name="Tiago Janela" userId="ee1a79fe-c79c-4f34-9602-7f6f2f0482b3" providerId="ADAL" clId="{D59BA079-2D81-42B2-9E2D-198C5F90099E}" dt="2026-04-29T14:42:14.331" v="134"/>
          <ac:picMkLst>
            <pc:docMk/>
            <pc:sldMk cId="3302856774" sldId="317"/>
            <ac:picMk id="38" creationId="{79353257-7DC2-5C9B-EEB8-21904C964F3C}"/>
          </ac:picMkLst>
        </pc:picChg>
        <pc:picChg chg="mod">
          <ac:chgData name="Tiago Janela" userId="ee1a79fe-c79c-4f34-9602-7f6f2f0482b3" providerId="ADAL" clId="{D59BA079-2D81-42B2-9E2D-198C5F90099E}" dt="2026-04-29T14:42:14.331" v="134"/>
          <ac:picMkLst>
            <pc:docMk/>
            <pc:sldMk cId="3302856774" sldId="317"/>
            <ac:picMk id="39" creationId="{48AFFD95-0148-C55F-10A4-AD2331630B8C}"/>
          </ac:picMkLst>
        </pc:picChg>
        <pc:picChg chg="mod">
          <ac:chgData name="Tiago Janela" userId="ee1a79fe-c79c-4f34-9602-7f6f2f0482b3" providerId="ADAL" clId="{D59BA079-2D81-42B2-9E2D-198C5F90099E}" dt="2026-04-29T14:42:14.331" v="134"/>
          <ac:picMkLst>
            <pc:docMk/>
            <pc:sldMk cId="3302856774" sldId="317"/>
            <ac:picMk id="40" creationId="{05AC4806-6F86-A8B2-2E15-0EBAAD3ABE7B}"/>
          </ac:picMkLst>
        </pc:picChg>
        <pc:picChg chg="mod">
          <ac:chgData name="Tiago Janela" userId="ee1a79fe-c79c-4f34-9602-7f6f2f0482b3" providerId="ADAL" clId="{D59BA079-2D81-42B2-9E2D-198C5F90099E}" dt="2026-04-29T14:42:14.331" v="134"/>
          <ac:picMkLst>
            <pc:docMk/>
            <pc:sldMk cId="3302856774" sldId="317"/>
            <ac:picMk id="44" creationId="{729D28AB-18FE-2B67-0111-A7DB7B32B9CD}"/>
          </ac:picMkLst>
        </pc:picChg>
        <pc:picChg chg="mod">
          <ac:chgData name="Tiago Janela" userId="ee1a79fe-c79c-4f34-9602-7f6f2f0482b3" providerId="ADAL" clId="{D59BA079-2D81-42B2-9E2D-198C5F90099E}" dt="2026-04-29T14:42:14.331" v="134"/>
          <ac:picMkLst>
            <pc:docMk/>
            <pc:sldMk cId="3302856774" sldId="317"/>
            <ac:picMk id="45" creationId="{E10A6266-FE52-CC59-8FB1-FB3B6C6390E2}"/>
          </ac:picMkLst>
        </pc:picChg>
        <pc:picChg chg="mod">
          <ac:chgData name="Tiago Janela" userId="ee1a79fe-c79c-4f34-9602-7f6f2f0482b3" providerId="ADAL" clId="{D59BA079-2D81-42B2-9E2D-198C5F90099E}" dt="2026-04-29T14:42:14.331" v="134"/>
          <ac:picMkLst>
            <pc:docMk/>
            <pc:sldMk cId="3302856774" sldId="317"/>
            <ac:picMk id="46" creationId="{EE09EFDC-BBB3-FF5C-1B89-E9BE7CD3FD74}"/>
          </ac:picMkLst>
        </pc:picChg>
        <pc:picChg chg="mod">
          <ac:chgData name="Tiago Janela" userId="ee1a79fe-c79c-4f34-9602-7f6f2f0482b3" providerId="ADAL" clId="{D59BA079-2D81-42B2-9E2D-198C5F90099E}" dt="2026-04-29T14:42:14.331" v="134"/>
          <ac:picMkLst>
            <pc:docMk/>
            <pc:sldMk cId="3302856774" sldId="317"/>
            <ac:picMk id="47" creationId="{40CEBF56-5969-CEB0-9ABA-D55A18510E41}"/>
          </ac:picMkLst>
        </pc:picChg>
        <pc:picChg chg="mod">
          <ac:chgData name="Tiago Janela" userId="ee1a79fe-c79c-4f34-9602-7f6f2f0482b3" providerId="ADAL" clId="{D59BA079-2D81-42B2-9E2D-198C5F90099E}" dt="2026-04-29T14:42:14.331" v="134"/>
          <ac:picMkLst>
            <pc:docMk/>
            <pc:sldMk cId="3302856774" sldId="317"/>
            <ac:picMk id="49" creationId="{ACE533E9-FD22-5418-4406-30971C1189F3}"/>
          </ac:picMkLst>
        </pc:picChg>
        <pc:picChg chg="mod">
          <ac:chgData name="Tiago Janela" userId="ee1a79fe-c79c-4f34-9602-7f6f2f0482b3" providerId="ADAL" clId="{D59BA079-2D81-42B2-9E2D-198C5F90099E}" dt="2026-04-29T14:42:14.331" v="134"/>
          <ac:picMkLst>
            <pc:docMk/>
            <pc:sldMk cId="3302856774" sldId="317"/>
            <ac:picMk id="50" creationId="{86A59E1C-C71E-1F73-DFE8-35344EDC0E18}"/>
          </ac:picMkLst>
        </pc:picChg>
        <pc:picChg chg="mod">
          <ac:chgData name="Tiago Janela" userId="ee1a79fe-c79c-4f34-9602-7f6f2f0482b3" providerId="ADAL" clId="{D59BA079-2D81-42B2-9E2D-198C5F90099E}" dt="2026-04-29T14:42:57.418" v="138"/>
          <ac:picMkLst>
            <pc:docMk/>
            <pc:sldMk cId="3302856774" sldId="317"/>
            <ac:picMk id="131" creationId="{548E2493-2B00-8053-2961-3DB8BF281F8A}"/>
          </ac:picMkLst>
        </pc:picChg>
        <pc:picChg chg="mod">
          <ac:chgData name="Tiago Janela" userId="ee1a79fe-c79c-4f34-9602-7f6f2f0482b3" providerId="ADAL" clId="{D59BA079-2D81-42B2-9E2D-198C5F90099E}" dt="2026-04-29T14:42:57.418" v="138"/>
          <ac:picMkLst>
            <pc:docMk/>
            <pc:sldMk cId="3302856774" sldId="317"/>
            <ac:picMk id="132" creationId="{352C41BE-E6C8-EE00-56D8-58664D1003C9}"/>
          </ac:picMkLst>
        </pc:picChg>
        <pc:picChg chg="mod">
          <ac:chgData name="Tiago Janela" userId="ee1a79fe-c79c-4f34-9602-7f6f2f0482b3" providerId="ADAL" clId="{D59BA079-2D81-42B2-9E2D-198C5F90099E}" dt="2026-04-29T14:42:57.418" v="138"/>
          <ac:picMkLst>
            <pc:docMk/>
            <pc:sldMk cId="3302856774" sldId="317"/>
            <ac:picMk id="133" creationId="{26C4696E-7AE5-1D45-A539-5FB36DB93C67}"/>
          </ac:picMkLst>
        </pc:picChg>
        <pc:picChg chg="mod">
          <ac:chgData name="Tiago Janela" userId="ee1a79fe-c79c-4f34-9602-7f6f2f0482b3" providerId="ADAL" clId="{D59BA079-2D81-42B2-9E2D-198C5F90099E}" dt="2026-04-29T14:42:57.418" v="138"/>
          <ac:picMkLst>
            <pc:docMk/>
            <pc:sldMk cId="3302856774" sldId="317"/>
            <ac:picMk id="134" creationId="{B79D68F7-04EA-0BE9-53D3-FBE7BB88272D}"/>
          </ac:picMkLst>
        </pc:picChg>
        <pc:picChg chg="mod">
          <ac:chgData name="Tiago Janela" userId="ee1a79fe-c79c-4f34-9602-7f6f2f0482b3" providerId="ADAL" clId="{D59BA079-2D81-42B2-9E2D-198C5F90099E}" dt="2026-04-29T14:42:57.418" v="138"/>
          <ac:picMkLst>
            <pc:docMk/>
            <pc:sldMk cId="3302856774" sldId="317"/>
            <ac:picMk id="138" creationId="{15E7A7FC-F84F-3F84-7B69-556CB5BB8D4A}"/>
          </ac:picMkLst>
        </pc:picChg>
        <pc:picChg chg="mod">
          <ac:chgData name="Tiago Janela" userId="ee1a79fe-c79c-4f34-9602-7f6f2f0482b3" providerId="ADAL" clId="{D59BA079-2D81-42B2-9E2D-198C5F90099E}" dt="2026-04-29T14:42:57.418" v="138"/>
          <ac:picMkLst>
            <pc:docMk/>
            <pc:sldMk cId="3302856774" sldId="317"/>
            <ac:picMk id="139" creationId="{4577094C-3548-3D19-8E9B-03EE616373EE}"/>
          </ac:picMkLst>
        </pc:picChg>
        <pc:picChg chg="mod">
          <ac:chgData name="Tiago Janela" userId="ee1a79fe-c79c-4f34-9602-7f6f2f0482b3" providerId="ADAL" clId="{D59BA079-2D81-42B2-9E2D-198C5F90099E}" dt="2026-04-29T14:42:57.418" v="138"/>
          <ac:picMkLst>
            <pc:docMk/>
            <pc:sldMk cId="3302856774" sldId="317"/>
            <ac:picMk id="140" creationId="{69AF3AF4-DF25-CD3C-EE20-C34C06D80285}"/>
          </ac:picMkLst>
        </pc:picChg>
        <pc:picChg chg="mod">
          <ac:chgData name="Tiago Janela" userId="ee1a79fe-c79c-4f34-9602-7f6f2f0482b3" providerId="ADAL" clId="{D59BA079-2D81-42B2-9E2D-198C5F90099E}" dt="2026-04-29T14:42:57.418" v="138"/>
          <ac:picMkLst>
            <pc:docMk/>
            <pc:sldMk cId="3302856774" sldId="317"/>
            <ac:picMk id="141" creationId="{984FA4EB-2B6B-71D9-0BCE-6CE238247E34}"/>
          </ac:picMkLst>
        </pc:picChg>
        <pc:picChg chg="mod">
          <ac:chgData name="Tiago Janela" userId="ee1a79fe-c79c-4f34-9602-7f6f2f0482b3" providerId="ADAL" clId="{D59BA079-2D81-42B2-9E2D-198C5F90099E}" dt="2026-04-29T14:42:57.418" v="138"/>
          <ac:picMkLst>
            <pc:docMk/>
            <pc:sldMk cId="3302856774" sldId="317"/>
            <ac:picMk id="143" creationId="{5B2AAD25-27B9-BD60-6444-A51217E4BE2C}"/>
          </ac:picMkLst>
        </pc:picChg>
        <pc:picChg chg="mod">
          <ac:chgData name="Tiago Janela" userId="ee1a79fe-c79c-4f34-9602-7f6f2f0482b3" providerId="ADAL" clId="{D59BA079-2D81-42B2-9E2D-198C5F90099E}" dt="2026-04-29T14:42:57.418" v="138"/>
          <ac:picMkLst>
            <pc:docMk/>
            <pc:sldMk cId="3302856774" sldId="317"/>
            <ac:picMk id="144" creationId="{57D8D600-D195-B782-38BF-874E9B51B19C}"/>
          </ac:picMkLst>
        </pc:picChg>
        <pc:cxnChg chg="mod">
          <ac:chgData name="Tiago Janela" userId="ee1a79fe-c79c-4f34-9602-7f6f2f0482b3" providerId="ADAL" clId="{D59BA079-2D81-42B2-9E2D-198C5F90099E}" dt="2026-04-29T14:37:18.277" v="2"/>
          <ac:cxnSpMkLst>
            <pc:docMk/>
            <pc:sldMk cId="3302856774" sldId="317"/>
            <ac:cxnSpMk id="13" creationId="{D7F471AB-B13A-E0F6-8895-3D2EF3A9C1DF}"/>
          </ac:cxnSpMkLst>
        </pc:cxnChg>
        <pc:cxnChg chg="mod">
          <ac:chgData name="Tiago Janela" userId="ee1a79fe-c79c-4f34-9602-7f6f2f0482b3" providerId="ADAL" clId="{D59BA079-2D81-42B2-9E2D-198C5F90099E}" dt="2026-04-29T14:37:18.277" v="2"/>
          <ac:cxnSpMkLst>
            <pc:docMk/>
            <pc:sldMk cId="3302856774" sldId="317"/>
            <ac:cxnSpMk id="16" creationId="{E191783D-2D08-3AAC-2FF0-E2EC291F5384}"/>
          </ac:cxnSpMkLst>
        </pc:cxnChg>
        <pc:cxnChg chg="mod">
          <ac:chgData name="Tiago Janela" userId="ee1a79fe-c79c-4f34-9602-7f6f2f0482b3" providerId="ADAL" clId="{D59BA079-2D81-42B2-9E2D-198C5F90099E}" dt="2026-04-29T14:42:14.331" v="134"/>
          <ac:cxnSpMkLst>
            <pc:docMk/>
            <pc:sldMk cId="3302856774" sldId="317"/>
            <ac:cxnSpMk id="30" creationId="{65D80343-978C-867C-3E50-EB8FF1F7E265}"/>
          </ac:cxnSpMkLst>
        </pc:cxnChg>
        <pc:cxnChg chg="mod">
          <ac:chgData name="Tiago Janela" userId="ee1a79fe-c79c-4f34-9602-7f6f2f0482b3" providerId="ADAL" clId="{D59BA079-2D81-42B2-9E2D-198C5F90099E}" dt="2026-04-29T14:42:14.331" v="134"/>
          <ac:cxnSpMkLst>
            <pc:docMk/>
            <pc:sldMk cId="3302856774" sldId="317"/>
            <ac:cxnSpMk id="32" creationId="{F6765A01-FE27-3553-571D-FB9EE495DE11}"/>
          </ac:cxnSpMkLst>
        </pc:cxnChg>
        <pc:cxnChg chg="mod">
          <ac:chgData name="Tiago Janela" userId="ee1a79fe-c79c-4f34-9602-7f6f2f0482b3" providerId="ADAL" clId="{D59BA079-2D81-42B2-9E2D-198C5F90099E}" dt="2026-04-29T14:42:57.418" v="138"/>
          <ac:cxnSpMkLst>
            <pc:docMk/>
            <pc:sldMk cId="3302856774" sldId="317"/>
            <ac:cxnSpMk id="60" creationId="{28C09AA9-08C7-6E67-BCF9-29634E3479EE}"/>
          </ac:cxnSpMkLst>
        </pc:cxnChg>
        <pc:cxnChg chg="mod">
          <ac:chgData name="Tiago Janela" userId="ee1a79fe-c79c-4f34-9602-7f6f2f0482b3" providerId="ADAL" clId="{D59BA079-2D81-42B2-9E2D-198C5F90099E}" dt="2026-04-29T14:42:57.418" v="138"/>
          <ac:cxnSpMkLst>
            <pc:docMk/>
            <pc:sldMk cId="3302856774" sldId="317"/>
            <ac:cxnSpMk id="62" creationId="{82F0C898-A210-87B4-4E25-01F327E73B76}"/>
          </ac:cxnSpMkLst>
        </pc:cxnChg>
      </pc:sldChg>
      <pc:sldChg chg="addSp delSp modSp add mod ord">
        <pc:chgData name="Tiago Janela" userId="ee1a79fe-c79c-4f34-9602-7f6f2f0482b3" providerId="ADAL" clId="{D59BA079-2D81-42B2-9E2D-198C5F90099E}" dt="2026-04-29T14:47:30.153" v="160"/>
        <pc:sldMkLst>
          <pc:docMk/>
          <pc:sldMk cId="3463339464" sldId="318"/>
        </pc:sldMkLst>
        <pc:spChg chg="add mod">
          <ac:chgData name="Tiago Janela" userId="ee1a79fe-c79c-4f34-9602-7f6f2f0482b3" providerId="ADAL" clId="{D59BA079-2D81-42B2-9E2D-198C5F90099E}" dt="2026-04-29T14:40:20.758" v="35" actId="404"/>
          <ac:spMkLst>
            <pc:docMk/>
            <pc:sldMk cId="3463339464" sldId="318"/>
            <ac:spMk id="12" creationId="{84F2BFB3-8FF2-554F-E79D-F8FED4C6DB14}"/>
          </ac:spMkLst>
        </pc:spChg>
        <pc:spChg chg="mod">
          <ac:chgData name="Tiago Janela" userId="ee1a79fe-c79c-4f34-9602-7f6f2f0482b3" providerId="ADAL" clId="{D59BA079-2D81-42B2-9E2D-198C5F90099E}" dt="2026-04-29T14:39:06.477" v="20"/>
          <ac:spMkLst>
            <pc:docMk/>
            <pc:sldMk cId="3463339464" sldId="318"/>
            <ac:spMk id="22" creationId="{6A221BB0-FFBC-E869-34CB-BC594E5B0490}"/>
          </ac:spMkLst>
        </pc:spChg>
        <pc:spChg chg="add mod">
          <ac:chgData name="Tiago Janela" userId="ee1a79fe-c79c-4f34-9602-7f6f2f0482b3" providerId="ADAL" clId="{D59BA079-2D81-42B2-9E2D-198C5F90099E}" dt="2026-04-29T14:39:08.519" v="21" actId="164"/>
          <ac:spMkLst>
            <pc:docMk/>
            <pc:sldMk cId="3463339464" sldId="318"/>
            <ac:spMk id="25" creationId="{8E792690-D447-952D-A5E7-853CC5FB33BB}"/>
          </ac:spMkLst>
        </pc:spChg>
        <pc:spChg chg="mod">
          <ac:chgData name="Tiago Janela" userId="ee1a79fe-c79c-4f34-9602-7f6f2f0482b3" providerId="ADAL" clId="{D59BA079-2D81-42B2-9E2D-198C5F90099E}" dt="2026-04-29T14:40:23.702" v="36" actId="404"/>
          <ac:spMkLst>
            <pc:docMk/>
            <pc:sldMk cId="3463339464" sldId="318"/>
            <ac:spMk id="29" creationId="{50EF08DE-650D-84D8-23E2-83CD379C9565}"/>
          </ac:spMkLst>
        </pc:spChg>
        <pc:spChg chg="mod">
          <ac:chgData name="Tiago Janela" userId="ee1a79fe-c79c-4f34-9602-7f6f2f0482b3" providerId="ADAL" clId="{D59BA079-2D81-42B2-9E2D-198C5F90099E}" dt="2026-04-29T14:40:26.534" v="37" actId="404"/>
          <ac:spMkLst>
            <pc:docMk/>
            <pc:sldMk cId="3463339464" sldId="318"/>
            <ac:spMk id="37" creationId="{A9B538AC-1716-FEE9-9303-C64FEB3A2571}"/>
          </ac:spMkLst>
        </pc:spChg>
        <pc:spChg chg="add mod">
          <ac:chgData name="Tiago Janela" userId="ee1a79fe-c79c-4f34-9602-7f6f2f0482b3" providerId="ADAL" clId="{D59BA079-2D81-42B2-9E2D-198C5F90099E}" dt="2026-04-29T14:39:08.519" v="21" actId="164"/>
          <ac:spMkLst>
            <pc:docMk/>
            <pc:sldMk cId="3463339464" sldId="318"/>
            <ac:spMk id="42" creationId="{666A450C-D0FA-4FC2-D779-9D8A47EBECE0}"/>
          </ac:spMkLst>
        </pc:spChg>
        <pc:spChg chg="mod">
          <ac:chgData name="Tiago Janela" userId="ee1a79fe-c79c-4f34-9602-7f6f2f0482b3" providerId="ADAL" clId="{D59BA079-2D81-42B2-9E2D-198C5F90099E}" dt="2026-04-29T14:40:39.373" v="41" actId="404"/>
          <ac:spMkLst>
            <pc:docMk/>
            <pc:sldMk cId="3463339464" sldId="318"/>
            <ac:spMk id="45" creationId="{092CB276-0083-7B65-2724-8B06427E812A}"/>
          </ac:spMkLst>
        </pc:spChg>
        <pc:spChg chg="mod">
          <ac:chgData name="Tiago Janela" userId="ee1a79fe-c79c-4f34-9602-7f6f2f0482b3" providerId="ADAL" clId="{D59BA079-2D81-42B2-9E2D-198C5F90099E}" dt="2026-04-29T14:40:43.670" v="43" actId="404"/>
          <ac:spMkLst>
            <pc:docMk/>
            <pc:sldMk cId="3463339464" sldId="318"/>
            <ac:spMk id="48" creationId="{89DB2597-89D3-3163-87C9-9AC4C1B4C236}"/>
          </ac:spMkLst>
        </pc:spChg>
        <pc:spChg chg="mod">
          <ac:chgData name="Tiago Janela" userId="ee1a79fe-c79c-4f34-9602-7f6f2f0482b3" providerId="ADAL" clId="{D59BA079-2D81-42B2-9E2D-198C5F90099E}" dt="2026-04-29T14:41:05.450" v="44"/>
          <ac:spMkLst>
            <pc:docMk/>
            <pc:sldMk cId="3463339464" sldId="318"/>
            <ac:spMk id="51" creationId="{28DD0ECA-8E37-B8B9-0418-38420611096E}"/>
          </ac:spMkLst>
        </pc:spChg>
        <pc:spChg chg="mod">
          <ac:chgData name="Tiago Janela" userId="ee1a79fe-c79c-4f34-9602-7f6f2f0482b3" providerId="ADAL" clId="{D59BA079-2D81-42B2-9E2D-198C5F90099E}" dt="2026-04-29T14:41:05.450" v="44"/>
          <ac:spMkLst>
            <pc:docMk/>
            <pc:sldMk cId="3463339464" sldId="318"/>
            <ac:spMk id="53" creationId="{68B48C07-97A0-A5E0-0196-8F9A0D2196A0}"/>
          </ac:spMkLst>
        </pc:spChg>
        <pc:spChg chg="mod">
          <ac:chgData name="Tiago Janela" userId="ee1a79fe-c79c-4f34-9602-7f6f2f0482b3" providerId="ADAL" clId="{D59BA079-2D81-42B2-9E2D-198C5F90099E}" dt="2026-04-29T14:41:05.450" v="44"/>
          <ac:spMkLst>
            <pc:docMk/>
            <pc:sldMk cId="3463339464" sldId="318"/>
            <ac:spMk id="54" creationId="{208860F7-EFE8-FE26-053D-F361E5EC7D7E}"/>
          </ac:spMkLst>
        </pc:spChg>
        <pc:spChg chg="mod">
          <ac:chgData name="Tiago Janela" userId="ee1a79fe-c79c-4f34-9602-7f6f2f0482b3" providerId="ADAL" clId="{D59BA079-2D81-42B2-9E2D-198C5F90099E}" dt="2026-04-29T14:41:05.450" v="44"/>
          <ac:spMkLst>
            <pc:docMk/>
            <pc:sldMk cId="3463339464" sldId="318"/>
            <ac:spMk id="55" creationId="{2103C611-4C9C-5D35-F98A-38EA5A46DAEE}"/>
          </ac:spMkLst>
        </pc:spChg>
        <pc:spChg chg="mod">
          <ac:chgData name="Tiago Janela" userId="ee1a79fe-c79c-4f34-9602-7f6f2f0482b3" providerId="ADAL" clId="{D59BA079-2D81-42B2-9E2D-198C5F90099E}" dt="2026-04-29T14:41:05.450" v="44"/>
          <ac:spMkLst>
            <pc:docMk/>
            <pc:sldMk cId="3463339464" sldId="318"/>
            <ac:spMk id="56" creationId="{90D266F1-FB12-E36F-173D-2B140D4BDCB1}"/>
          </ac:spMkLst>
        </pc:spChg>
        <pc:spChg chg="mod">
          <ac:chgData name="Tiago Janela" userId="ee1a79fe-c79c-4f34-9602-7f6f2f0482b3" providerId="ADAL" clId="{D59BA079-2D81-42B2-9E2D-198C5F90099E}" dt="2026-04-29T14:41:05.450" v="44"/>
          <ac:spMkLst>
            <pc:docMk/>
            <pc:sldMk cId="3463339464" sldId="318"/>
            <ac:spMk id="62" creationId="{9B20C80F-F64A-D047-2D22-BDE06D682B1D}"/>
          </ac:spMkLst>
        </pc:spChg>
        <pc:spChg chg="mod">
          <ac:chgData name="Tiago Janela" userId="ee1a79fe-c79c-4f34-9602-7f6f2f0482b3" providerId="ADAL" clId="{D59BA079-2D81-42B2-9E2D-198C5F90099E}" dt="2026-04-29T14:41:05.450" v="44"/>
          <ac:spMkLst>
            <pc:docMk/>
            <pc:sldMk cId="3463339464" sldId="318"/>
            <ac:spMk id="128" creationId="{06F0AD43-E1A7-F265-A6E7-B1C848095C75}"/>
          </ac:spMkLst>
        </pc:spChg>
        <pc:spChg chg="mod">
          <ac:chgData name="Tiago Janela" userId="ee1a79fe-c79c-4f34-9602-7f6f2f0482b3" providerId="ADAL" clId="{D59BA079-2D81-42B2-9E2D-198C5F90099E}" dt="2026-04-29T14:41:05.450" v="44"/>
          <ac:spMkLst>
            <pc:docMk/>
            <pc:sldMk cId="3463339464" sldId="318"/>
            <ac:spMk id="129" creationId="{34B7B117-4F98-E52D-CB56-DB4F6D143C5C}"/>
          </ac:spMkLst>
        </pc:spChg>
        <pc:spChg chg="mod">
          <ac:chgData name="Tiago Janela" userId="ee1a79fe-c79c-4f34-9602-7f6f2f0482b3" providerId="ADAL" clId="{D59BA079-2D81-42B2-9E2D-198C5F90099E}" dt="2026-04-29T14:41:35.971" v="129"/>
          <ac:spMkLst>
            <pc:docMk/>
            <pc:sldMk cId="3463339464" sldId="318"/>
            <ac:spMk id="133" creationId="{89106357-4BD4-E213-5F88-E69A238FD305}"/>
          </ac:spMkLst>
        </pc:spChg>
        <pc:spChg chg="mod">
          <ac:chgData name="Tiago Janela" userId="ee1a79fe-c79c-4f34-9602-7f6f2f0482b3" providerId="ADAL" clId="{D59BA079-2D81-42B2-9E2D-198C5F90099E}" dt="2026-04-29T14:41:35.971" v="129"/>
          <ac:spMkLst>
            <pc:docMk/>
            <pc:sldMk cId="3463339464" sldId="318"/>
            <ac:spMk id="135" creationId="{B829107F-5E5C-3E2A-9E4F-520B53D3BEDC}"/>
          </ac:spMkLst>
        </pc:spChg>
        <pc:spChg chg="mod">
          <ac:chgData name="Tiago Janela" userId="ee1a79fe-c79c-4f34-9602-7f6f2f0482b3" providerId="ADAL" clId="{D59BA079-2D81-42B2-9E2D-198C5F90099E}" dt="2026-04-29T14:41:35.971" v="129"/>
          <ac:spMkLst>
            <pc:docMk/>
            <pc:sldMk cId="3463339464" sldId="318"/>
            <ac:spMk id="136" creationId="{A4F65601-106E-8065-3458-BB8532110E46}"/>
          </ac:spMkLst>
        </pc:spChg>
        <pc:spChg chg="mod">
          <ac:chgData name="Tiago Janela" userId="ee1a79fe-c79c-4f34-9602-7f6f2f0482b3" providerId="ADAL" clId="{D59BA079-2D81-42B2-9E2D-198C5F90099E}" dt="2026-04-29T14:41:35.971" v="129"/>
          <ac:spMkLst>
            <pc:docMk/>
            <pc:sldMk cId="3463339464" sldId="318"/>
            <ac:spMk id="137" creationId="{77093375-B44E-C5DC-ACAB-C7C9B1A2DB3F}"/>
          </ac:spMkLst>
        </pc:spChg>
        <pc:spChg chg="mod">
          <ac:chgData name="Tiago Janela" userId="ee1a79fe-c79c-4f34-9602-7f6f2f0482b3" providerId="ADAL" clId="{D59BA079-2D81-42B2-9E2D-198C5F90099E}" dt="2026-04-29T14:41:35.971" v="129"/>
          <ac:spMkLst>
            <pc:docMk/>
            <pc:sldMk cId="3463339464" sldId="318"/>
            <ac:spMk id="138" creationId="{57B8DB79-D5DA-C9F8-4D80-37707F255543}"/>
          </ac:spMkLst>
        </pc:spChg>
        <pc:spChg chg="mod">
          <ac:chgData name="Tiago Janela" userId="ee1a79fe-c79c-4f34-9602-7f6f2f0482b3" providerId="ADAL" clId="{D59BA079-2D81-42B2-9E2D-198C5F90099E}" dt="2026-04-29T14:41:35.971" v="129"/>
          <ac:spMkLst>
            <pc:docMk/>
            <pc:sldMk cId="3463339464" sldId="318"/>
            <ac:spMk id="144" creationId="{BBFE61C1-30F9-7A9B-A5ED-945AB26263C7}"/>
          </ac:spMkLst>
        </pc:spChg>
        <pc:spChg chg="mod">
          <ac:chgData name="Tiago Janela" userId="ee1a79fe-c79c-4f34-9602-7f6f2f0482b3" providerId="ADAL" clId="{D59BA079-2D81-42B2-9E2D-198C5F90099E}" dt="2026-04-29T14:41:35.971" v="129"/>
          <ac:spMkLst>
            <pc:docMk/>
            <pc:sldMk cId="3463339464" sldId="318"/>
            <ac:spMk id="146" creationId="{8B4C8C75-2AC9-CCA5-FFEA-E8FFE77233AB}"/>
          </ac:spMkLst>
        </pc:spChg>
        <pc:spChg chg="mod">
          <ac:chgData name="Tiago Janela" userId="ee1a79fe-c79c-4f34-9602-7f6f2f0482b3" providerId="ADAL" clId="{D59BA079-2D81-42B2-9E2D-198C5F90099E}" dt="2026-04-29T14:41:35.971" v="129"/>
          <ac:spMkLst>
            <pc:docMk/>
            <pc:sldMk cId="3463339464" sldId="318"/>
            <ac:spMk id="147" creationId="{4F3F7314-C4FE-D90A-40CE-8AB2AF92E07D}"/>
          </ac:spMkLst>
        </pc:spChg>
        <pc:spChg chg="mod">
          <ac:chgData name="Tiago Janela" userId="ee1a79fe-c79c-4f34-9602-7f6f2f0482b3" providerId="ADAL" clId="{D59BA079-2D81-42B2-9E2D-198C5F90099E}" dt="2026-04-29T14:43:18.457" v="144"/>
          <ac:spMkLst>
            <pc:docMk/>
            <pc:sldMk cId="3463339464" sldId="318"/>
            <ac:spMk id="151" creationId="{642F2191-AE11-A105-A28D-1F95B6A96892}"/>
          </ac:spMkLst>
        </pc:spChg>
        <pc:spChg chg="mod">
          <ac:chgData name="Tiago Janela" userId="ee1a79fe-c79c-4f34-9602-7f6f2f0482b3" providerId="ADAL" clId="{D59BA079-2D81-42B2-9E2D-198C5F90099E}" dt="2026-04-29T14:43:18.457" v="144"/>
          <ac:spMkLst>
            <pc:docMk/>
            <pc:sldMk cId="3463339464" sldId="318"/>
            <ac:spMk id="153" creationId="{9FC20A8D-A898-3943-9340-FFE9261F04B4}"/>
          </ac:spMkLst>
        </pc:spChg>
        <pc:spChg chg="mod">
          <ac:chgData name="Tiago Janela" userId="ee1a79fe-c79c-4f34-9602-7f6f2f0482b3" providerId="ADAL" clId="{D59BA079-2D81-42B2-9E2D-198C5F90099E}" dt="2026-04-29T14:43:46.109" v="154" actId="1076"/>
          <ac:spMkLst>
            <pc:docMk/>
            <pc:sldMk cId="3463339464" sldId="318"/>
            <ac:spMk id="154" creationId="{B75BF1D5-19E8-2D4C-DD40-5E4F9B0D92FF}"/>
          </ac:spMkLst>
        </pc:spChg>
        <pc:spChg chg="mod">
          <ac:chgData name="Tiago Janela" userId="ee1a79fe-c79c-4f34-9602-7f6f2f0482b3" providerId="ADAL" clId="{D59BA079-2D81-42B2-9E2D-198C5F90099E}" dt="2026-04-29T14:43:18.457" v="144"/>
          <ac:spMkLst>
            <pc:docMk/>
            <pc:sldMk cId="3463339464" sldId="318"/>
            <ac:spMk id="155" creationId="{BD1FFE74-07FF-C306-4452-F1A48A611999}"/>
          </ac:spMkLst>
        </pc:spChg>
        <pc:spChg chg="mod">
          <ac:chgData name="Tiago Janela" userId="ee1a79fe-c79c-4f34-9602-7f6f2f0482b3" providerId="ADAL" clId="{D59BA079-2D81-42B2-9E2D-198C5F90099E}" dt="2026-04-29T14:43:18.457" v="144"/>
          <ac:spMkLst>
            <pc:docMk/>
            <pc:sldMk cId="3463339464" sldId="318"/>
            <ac:spMk id="156" creationId="{6F238688-2311-35BF-4F94-971FEF816E39}"/>
          </ac:spMkLst>
        </pc:spChg>
        <pc:spChg chg="mod">
          <ac:chgData name="Tiago Janela" userId="ee1a79fe-c79c-4f34-9602-7f6f2f0482b3" providerId="ADAL" clId="{D59BA079-2D81-42B2-9E2D-198C5F90099E}" dt="2026-04-29T14:43:18.457" v="144"/>
          <ac:spMkLst>
            <pc:docMk/>
            <pc:sldMk cId="3463339464" sldId="318"/>
            <ac:spMk id="162" creationId="{F5558767-FDAA-D45E-3AC5-CF6A5C3268C9}"/>
          </ac:spMkLst>
        </pc:spChg>
        <pc:spChg chg="mod">
          <ac:chgData name="Tiago Janela" userId="ee1a79fe-c79c-4f34-9602-7f6f2f0482b3" providerId="ADAL" clId="{D59BA079-2D81-42B2-9E2D-198C5F90099E}" dt="2026-04-29T14:43:18.457" v="144"/>
          <ac:spMkLst>
            <pc:docMk/>
            <pc:sldMk cId="3463339464" sldId="318"/>
            <ac:spMk id="165" creationId="{CD5729C5-8B36-552A-F410-B2D2ACFF52DB}"/>
          </ac:spMkLst>
        </pc:spChg>
        <pc:spChg chg="mod">
          <ac:chgData name="Tiago Janela" userId="ee1a79fe-c79c-4f34-9602-7f6f2f0482b3" providerId="ADAL" clId="{D59BA079-2D81-42B2-9E2D-198C5F90099E}" dt="2026-04-29T14:43:18.457" v="144"/>
          <ac:spMkLst>
            <pc:docMk/>
            <pc:sldMk cId="3463339464" sldId="318"/>
            <ac:spMk id="166" creationId="{6A57B814-ADB9-965C-78F4-9CFF2C476CA1}"/>
          </ac:spMkLst>
        </pc:spChg>
        <pc:grpChg chg="del">
          <ac:chgData name="Tiago Janela" userId="ee1a79fe-c79c-4f34-9602-7f6f2f0482b3" providerId="ADAL" clId="{D59BA079-2D81-42B2-9E2D-198C5F90099E}" dt="2026-04-29T14:38:45.095" v="19" actId="478"/>
          <ac:grpSpMkLst>
            <pc:docMk/>
            <pc:sldMk cId="3463339464" sldId="318"/>
            <ac:grpSpMk id="20" creationId="{81A65B80-1110-F1AF-A893-8B82ECA10662}"/>
          </ac:grpSpMkLst>
        </pc:grpChg>
        <pc:grpChg chg="add mod">
          <ac:chgData name="Tiago Janela" userId="ee1a79fe-c79c-4f34-9602-7f6f2f0482b3" providerId="ADAL" clId="{D59BA079-2D81-42B2-9E2D-198C5F90099E}" dt="2026-04-29T14:39:08.519" v="21" actId="164"/>
          <ac:grpSpMkLst>
            <pc:docMk/>
            <pc:sldMk cId="3463339464" sldId="318"/>
            <ac:grpSpMk id="21" creationId="{851E801A-07D0-EC46-EC69-B1E3BDC4A0EE}"/>
          </ac:grpSpMkLst>
        </pc:grpChg>
        <pc:grpChg chg="add mod">
          <ac:chgData name="Tiago Janela" userId="ee1a79fe-c79c-4f34-9602-7f6f2f0482b3" providerId="ADAL" clId="{D59BA079-2D81-42B2-9E2D-198C5F90099E}" dt="2026-04-29T14:39:08.519" v="21" actId="164"/>
          <ac:grpSpMkLst>
            <pc:docMk/>
            <pc:sldMk cId="3463339464" sldId="318"/>
            <ac:grpSpMk id="26" creationId="{9472E490-A369-C15A-DECA-AE1255870DC8}"/>
          </ac:grpSpMkLst>
        </pc:grpChg>
        <pc:grpChg chg="mod">
          <ac:chgData name="Tiago Janela" userId="ee1a79fe-c79c-4f34-9602-7f6f2f0482b3" providerId="ADAL" clId="{D59BA079-2D81-42B2-9E2D-198C5F90099E}" dt="2026-04-29T14:39:06.477" v="20"/>
          <ac:grpSpMkLst>
            <pc:docMk/>
            <pc:sldMk cId="3463339464" sldId="318"/>
            <ac:grpSpMk id="27" creationId="{C867F122-D459-E4D8-E91E-39D4FB20E8FB}"/>
          </ac:grpSpMkLst>
        </pc:grpChg>
        <pc:grpChg chg="mod">
          <ac:chgData name="Tiago Janela" userId="ee1a79fe-c79c-4f34-9602-7f6f2f0482b3" providerId="ADAL" clId="{D59BA079-2D81-42B2-9E2D-198C5F90099E}" dt="2026-04-29T14:39:06.477" v="20"/>
          <ac:grpSpMkLst>
            <pc:docMk/>
            <pc:sldMk cId="3463339464" sldId="318"/>
            <ac:grpSpMk id="28" creationId="{31D67220-A5A3-C982-ABAA-76BF27D3A610}"/>
          </ac:grpSpMkLst>
        </pc:grpChg>
        <pc:grpChg chg="add mod">
          <ac:chgData name="Tiago Janela" userId="ee1a79fe-c79c-4f34-9602-7f6f2f0482b3" providerId="ADAL" clId="{D59BA079-2D81-42B2-9E2D-198C5F90099E}" dt="2026-04-29T14:39:08.519" v="21" actId="164"/>
          <ac:grpSpMkLst>
            <pc:docMk/>
            <pc:sldMk cId="3463339464" sldId="318"/>
            <ac:grpSpMk id="34" creationId="{0D4F3181-F484-3C7A-63BE-FADB4F9C8C2E}"/>
          </ac:grpSpMkLst>
        </pc:grpChg>
        <pc:grpChg chg="mod">
          <ac:chgData name="Tiago Janela" userId="ee1a79fe-c79c-4f34-9602-7f6f2f0482b3" providerId="ADAL" clId="{D59BA079-2D81-42B2-9E2D-198C5F90099E}" dt="2026-04-29T14:39:06.477" v="20"/>
          <ac:grpSpMkLst>
            <pc:docMk/>
            <pc:sldMk cId="3463339464" sldId="318"/>
            <ac:grpSpMk id="35" creationId="{315A4BFF-0CA9-D528-2306-83671A721F96}"/>
          </ac:grpSpMkLst>
        </pc:grpChg>
        <pc:grpChg chg="mod">
          <ac:chgData name="Tiago Janela" userId="ee1a79fe-c79c-4f34-9602-7f6f2f0482b3" providerId="ADAL" clId="{D59BA079-2D81-42B2-9E2D-198C5F90099E}" dt="2026-04-29T14:39:06.477" v="20"/>
          <ac:grpSpMkLst>
            <pc:docMk/>
            <pc:sldMk cId="3463339464" sldId="318"/>
            <ac:grpSpMk id="36" creationId="{40F329E8-016F-7B2E-D6E4-F9F4E0BE7A34}"/>
          </ac:grpSpMkLst>
        </pc:grpChg>
        <pc:grpChg chg="add mod">
          <ac:chgData name="Tiago Janela" userId="ee1a79fe-c79c-4f34-9602-7f6f2f0482b3" providerId="ADAL" clId="{D59BA079-2D81-42B2-9E2D-198C5F90099E}" dt="2026-04-29T14:39:08.519" v="21" actId="164"/>
          <ac:grpSpMkLst>
            <pc:docMk/>
            <pc:sldMk cId="3463339464" sldId="318"/>
            <ac:grpSpMk id="43" creationId="{F82C89B3-047B-9A9D-4CE0-2F5ECB7C024A}"/>
          </ac:grpSpMkLst>
        </pc:grpChg>
        <pc:grpChg chg="add mod">
          <ac:chgData name="Tiago Janela" userId="ee1a79fe-c79c-4f34-9602-7f6f2f0482b3" providerId="ADAL" clId="{D59BA079-2D81-42B2-9E2D-198C5F90099E}" dt="2026-04-29T14:39:08.519" v="21" actId="164"/>
          <ac:grpSpMkLst>
            <pc:docMk/>
            <pc:sldMk cId="3463339464" sldId="318"/>
            <ac:grpSpMk id="46" creationId="{CD48E29D-F3CB-93DF-7120-8F34C9F5EB3C}"/>
          </ac:grpSpMkLst>
        </pc:grpChg>
        <pc:grpChg chg="add mod ord">
          <ac:chgData name="Tiago Janela" userId="ee1a79fe-c79c-4f34-9602-7f6f2f0482b3" providerId="ADAL" clId="{D59BA079-2D81-42B2-9E2D-198C5F90099E}" dt="2026-04-29T14:43:42.133" v="152" actId="167"/>
          <ac:grpSpMkLst>
            <pc:docMk/>
            <pc:sldMk cId="3463339464" sldId="318"/>
            <ac:grpSpMk id="49" creationId="{C31E6F76-4E7C-1639-9021-CCC76ADA5882}"/>
          </ac:grpSpMkLst>
        </pc:grpChg>
        <pc:grpChg chg="add mod">
          <ac:chgData name="Tiago Janela" userId="ee1a79fe-c79c-4f34-9602-7f6f2f0482b3" providerId="ADAL" clId="{D59BA079-2D81-42B2-9E2D-198C5F90099E}" dt="2026-04-29T14:41:05.450" v="44"/>
          <ac:grpSpMkLst>
            <pc:docMk/>
            <pc:sldMk cId="3463339464" sldId="318"/>
            <ac:grpSpMk id="50" creationId="{D57CAE1F-4C69-E55E-DD88-2C06EA9E4CC5}"/>
          </ac:grpSpMkLst>
        </pc:grpChg>
        <pc:grpChg chg="mod">
          <ac:chgData name="Tiago Janela" userId="ee1a79fe-c79c-4f34-9602-7f6f2f0482b3" providerId="ADAL" clId="{D59BA079-2D81-42B2-9E2D-198C5F90099E}" dt="2026-04-29T14:41:05.450" v="44"/>
          <ac:grpSpMkLst>
            <pc:docMk/>
            <pc:sldMk cId="3463339464" sldId="318"/>
            <ac:grpSpMk id="52" creationId="{64D5765C-B2EC-B5F9-4D64-418DF9E0721F}"/>
          </ac:grpSpMkLst>
        </pc:grpChg>
        <pc:grpChg chg="mod">
          <ac:chgData name="Tiago Janela" userId="ee1a79fe-c79c-4f34-9602-7f6f2f0482b3" providerId="ADAL" clId="{D59BA079-2D81-42B2-9E2D-198C5F90099E}" dt="2026-04-29T14:41:05.450" v="44"/>
          <ac:grpSpMkLst>
            <pc:docMk/>
            <pc:sldMk cId="3463339464" sldId="318"/>
            <ac:grpSpMk id="57" creationId="{91F3A9FD-192C-B5F3-BAD0-3527115F76D0}"/>
          </ac:grpSpMkLst>
        </pc:grpChg>
        <pc:grpChg chg="mod">
          <ac:chgData name="Tiago Janela" userId="ee1a79fe-c79c-4f34-9602-7f6f2f0482b3" providerId="ADAL" clId="{D59BA079-2D81-42B2-9E2D-198C5F90099E}" dt="2026-04-29T14:41:05.450" v="44"/>
          <ac:grpSpMkLst>
            <pc:docMk/>
            <pc:sldMk cId="3463339464" sldId="318"/>
            <ac:grpSpMk id="58" creationId="{FAFFF705-7A29-74F1-4F40-839BF442E1CA}"/>
          </ac:grpSpMkLst>
        </pc:grpChg>
        <pc:grpChg chg="add del mod">
          <ac:chgData name="Tiago Janela" userId="ee1a79fe-c79c-4f34-9602-7f6f2f0482b3" providerId="ADAL" clId="{D59BA079-2D81-42B2-9E2D-198C5F90099E}" dt="2026-04-29T14:42:06.188" v="132" actId="478"/>
          <ac:grpSpMkLst>
            <pc:docMk/>
            <pc:sldMk cId="3463339464" sldId="318"/>
            <ac:grpSpMk id="132" creationId="{7D679A1A-9811-6F80-6988-A652D18905E3}"/>
          </ac:grpSpMkLst>
        </pc:grpChg>
        <pc:grpChg chg="mod">
          <ac:chgData name="Tiago Janela" userId="ee1a79fe-c79c-4f34-9602-7f6f2f0482b3" providerId="ADAL" clId="{D59BA079-2D81-42B2-9E2D-198C5F90099E}" dt="2026-04-29T14:41:35.971" v="129"/>
          <ac:grpSpMkLst>
            <pc:docMk/>
            <pc:sldMk cId="3463339464" sldId="318"/>
            <ac:grpSpMk id="134" creationId="{51B65499-5373-FCE8-2856-3910277BE174}"/>
          </ac:grpSpMkLst>
        </pc:grpChg>
        <pc:grpChg chg="mod">
          <ac:chgData name="Tiago Janela" userId="ee1a79fe-c79c-4f34-9602-7f6f2f0482b3" providerId="ADAL" clId="{D59BA079-2D81-42B2-9E2D-198C5F90099E}" dt="2026-04-29T14:41:35.971" v="129"/>
          <ac:grpSpMkLst>
            <pc:docMk/>
            <pc:sldMk cId="3463339464" sldId="318"/>
            <ac:grpSpMk id="139" creationId="{191878A7-B36A-37F2-B0BF-A4620279843D}"/>
          </ac:grpSpMkLst>
        </pc:grpChg>
        <pc:grpChg chg="mod">
          <ac:chgData name="Tiago Janela" userId="ee1a79fe-c79c-4f34-9602-7f6f2f0482b3" providerId="ADAL" clId="{D59BA079-2D81-42B2-9E2D-198C5F90099E}" dt="2026-04-29T14:41:35.971" v="129"/>
          <ac:grpSpMkLst>
            <pc:docMk/>
            <pc:sldMk cId="3463339464" sldId="318"/>
            <ac:grpSpMk id="140" creationId="{D9AD3D22-66A3-A6A1-5BAB-BDEA94034AFD}"/>
          </ac:grpSpMkLst>
        </pc:grpChg>
        <pc:grpChg chg="add del mod ord">
          <ac:chgData name="Tiago Janela" userId="ee1a79fe-c79c-4f34-9602-7f6f2f0482b3" providerId="ADAL" clId="{D59BA079-2D81-42B2-9E2D-198C5F90099E}" dt="2026-04-29T14:43:51.811" v="155" actId="478"/>
          <ac:grpSpMkLst>
            <pc:docMk/>
            <pc:sldMk cId="3463339464" sldId="318"/>
            <ac:grpSpMk id="150" creationId="{0E889340-EEAD-529D-0667-5EC3D102D360}"/>
          </ac:grpSpMkLst>
        </pc:grpChg>
        <pc:grpChg chg="mod">
          <ac:chgData name="Tiago Janela" userId="ee1a79fe-c79c-4f34-9602-7f6f2f0482b3" providerId="ADAL" clId="{D59BA079-2D81-42B2-9E2D-198C5F90099E}" dt="2026-04-29T14:43:18.457" v="144"/>
          <ac:grpSpMkLst>
            <pc:docMk/>
            <pc:sldMk cId="3463339464" sldId="318"/>
            <ac:grpSpMk id="152" creationId="{0C8C51CC-EB9B-D489-F562-F672BF7EA67F}"/>
          </ac:grpSpMkLst>
        </pc:grpChg>
        <pc:grpChg chg="mod">
          <ac:chgData name="Tiago Janela" userId="ee1a79fe-c79c-4f34-9602-7f6f2f0482b3" providerId="ADAL" clId="{D59BA079-2D81-42B2-9E2D-198C5F90099E}" dt="2026-04-29T14:43:18.457" v="144"/>
          <ac:grpSpMkLst>
            <pc:docMk/>
            <pc:sldMk cId="3463339464" sldId="318"/>
            <ac:grpSpMk id="157" creationId="{6AD1BC14-680D-9A2F-3A7A-A5A523B365A3}"/>
          </ac:grpSpMkLst>
        </pc:grpChg>
        <pc:grpChg chg="mod">
          <ac:chgData name="Tiago Janela" userId="ee1a79fe-c79c-4f34-9602-7f6f2f0482b3" providerId="ADAL" clId="{D59BA079-2D81-42B2-9E2D-198C5F90099E}" dt="2026-04-29T14:43:18.457" v="144"/>
          <ac:grpSpMkLst>
            <pc:docMk/>
            <pc:sldMk cId="3463339464" sldId="318"/>
            <ac:grpSpMk id="158" creationId="{9FB94B2B-B250-2B0F-D8EA-4B7606C3EDD4}"/>
          </ac:grpSpMkLst>
        </pc:grpChg>
        <pc:picChg chg="mod">
          <ac:chgData name="Tiago Janela" userId="ee1a79fe-c79c-4f34-9602-7f6f2f0482b3" providerId="ADAL" clId="{D59BA079-2D81-42B2-9E2D-198C5F90099E}" dt="2026-04-29T14:39:06.477" v="20"/>
          <ac:picMkLst>
            <pc:docMk/>
            <pc:sldMk cId="3463339464" sldId="318"/>
            <ac:picMk id="23" creationId="{0FAB87FB-66B8-682E-AC05-EA6B56D8F4FB}"/>
          </ac:picMkLst>
        </pc:picChg>
        <pc:picChg chg="mod">
          <ac:chgData name="Tiago Janela" userId="ee1a79fe-c79c-4f34-9602-7f6f2f0482b3" providerId="ADAL" clId="{D59BA079-2D81-42B2-9E2D-198C5F90099E}" dt="2026-04-29T14:39:06.477" v="20"/>
          <ac:picMkLst>
            <pc:docMk/>
            <pc:sldMk cId="3463339464" sldId="318"/>
            <ac:picMk id="24" creationId="{5AFB6878-0F86-C45A-E83E-50BAC05BCEF5}"/>
          </ac:picMkLst>
        </pc:picChg>
        <pc:picChg chg="mod">
          <ac:chgData name="Tiago Janela" userId="ee1a79fe-c79c-4f34-9602-7f6f2f0482b3" providerId="ADAL" clId="{D59BA079-2D81-42B2-9E2D-198C5F90099E}" dt="2026-04-29T14:39:06.477" v="20"/>
          <ac:picMkLst>
            <pc:docMk/>
            <pc:sldMk cId="3463339464" sldId="318"/>
            <ac:picMk id="30" creationId="{31CDC5D0-80F4-CF34-180C-1E2C5181119A}"/>
          </ac:picMkLst>
        </pc:picChg>
        <pc:picChg chg="mod">
          <ac:chgData name="Tiago Janela" userId="ee1a79fe-c79c-4f34-9602-7f6f2f0482b3" providerId="ADAL" clId="{D59BA079-2D81-42B2-9E2D-198C5F90099E}" dt="2026-04-29T14:39:06.477" v="20"/>
          <ac:picMkLst>
            <pc:docMk/>
            <pc:sldMk cId="3463339464" sldId="318"/>
            <ac:picMk id="31" creationId="{CA091874-25E2-30DF-B764-40BAC98019C4}"/>
          </ac:picMkLst>
        </pc:picChg>
        <pc:picChg chg="mod">
          <ac:chgData name="Tiago Janela" userId="ee1a79fe-c79c-4f34-9602-7f6f2f0482b3" providerId="ADAL" clId="{D59BA079-2D81-42B2-9E2D-198C5F90099E}" dt="2026-04-29T14:39:06.477" v="20"/>
          <ac:picMkLst>
            <pc:docMk/>
            <pc:sldMk cId="3463339464" sldId="318"/>
            <ac:picMk id="32" creationId="{5A34DEF1-BD9B-CD6A-A8D2-7AFC0C5C49C9}"/>
          </ac:picMkLst>
        </pc:picChg>
        <pc:picChg chg="mod">
          <ac:chgData name="Tiago Janela" userId="ee1a79fe-c79c-4f34-9602-7f6f2f0482b3" providerId="ADAL" clId="{D59BA079-2D81-42B2-9E2D-198C5F90099E}" dt="2026-04-29T14:39:06.477" v="20"/>
          <ac:picMkLst>
            <pc:docMk/>
            <pc:sldMk cId="3463339464" sldId="318"/>
            <ac:picMk id="33" creationId="{C3C561D4-D6EB-0889-183B-97DE0B45487D}"/>
          </ac:picMkLst>
        </pc:picChg>
        <pc:picChg chg="mod">
          <ac:chgData name="Tiago Janela" userId="ee1a79fe-c79c-4f34-9602-7f6f2f0482b3" providerId="ADAL" clId="{D59BA079-2D81-42B2-9E2D-198C5F90099E}" dt="2026-04-29T14:39:06.477" v="20"/>
          <ac:picMkLst>
            <pc:docMk/>
            <pc:sldMk cId="3463339464" sldId="318"/>
            <ac:picMk id="38" creationId="{48ACB3B0-1845-ABC3-5228-376A5949FA79}"/>
          </ac:picMkLst>
        </pc:picChg>
        <pc:picChg chg="mod">
          <ac:chgData name="Tiago Janela" userId="ee1a79fe-c79c-4f34-9602-7f6f2f0482b3" providerId="ADAL" clId="{D59BA079-2D81-42B2-9E2D-198C5F90099E}" dt="2026-04-29T14:39:06.477" v="20"/>
          <ac:picMkLst>
            <pc:docMk/>
            <pc:sldMk cId="3463339464" sldId="318"/>
            <ac:picMk id="39" creationId="{5D7062A3-FA42-FF24-FF7D-4729F61DD8A5}"/>
          </ac:picMkLst>
        </pc:picChg>
        <pc:picChg chg="mod">
          <ac:chgData name="Tiago Janela" userId="ee1a79fe-c79c-4f34-9602-7f6f2f0482b3" providerId="ADAL" clId="{D59BA079-2D81-42B2-9E2D-198C5F90099E}" dt="2026-04-29T14:39:06.477" v="20"/>
          <ac:picMkLst>
            <pc:docMk/>
            <pc:sldMk cId="3463339464" sldId="318"/>
            <ac:picMk id="40" creationId="{13934202-8C49-5877-EAF5-D53028B5669E}"/>
          </ac:picMkLst>
        </pc:picChg>
        <pc:picChg chg="mod">
          <ac:chgData name="Tiago Janela" userId="ee1a79fe-c79c-4f34-9602-7f6f2f0482b3" providerId="ADAL" clId="{D59BA079-2D81-42B2-9E2D-198C5F90099E}" dt="2026-04-29T14:39:06.477" v="20"/>
          <ac:picMkLst>
            <pc:docMk/>
            <pc:sldMk cId="3463339464" sldId="318"/>
            <ac:picMk id="41" creationId="{14AFA39F-495B-AE1F-EE0F-FC1A7BA10F05}"/>
          </ac:picMkLst>
        </pc:picChg>
        <pc:picChg chg="mod">
          <ac:chgData name="Tiago Janela" userId="ee1a79fe-c79c-4f34-9602-7f6f2f0482b3" providerId="ADAL" clId="{D59BA079-2D81-42B2-9E2D-198C5F90099E}" dt="2026-04-29T14:41:05.450" v="44"/>
          <ac:picMkLst>
            <pc:docMk/>
            <pc:sldMk cId="3463339464" sldId="318"/>
            <ac:picMk id="59" creationId="{A7C8E1B6-A4B3-0BCF-4C26-6186EF9F59FC}"/>
          </ac:picMkLst>
        </pc:picChg>
        <pc:picChg chg="mod">
          <ac:chgData name="Tiago Janela" userId="ee1a79fe-c79c-4f34-9602-7f6f2f0482b3" providerId="ADAL" clId="{D59BA079-2D81-42B2-9E2D-198C5F90099E}" dt="2026-04-29T14:41:05.450" v="44"/>
          <ac:picMkLst>
            <pc:docMk/>
            <pc:sldMk cId="3463339464" sldId="318"/>
            <ac:picMk id="60" creationId="{9F70AD18-D8E1-8976-31FE-EA304180A270}"/>
          </ac:picMkLst>
        </pc:picChg>
        <pc:picChg chg="mod">
          <ac:chgData name="Tiago Janela" userId="ee1a79fe-c79c-4f34-9602-7f6f2f0482b3" providerId="ADAL" clId="{D59BA079-2D81-42B2-9E2D-198C5F90099E}" dt="2026-04-29T14:41:05.450" v="44"/>
          <ac:picMkLst>
            <pc:docMk/>
            <pc:sldMk cId="3463339464" sldId="318"/>
            <ac:picMk id="130" creationId="{8EC36DA4-D2FA-908D-744E-6BE08EC2741F}"/>
          </ac:picMkLst>
        </pc:picChg>
        <pc:picChg chg="mod">
          <ac:chgData name="Tiago Janela" userId="ee1a79fe-c79c-4f34-9602-7f6f2f0482b3" providerId="ADAL" clId="{D59BA079-2D81-42B2-9E2D-198C5F90099E}" dt="2026-04-29T14:41:05.450" v="44"/>
          <ac:picMkLst>
            <pc:docMk/>
            <pc:sldMk cId="3463339464" sldId="318"/>
            <ac:picMk id="131" creationId="{47FB0CB4-CD0C-2991-DB50-A8C57D1E8B0C}"/>
          </ac:picMkLst>
        </pc:picChg>
        <pc:picChg chg="mod">
          <ac:chgData name="Tiago Janela" userId="ee1a79fe-c79c-4f34-9602-7f6f2f0482b3" providerId="ADAL" clId="{D59BA079-2D81-42B2-9E2D-198C5F90099E}" dt="2026-04-29T14:41:35.971" v="129"/>
          <ac:picMkLst>
            <pc:docMk/>
            <pc:sldMk cId="3463339464" sldId="318"/>
            <ac:picMk id="141" creationId="{F4EFBF1D-95ED-A3F4-12D0-3C0D2F64959A}"/>
          </ac:picMkLst>
        </pc:picChg>
        <pc:picChg chg="mod">
          <ac:chgData name="Tiago Janela" userId="ee1a79fe-c79c-4f34-9602-7f6f2f0482b3" providerId="ADAL" clId="{D59BA079-2D81-42B2-9E2D-198C5F90099E}" dt="2026-04-29T14:41:35.971" v="129"/>
          <ac:picMkLst>
            <pc:docMk/>
            <pc:sldMk cId="3463339464" sldId="318"/>
            <ac:picMk id="142" creationId="{6B9ADBB7-EC72-A5FB-3287-F4C504614D51}"/>
          </ac:picMkLst>
        </pc:picChg>
        <pc:picChg chg="mod">
          <ac:chgData name="Tiago Janela" userId="ee1a79fe-c79c-4f34-9602-7f6f2f0482b3" providerId="ADAL" clId="{D59BA079-2D81-42B2-9E2D-198C5F90099E}" dt="2026-04-29T14:41:35.971" v="129"/>
          <ac:picMkLst>
            <pc:docMk/>
            <pc:sldMk cId="3463339464" sldId="318"/>
            <ac:picMk id="148" creationId="{8D6D62EA-8483-E0E7-6627-BBF48FE888C3}"/>
          </ac:picMkLst>
        </pc:picChg>
        <pc:picChg chg="mod">
          <ac:chgData name="Tiago Janela" userId="ee1a79fe-c79c-4f34-9602-7f6f2f0482b3" providerId="ADAL" clId="{D59BA079-2D81-42B2-9E2D-198C5F90099E}" dt="2026-04-29T14:41:35.971" v="129"/>
          <ac:picMkLst>
            <pc:docMk/>
            <pc:sldMk cId="3463339464" sldId="318"/>
            <ac:picMk id="149" creationId="{A4CD2FF9-44D8-CCD7-5C68-26A6C6065822}"/>
          </ac:picMkLst>
        </pc:picChg>
        <pc:picChg chg="mod">
          <ac:chgData name="Tiago Janela" userId="ee1a79fe-c79c-4f34-9602-7f6f2f0482b3" providerId="ADAL" clId="{D59BA079-2D81-42B2-9E2D-198C5F90099E}" dt="2026-04-29T14:43:18.457" v="144"/>
          <ac:picMkLst>
            <pc:docMk/>
            <pc:sldMk cId="3463339464" sldId="318"/>
            <ac:picMk id="159" creationId="{CD4358F0-D05E-D3C3-BA5B-D932178076D9}"/>
          </ac:picMkLst>
        </pc:picChg>
        <pc:picChg chg="mod">
          <ac:chgData name="Tiago Janela" userId="ee1a79fe-c79c-4f34-9602-7f6f2f0482b3" providerId="ADAL" clId="{D59BA079-2D81-42B2-9E2D-198C5F90099E}" dt="2026-04-29T14:43:18.457" v="144"/>
          <ac:picMkLst>
            <pc:docMk/>
            <pc:sldMk cId="3463339464" sldId="318"/>
            <ac:picMk id="160" creationId="{73C8AF2B-2691-7122-1A4E-6C9D94961867}"/>
          </ac:picMkLst>
        </pc:picChg>
        <pc:picChg chg="mod">
          <ac:chgData name="Tiago Janela" userId="ee1a79fe-c79c-4f34-9602-7f6f2f0482b3" providerId="ADAL" clId="{D59BA079-2D81-42B2-9E2D-198C5F90099E}" dt="2026-04-29T14:43:18.457" v="144"/>
          <ac:picMkLst>
            <pc:docMk/>
            <pc:sldMk cId="3463339464" sldId="318"/>
            <ac:picMk id="167" creationId="{B02D8D15-3F25-55BC-1A08-36302AD97557}"/>
          </ac:picMkLst>
        </pc:picChg>
        <pc:picChg chg="mod">
          <ac:chgData name="Tiago Janela" userId="ee1a79fe-c79c-4f34-9602-7f6f2f0482b3" providerId="ADAL" clId="{D59BA079-2D81-42B2-9E2D-198C5F90099E}" dt="2026-04-29T14:43:18.457" v="144"/>
          <ac:picMkLst>
            <pc:docMk/>
            <pc:sldMk cId="3463339464" sldId="318"/>
            <ac:picMk id="168" creationId="{04CEB11B-B6F1-FDD0-37A8-2EE7ABE5730D}"/>
          </ac:picMkLst>
        </pc:picChg>
        <pc:cxnChg chg="mod">
          <ac:chgData name="Tiago Janela" userId="ee1a79fe-c79c-4f34-9602-7f6f2f0482b3" providerId="ADAL" clId="{D59BA079-2D81-42B2-9E2D-198C5F90099E}" dt="2026-04-29T14:39:06.477" v="20"/>
          <ac:cxnSpMkLst>
            <pc:docMk/>
            <pc:sldMk cId="3463339464" sldId="318"/>
            <ac:cxnSpMk id="44" creationId="{7CA5671C-1E1D-11B4-C48F-3C328C72BA42}"/>
          </ac:cxnSpMkLst>
        </pc:cxnChg>
        <pc:cxnChg chg="mod">
          <ac:chgData name="Tiago Janela" userId="ee1a79fe-c79c-4f34-9602-7f6f2f0482b3" providerId="ADAL" clId="{D59BA079-2D81-42B2-9E2D-198C5F90099E}" dt="2026-04-29T14:39:06.477" v="20"/>
          <ac:cxnSpMkLst>
            <pc:docMk/>
            <pc:sldMk cId="3463339464" sldId="318"/>
            <ac:cxnSpMk id="47" creationId="{FB8D1494-CCA9-D25B-F957-26E4BF3049A5}"/>
          </ac:cxnSpMkLst>
        </pc:cxnChg>
        <pc:cxnChg chg="mod">
          <ac:chgData name="Tiago Janela" userId="ee1a79fe-c79c-4f34-9602-7f6f2f0482b3" providerId="ADAL" clId="{D59BA079-2D81-42B2-9E2D-198C5F90099E}" dt="2026-04-29T14:41:05.450" v="44"/>
          <ac:cxnSpMkLst>
            <pc:docMk/>
            <pc:sldMk cId="3463339464" sldId="318"/>
            <ac:cxnSpMk id="61" creationId="{08938A15-2979-EEF5-6991-05431F61F7F4}"/>
          </ac:cxnSpMkLst>
        </pc:cxnChg>
        <pc:cxnChg chg="mod">
          <ac:chgData name="Tiago Janela" userId="ee1a79fe-c79c-4f34-9602-7f6f2f0482b3" providerId="ADAL" clId="{D59BA079-2D81-42B2-9E2D-198C5F90099E}" dt="2026-04-29T14:41:05.450" v="44"/>
          <ac:cxnSpMkLst>
            <pc:docMk/>
            <pc:sldMk cId="3463339464" sldId="318"/>
            <ac:cxnSpMk id="63" creationId="{023AB4D1-06EE-3BE9-021F-711AEB51150A}"/>
          </ac:cxnSpMkLst>
        </pc:cxnChg>
        <pc:cxnChg chg="mod">
          <ac:chgData name="Tiago Janela" userId="ee1a79fe-c79c-4f34-9602-7f6f2f0482b3" providerId="ADAL" clId="{D59BA079-2D81-42B2-9E2D-198C5F90099E}" dt="2026-04-29T14:41:35.971" v="129"/>
          <ac:cxnSpMkLst>
            <pc:docMk/>
            <pc:sldMk cId="3463339464" sldId="318"/>
            <ac:cxnSpMk id="143" creationId="{654790C0-C0D3-2DDF-798E-09EA80122BAE}"/>
          </ac:cxnSpMkLst>
        </pc:cxnChg>
        <pc:cxnChg chg="mod">
          <ac:chgData name="Tiago Janela" userId="ee1a79fe-c79c-4f34-9602-7f6f2f0482b3" providerId="ADAL" clId="{D59BA079-2D81-42B2-9E2D-198C5F90099E}" dt="2026-04-29T14:41:35.971" v="129"/>
          <ac:cxnSpMkLst>
            <pc:docMk/>
            <pc:sldMk cId="3463339464" sldId="318"/>
            <ac:cxnSpMk id="145" creationId="{05D2589C-68B7-FD26-BF17-001ABF5A487D}"/>
          </ac:cxnSpMkLst>
        </pc:cxnChg>
        <pc:cxnChg chg="mod">
          <ac:chgData name="Tiago Janela" userId="ee1a79fe-c79c-4f34-9602-7f6f2f0482b3" providerId="ADAL" clId="{D59BA079-2D81-42B2-9E2D-198C5F90099E}" dt="2026-04-29T14:43:18.457" v="144"/>
          <ac:cxnSpMkLst>
            <pc:docMk/>
            <pc:sldMk cId="3463339464" sldId="318"/>
            <ac:cxnSpMk id="161" creationId="{718FF3FF-38E3-8534-3375-DE97E2E87C02}"/>
          </ac:cxnSpMkLst>
        </pc:cxnChg>
        <pc:cxnChg chg="mod">
          <ac:chgData name="Tiago Janela" userId="ee1a79fe-c79c-4f34-9602-7f6f2f0482b3" providerId="ADAL" clId="{D59BA079-2D81-42B2-9E2D-198C5F90099E}" dt="2026-04-29T14:43:18.457" v="144"/>
          <ac:cxnSpMkLst>
            <pc:docMk/>
            <pc:sldMk cId="3463339464" sldId="318"/>
            <ac:cxnSpMk id="164" creationId="{55BB8492-C6E7-A17E-F1E3-D4F852B87E2E}"/>
          </ac:cxnSpMkLst>
        </pc:cxnChg>
      </pc:sldChg>
    </pc:docChg>
  </pc:docChgLst>
  <pc:docChgLst>
    <pc:chgData name="Tiago Janela" userId="ee1a79fe-c79c-4f34-9602-7f6f2f0482b3" providerId="ADAL" clId="{97693404-9C1B-400A-95DF-A7B72570E7A0}"/>
    <pc:docChg chg="undo custSel addSld delSld modSld sldOrd">
      <pc:chgData name="Tiago Janela" userId="ee1a79fe-c79c-4f34-9602-7f6f2f0482b3" providerId="ADAL" clId="{97693404-9C1B-400A-95DF-A7B72570E7A0}" dt="2026-03-09T10:33:25.226" v="5259" actId="20577"/>
      <pc:docMkLst>
        <pc:docMk/>
      </pc:docMkLst>
      <pc:sldChg chg="modSp mod">
        <pc:chgData name="Tiago Janela" userId="ee1a79fe-c79c-4f34-9602-7f6f2f0482b3" providerId="ADAL" clId="{97693404-9C1B-400A-95DF-A7B72570E7A0}" dt="2026-03-09T10:32:29.235" v="5249" actId="20577"/>
        <pc:sldMkLst>
          <pc:docMk/>
          <pc:sldMk cId="721732568" sldId="298"/>
        </pc:sldMkLst>
        <pc:spChg chg="mod">
          <ac:chgData name="Tiago Janela" userId="ee1a79fe-c79c-4f34-9602-7f6f2f0482b3" providerId="ADAL" clId="{97693404-9C1B-400A-95DF-A7B72570E7A0}" dt="2026-03-09T10:32:29.235" v="5249" actId="20577"/>
          <ac:spMkLst>
            <pc:docMk/>
            <pc:sldMk cId="721732568" sldId="298"/>
            <ac:spMk id="2" creationId="{870990D0-7AC5-46BA-6FC4-274F8E0A3A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C3DE1-3765-45C5-94E7-BC41A6E38B2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BC085-3709-4EED-9401-54C6FC7AF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96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BC085-3709-4EED-9401-54C6FC7AFF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3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BC085-3709-4EED-9401-54C6FC7AFF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99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BC085-3709-4EED-9401-54C6FC7AFF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14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BC085-3709-4EED-9401-54C6FC7AFF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34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BC085-3709-4EED-9401-54C6FC7AFF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19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BC085-3709-4EED-9401-54C6FC7AFF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38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382680" y="1371600"/>
            <a:ext cx="838008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838008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ubTitle"/>
          </p:nvPr>
        </p:nvSpPr>
        <p:spPr>
          <a:xfrm>
            <a:off x="380880" y="228600"/>
            <a:ext cx="8380080" cy="388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467676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82680" y="379944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467676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321624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604980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/>
          </p:nvPr>
        </p:nvSpPr>
        <p:spPr>
          <a:xfrm>
            <a:off x="38268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/>
          </p:nvPr>
        </p:nvSpPr>
        <p:spPr>
          <a:xfrm>
            <a:off x="321624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/>
          </p:nvPr>
        </p:nvSpPr>
        <p:spPr>
          <a:xfrm>
            <a:off x="604980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382680" y="1371600"/>
            <a:ext cx="838008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838008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380880" y="228600"/>
            <a:ext cx="8380080" cy="388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467676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382680" y="379944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/>
          </p:nvPr>
        </p:nvSpPr>
        <p:spPr>
          <a:xfrm>
            <a:off x="467676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321624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04980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38268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/>
          </p:nvPr>
        </p:nvSpPr>
        <p:spPr>
          <a:xfrm>
            <a:off x="321624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/>
          </p:nvPr>
        </p:nvSpPr>
        <p:spPr>
          <a:xfrm>
            <a:off x="604980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4" descr="bit-lsi-logo-final"/>
          <p:cNvPicPr/>
          <p:nvPr/>
        </p:nvPicPr>
        <p:blipFill>
          <a:blip r:embed="rId14"/>
          <a:stretch/>
        </p:blipFill>
        <p:spPr>
          <a:xfrm>
            <a:off x="303840" y="6204960"/>
            <a:ext cx="850320" cy="606600"/>
          </a:xfrm>
          <a:prstGeom prst="rect">
            <a:avLst/>
          </a:prstGeom>
          <a:ln w="0">
            <a:noFill/>
          </a:ln>
        </p:spPr>
      </p:pic>
      <p:pic>
        <p:nvPicPr>
          <p:cNvPr id="57" name="Picture 14"/>
          <p:cNvPicPr/>
          <p:nvPr/>
        </p:nvPicPr>
        <p:blipFill>
          <a:blip r:embed="rId15"/>
          <a:stretch/>
        </p:blipFill>
        <p:spPr>
          <a:xfrm>
            <a:off x="5330880" y="6248520"/>
            <a:ext cx="1327320" cy="452880"/>
          </a:xfrm>
          <a:prstGeom prst="rect">
            <a:avLst/>
          </a:prstGeom>
          <a:ln w="0">
            <a:noFill/>
          </a:ln>
        </p:spPr>
      </p:pic>
      <p:sp>
        <p:nvSpPr>
          <p:cNvPr id="2" name="Line 7"/>
          <p:cNvSpPr/>
          <p:nvPr/>
        </p:nvSpPr>
        <p:spPr>
          <a:xfrm>
            <a:off x="306000" y="6172200"/>
            <a:ext cx="8533080" cy="360"/>
          </a:xfrm>
          <a:prstGeom prst="line">
            <a:avLst/>
          </a:prstGeom>
          <a:ln w="19050">
            <a:solidFill>
              <a:srgbClr val="016A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" name="Line 8"/>
          <p:cNvSpPr/>
          <p:nvPr/>
        </p:nvSpPr>
        <p:spPr>
          <a:xfrm>
            <a:off x="306000" y="6172200"/>
            <a:ext cx="8533080" cy="360"/>
          </a:xfrm>
          <a:prstGeom prst="line">
            <a:avLst/>
          </a:prstGeom>
          <a:ln w="19050">
            <a:solidFill>
              <a:srgbClr val="0064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grpSp>
        <p:nvGrpSpPr>
          <p:cNvPr id="4" name="Gruppieren 69"/>
          <p:cNvGrpSpPr/>
          <p:nvPr/>
        </p:nvGrpSpPr>
        <p:grpSpPr>
          <a:xfrm>
            <a:off x="7525080" y="6248520"/>
            <a:ext cx="1126800" cy="453600"/>
            <a:chOff x="7525080" y="6248520"/>
            <a:chExt cx="1126800" cy="453600"/>
          </a:xfrm>
        </p:grpSpPr>
        <p:sp>
          <p:nvSpPr>
            <p:cNvPr id="5" name="AutoShape 3"/>
            <p:cNvSpPr/>
            <p:nvPr/>
          </p:nvSpPr>
          <p:spPr>
            <a:xfrm>
              <a:off x="7525080" y="6248520"/>
              <a:ext cx="112680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6" name="Freeform 5"/>
            <p:cNvSpPr/>
            <p:nvPr/>
          </p:nvSpPr>
          <p:spPr>
            <a:xfrm>
              <a:off x="8208720" y="6248520"/>
              <a:ext cx="273960" cy="247320"/>
            </a:xfrm>
            <a:custGeom>
              <a:avLst/>
              <a:gdLst/>
              <a:ahLst/>
              <a:cxnLst/>
              <a:rect l="l" t="t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208720" y="6570000"/>
              <a:ext cx="429840" cy="126000"/>
            </a:xfrm>
            <a:prstGeom prst="rect">
              <a:avLst/>
            </a:prstGeom>
            <a:solidFill>
              <a:srgbClr val="EAB90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8" name="Freeform 7"/>
            <p:cNvSpPr/>
            <p:nvPr/>
          </p:nvSpPr>
          <p:spPr>
            <a:xfrm>
              <a:off x="8208720" y="6248520"/>
              <a:ext cx="429840" cy="301320"/>
            </a:xfrm>
            <a:custGeom>
              <a:avLst/>
              <a:gdLst/>
              <a:ahLst/>
              <a:cxnLst/>
              <a:rect l="l" t="t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9" name="Freeform 8"/>
            <p:cNvSpPr/>
            <p:nvPr/>
          </p:nvSpPr>
          <p:spPr>
            <a:xfrm>
              <a:off x="8228520" y="6593040"/>
              <a:ext cx="56880" cy="82800"/>
            </a:xfrm>
            <a:custGeom>
              <a:avLst/>
              <a:gdLst/>
              <a:ahLst/>
              <a:cxnLst/>
              <a:rect l="l" t="t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297640" y="6591960"/>
              <a:ext cx="63720" cy="83880"/>
            </a:xfrm>
            <a:custGeom>
              <a:avLst/>
              <a:gdLst/>
              <a:ahLst/>
              <a:cxnLst/>
              <a:rect l="l" t="t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376840" y="6594120"/>
              <a:ext cx="62640" cy="80640"/>
            </a:xfrm>
            <a:custGeom>
              <a:avLst/>
              <a:gdLst/>
              <a:ahLst/>
              <a:cxnLst/>
              <a:rect l="l" t="t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8457120" y="6594120"/>
              <a:ext cx="62640" cy="80640"/>
            </a:xfrm>
            <a:custGeom>
              <a:avLst/>
              <a:gdLst/>
              <a:ahLst/>
              <a:cxnLst/>
              <a:rect l="l" t="t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525080" y="6594120"/>
              <a:ext cx="56880" cy="81720"/>
            </a:xfrm>
            <a:custGeom>
              <a:avLst/>
              <a:gdLst/>
              <a:ahLst/>
              <a:cxnLst/>
              <a:rect l="l" t="t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7600680" y="6594120"/>
              <a:ext cx="60840" cy="80640"/>
            </a:xfrm>
            <a:custGeom>
              <a:avLst/>
              <a:gdLst/>
              <a:ahLst/>
              <a:cxnLst/>
              <a:rect l="l" t="t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80960" y="6594120"/>
              <a:ext cx="11160" cy="80640"/>
            </a:xfrm>
            <a:prstGeom prst="rect">
              <a:avLst/>
            </a:pr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7703640" y="6594120"/>
              <a:ext cx="65520" cy="80640"/>
            </a:xfrm>
            <a:custGeom>
              <a:avLst/>
              <a:gdLst/>
              <a:ahLst/>
              <a:cxnLst/>
              <a:rect l="l" t="t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7780320" y="6594120"/>
              <a:ext cx="48240" cy="80640"/>
            </a:xfrm>
            <a:custGeom>
              <a:avLst/>
              <a:gdLst/>
              <a:ahLst/>
              <a:cxnLst/>
              <a:rect l="l" t="t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7844400" y="6593040"/>
              <a:ext cx="55080" cy="81720"/>
            </a:xfrm>
            <a:custGeom>
              <a:avLst/>
              <a:gdLst/>
              <a:ahLst/>
              <a:cxnLst/>
              <a:rect l="l" t="t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7911360" y="6591960"/>
              <a:ext cx="51120" cy="83880"/>
            </a:xfrm>
            <a:custGeom>
              <a:avLst/>
              <a:gdLst/>
              <a:ahLst/>
              <a:cxnLst/>
              <a:rect l="l" t="t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978320" y="6594120"/>
              <a:ext cx="11160" cy="80640"/>
            </a:xfrm>
            <a:prstGeom prst="rect">
              <a:avLst/>
            </a:pr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8001000" y="6594120"/>
              <a:ext cx="60840" cy="80640"/>
            </a:xfrm>
            <a:custGeom>
              <a:avLst/>
              <a:gdLst/>
              <a:ahLst/>
              <a:cxnLst/>
              <a:rect l="l" t="t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8059320" y="6572160"/>
              <a:ext cx="68400" cy="102960"/>
            </a:xfrm>
            <a:custGeom>
              <a:avLst/>
              <a:gdLst/>
              <a:ahLst/>
              <a:cxnLst/>
              <a:rect l="l" t="t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125560" y="6594120"/>
              <a:ext cx="59760" cy="80640"/>
            </a:xfrm>
            <a:custGeom>
              <a:avLst/>
              <a:gdLst/>
              <a:ahLst/>
              <a:cxnLst/>
              <a:rect l="l" t="t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</p:grpSp>
      <p:pic>
        <p:nvPicPr>
          <p:cNvPr id="24" name="Picture 5" descr="A blue and pink triangle on a black background&#10;&#10;Description automatically generated"/>
          <p:cNvPicPr/>
          <p:nvPr/>
        </p:nvPicPr>
        <p:blipFill>
          <a:blip r:embed="rId16"/>
          <a:stretch/>
        </p:blipFill>
        <p:spPr>
          <a:xfrm>
            <a:off x="2514600" y="6095880"/>
            <a:ext cx="1505520" cy="830160"/>
          </a:xfrm>
          <a:prstGeom prst="rect">
            <a:avLst/>
          </a:prstGeom>
          <a:ln w="0">
            <a:noFill/>
          </a:ln>
        </p:spPr>
      </p:pic>
      <p:pic>
        <p:nvPicPr>
          <p:cNvPr id="25" name="Picture 1"/>
          <p:cNvPicPr/>
          <p:nvPr/>
        </p:nvPicPr>
        <p:blipFill>
          <a:blip r:embed="rId17"/>
          <a:stretch/>
        </p:blipFill>
        <p:spPr>
          <a:xfrm>
            <a:off x="6580080" y="329400"/>
            <a:ext cx="1954080" cy="66708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77960" y="2666880"/>
            <a:ext cx="7772400" cy="993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64C8"/>
                </a:solidFill>
                <a:latin typeface="Century Gothic"/>
              </a:rPr>
              <a:t>My talk – first line</a:t>
            </a:r>
            <a:br/>
            <a:r>
              <a:rPr lang="en-US" sz="3200" b="0" strike="noStrike" spc="-1">
                <a:solidFill>
                  <a:srgbClr val="0064C8"/>
                </a:solidFill>
                <a:latin typeface="Century Gothic"/>
              </a:rPr>
              <a:t>second line</a:t>
            </a:r>
            <a:endParaRPr lang="en-US" sz="3200" b="0" strike="noStrike" spc="-1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27" name="Picture 4" descr="bit-lsi-logo-final"/>
          <p:cNvPicPr/>
          <p:nvPr/>
        </p:nvPicPr>
        <p:blipFill>
          <a:blip r:embed="rId18"/>
          <a:stretch/>
        </p:blipFill>
        <p:spPr>
          <a:xfrm>
            <a:off x="609480" y="317520"/>
            <a:ext cx="1433520" cy="1022760"/>
          </a:xfrm>
          <a:prstGeom prst="rect">
            <a:avLst/>
          </a:prstGeom>
          <a:ln w="0">
            <a:noFill/>
          </a:ln>
        </p:spPr>
      </p:pic>
      <p:sp>
        <p:nvSpPr>
          <p:cNvPr id="28" name="Line 7"/>
          <p:cNvSpPr/>
          <p:nvPr/>
        </p:nvSpPr>
        <p:spPr>
          <a:xfrm>
            <a:off x="687240" y="2060280"/>
            <a:ext cx="7770960" cy="360"/>
          </a:xfrm>
          <a:prstGeom prst="line">
            <a:avLst/>
          </a:prstGeom>
          <a:ln w="19050">
            <a:solidFill>
              <a:srgbClr val="016A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9" name="Line 8"/>
          <p:cNvSpPr/>
          <p:nvPr/>
        </p:nvSpPr>
        <p:spPr>
          <a:xfrm>
            <a:off x="687240" y="2060280"/>
            <a:ext cx="360" cy="835200"/>
          </a:xfrm>
          <a:prstGeom prst="line">
            <a:avLst/>
          </a:prstGeom>
          <a:ln w="19050">
            <a:solidFill>
              <a:srgbClr val="016A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0" name="Line 9"/>
          <p:cNvSpPr/>
          <p:nvPr/>
        </p:nvSpPr>
        <p:spPr>
          <a:xfrm>
            <a:off x="1829880" y="4190760"/>
            <a:ext cx="6628320" cy="360"/>
          </a:xfrm>
          <a:prstGeom prst="line">
            <a:avLst/>
          </a:prstGeom>
          <a:ln w="19050">
            <a:solidFill>
              <a:srgbClr val="016A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1" name="Line 10"/>
          <p:cNvSpPr/>
          <p:nvPr/>
        </p:nvSpPr>
        <p:spPr>
          <a:xfrm>
            <a:off x="687240" y="2060280"/>
            <a:ext cx="7770960" cy="360"/>
          </a:xfrm>
          <a:prstGeom prst="line">
            <a:avLst/>
          </a:prstGeom>
          <a:ln w="19050">
            <a:solidFill>
              <a:srgbClr val="0064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2" name="Line 11"/>
          <p:cNvSpPr/>
          <p:nvPr/>
        </p:nvSpPr>
        <p:spPr>
          <a:xfrm>
            <a:off x="687240" y="2060280"/>
            <a:ext cx="360" cy="835200"/>
          </a:xfrm>
          <a:prstGeom prst="line">
            <a:avLst/>
          </a:prstGeom>
          <a:ln w="19050">
            <a:solidFill>
              <a:srgbClr val="0064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3" name="Line 12"/>
          <p:cNvSpPr/>
          <p:nvPr/>
        </p:nvSpPr>
        <p:spPr>
          <a:xfrm>
            <a:off x="1829880" y="4190760"/>
            <a:ext cx="6628320" cy="360"/>
          </a:xfrm>
          <a:prstGeom prst="line">
            <a:avLst/>
          </a:prstGeom>
          <a:ln w="19050">
            <a:solidFill>
              <a:srgbClr val="0064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pic>
        <p:nvPicPr>
          <p:cNvPr id="54" name="Picture 5" descr="A blue and pink triangle on a black background&#10;&#10;Description automatically generated"/>
          <p:cNvPicPr/>
          <p:nvPr/>
        </p:nvPicPr>
        <p:blipFill>
          <a:blip r:embed="rId19"/>
          <a:stretch/>
        </p:blipFill>
        <p:spPr>
          <a:xfrm>
            <a:off x="2913840" y="76320"/>
            <a:ext cx="2455200" cy="135396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entury Gothi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Century Gothi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4" descr="bit-lsi-logo-final"/>
          <p:cNvPicPr/>
          <p:nvPr/>
        </p:nvPicPr>
        <p:blipFill>
          <a:blip r:embed="rId14"/>
          <a:stretch/>
        </p:blipFill>
        <p:spPr>
          <a:xfrm>
            <a:off x="303840" y="6204960"/>
            <a:ext cx="850320" cy="60660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14"/>
          <p:cNvPicPr/>
          <p:nvPr/>
        </p:nvPicPr>
        <p:blipFill>
          <a:blip r:embed="rId15"/>
          <a:stretch/>
        </p:blipFill>
        <p:spPr>
          <a:xfrm>
            <a:off x="5330880" y="6248520"/>
            <a:ext cx="1327320" cy="452880"/>
          </a:xfrm>
          <a:prstGeom prst="rect">
            <a:avLst/>
          </a:prstGeom>
          <a:ln w="0">
            <a:noFill/>
          </a:ln>
        </p:spPr>
      </p:pic>
      <p:sp>
        <p:nvSpPr>
          <p:cNvPr id="94" name="Line 7"/>
          <p:cNvSpPr/>
          <p:nvPr/>
        </p:nvSpPr>
        <p:spPr>
          <a:xfrm>
            <a:off x="306000" y="6172200"/>
            <a:ext cx="8533080" cy="360"/>
          </a:xfrm>
          <a:prstGeom prst="line">
            <a:avLst/>
          </a:prstGeom>
          <a:ln w="19050">
            <a:solidFill>
              <a:srgbClr val="016A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95" name="Line 8"/>
          <p:cNvSpPr/>
          <p:nvPr/>
        </p:nvSpPr>
        <p:spPr>
          <a:xfrm>
            <a:off x="306000" y="6172200"/>
            <a:ext cx="8533080" cy="360"/>
          </a:xfrm>
          <a:prstGeom prst="line">
            <a:avLst/>
          </a:prstGeom>
          <a:ln w="19050">
            <a:solidFill>
              <a:srgbClr val="0064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grpSp>
        <p:nvGrpSpPr>
          <p:cNvPr id="96" name="Gruppieren 69"/>
          <p:cNvGrpSpPr/>
          <p:nvPr/>
        </p:nvGrpSpPr>
        <p:grpSpPr>
          <a:xfrm>
            <a:off x="7525080" y="6248520"/>
            <a:ext cx="1126800" cy="453600"/>
            <a:chOff x="7525080" y="6248520"/>
            <a:chExt cx="1126800" cy="453600"/>
          </a:xfrm>
        </p:grpSpPr>
        <p:sp>
          <p:nvSpPr>
            <p:cNvPr id="97" name="AutoShape 3"/>
            <p:cNvSpPr/>
            <p:nvPr/>
          </p:nvSpPr>
          <p:spPr>
            <a:xfrm>
              <a:off x="7525080" y="6248520"/>
              <a:ext cx="112680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98" name="Freeform 5"/>
            <p:cNvSpPr/>
            <p:nvPr/>
          </p:nvSpPr>
          <p:spPr>
            <a:xfrm>
              <a:off x="8208720" y="6248520"/>
              <a:ext cx="273960" cy="247320"/>
            </a:xfrm>
            <a:custGeom>
              <a:avLst/>
              <a:gdLst/>
              <a:ahLst/>
              <a:cxnLst/>
              <a:rect l="l" t="t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99" name="Rectangle 6"/>
            <p:cNvSpPr/>
            <p:nvPr/>
          </p:nvSpPr>
          <p:spPr>
            <a:xfrm>
              <a:off x="8208720" y="6570000"/>
              <a:ext cx="429840" cy="126000"/>
            </a:xfrm>
            <a:prstGeom prst="rect">
              <a:avLst/>
            </a:prstGeom>
            <a:solidFill>
              <a:srgbClr val="EAB90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0" name="Freeform 7"/>
            <p:cNvSpPr/>
            <p:nvPr/>
          </p:nvSpPr>
          <p:spPr>
            <a:xfrm>
              <a:off x="8208720" y="6248520"/>
              <a:ext cx="429840" cy="301320"/>
            </a:xfrm>
            <a:custGeom>
              <a:avLst/>
              <a:gdLst/>
              <a:ahLst/>
              <a:cxnLst/>
              <a:rect l="l" t="t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1" name="Freeform 8"/>
            <p:cNvSpPr/>
            <p:nvPr/>
          </p:nvSpPr>
          <p:spPr>
            <a:xfrm>
              <a:off x="8228520" y="6593040"/>
              <a:ext cx="56880" cy="82800"/>
            </a:xfrm>
            <a:custGeom>
              <a:avLst/>
              <a:gdLst/>
              <a:ahLst/>
              <a:cxnLst/>
              <a:rect l="l" t="t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2" name="Freeform 9"/>
            <p:cNvSpPr/>
            <p:nvPr/>
          </p:nvSpPr>
          <p:spPr>
            <a:xfrm>
              <a:off x="8297640" y="6591960"/>
              <a:ext cx="63720" cy="83880"/>
            </a:xfrm>
            <a:custGeom>
              <a:avLst/>
              <a:gdLst/>
              <a:ahLst/>
              <a:cxnLst/>
              <a:rect l="l" t="t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3" name="Freeform 10"/>
            <p:cNvSpPr/>
            <p:nvPr/>
          </p:nvSpPr>
          <p:spPr>
            <a:xfrm>
              <a:off x="8376840" y="6594120"/>
              <a:ext cx="62640" cy="80640"/>
            </a:xfrm>
            <a:custGeom>
              <a:avLst/>
              <a:gdLst/>
              <a:ahLst/>
              <a:cxnLst/>
              <a:rect l="l" t="t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4" name="Freeform 11"/>
            <p:cNvSpPr/>
            <p:nvPr/>
          </p:nvSpPr>
          <p:spPr>
            <a:xfrm>
              <a:off x="8457120" y="6594120"/>
              <a:ext cx="62640" cy="80640"/>
            </a:xfrm>
            <a:custGeom>
              <a:avLst/>
              <a:gdLst/>
              <a:ahLst/>
              <a:cxnLst/>
              <a:rect l="l" t="t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5" name="Freeform 12"/>
            <p:cNvSpPr/>
            <p:nvPr/>
          </p:nvSpPr>
          <p:spPr>
            <a:xfrm>
              <a:off x="7525080" y="6594120"/>
              <a:ext cx="56880" cy="81720"/>
            </a:xfrm>
            <a:custGeom>
              <a:avLst/>
              <a:gdLst/>
              <a:ahLst/>
              <a:cxnLst/>
              <a:rect l="l" t="t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6" name="Freeform 13"/>
            <p:cNvSpPr/>
            <p:nvPr/>
          </p:nvSpPr>
          <p:spPr>
            <a:xfrm>
              <a:off x="7600680" y="6594120"/>
              <a:ext cx="60840" cy="80640"/>
            </a:xfrm>
            <a:custGeom>
              <a:avLst/>
              <a:gdLst/>
              <a:ahLst/>
              <a:cxnLst/>
              <a:rect l="l" t="t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7" name="Rectangle 14"/>
            <p:cNvSpPr/>
            <p:nvPr/>
          </p:nvSpPr>
          <p:spPr>
            <a:xfrm>
              <a:off x="7680960" y="6594120"/>
              <a:ext cx="11160" cy="80640"/>
            </a:xfrm>
            <a:prstGeom prst="rect">
              <a:avLst/>
            </a:pr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8" name="Freeform 15"/>
            <p:cNvSpPr/>
            <p:nvPr/>
          </p:nvSpPr>
          <p:spPr>
            <a:xfrm>
              <a:off x="7703640" y="6594120"/>
              <a:ext cx="65520" cy="80640"/>
            </a:xfrm>
            <a:custGeom>
              <a:avLst/>
              <a:gdLst/>
              <a:ahLst/>
              <a:cxnLst/>
              <a:rect l="l" t="t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9" name="Freeform 16"/>
            <p:cNvSpPr/>
            <p:nvPr/>
          </p:nvSpPr>
          <p:spPr>
            <a:xfrm>
              <a:off x="7780320" y="6594120"/>
              <a:ext cx="48240" cy="80640"/>
            </a:xfrm>
            <a:custGeom>
              <a:avLst/>
              <a:gdLst/>
              <a:ahLst/>
              <a:cxnLst/>
              <a:rect l="l" t="t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0" name="Freeform 17"/>
            <p:cNvSpPr/>
            <p:nvPr/>
          </p:nvSpPr>
          <p:spPr>
            <a:xfrm>
              <a:off x="7844400" y="6593040"/>
              <a:ext cx="55080" cy="81720"/>
            </a:xfrm>
            <a:custGeom>
              <a:avLst/>
              <a:gdLst/>
              <a:ahLst/>
              <a:cxnLst/>
              <a:rect l="l" t="t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1" name="Freeform 18"/>
            <p:cNvSpPr/>
            <p:nvPr/>
          </p:nvSpPr>
          <p:spPr>
            <a:xfrm>
              <a:off x="7911360" y="6591960"/>
              <a:ext cx="51120" cy="83880"/>
            </a:xfrm>
            <a:custGeom>
              <a:avLst/>
              <a:gdLst/>
              <a:ahLst/>
              <a:cxnLst/>
              <a:rect l="l" t="t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2" name="Rectangle 19"/>
            <p:cNvSpPr/>
            <p:nvPr/>
          </p:nvSpPr>
          <p:spPr>
            <a:xfrm>
              <a:off x="7978320" y="6594120"/>
              <a:ext cx="11160" cy="80640"/>
            </a:xfrm>
            <a:prstGeom prst="rect">
              <a:avLst/>
            </a:pr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3" name="Freeform 20"/>
            <p:cNvSpPr/>
            <p:nvPr/>
          </p:nvSpPr>
          <p:spPr>
            <a:xfrm>
              <a:off x="8001000" y="6594120"/>
              <a:ext cx="60840" cy="80640"/>
            </a:xfrm>
            <a:custGeom>
              <a:avLst/>
              <a:gdLst/>
              <a:ahLst/>
              <a:cxnLst/>
              <a:rect l="l" t="t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4" name="Freeform 21"/>
            <p:cNvSpPr/>
            <p:nvPr/>
          </p:nvSpPr>
          <p:spPr>
            <a:xfrm>
              <a:off x="8059320" y="6572160"/>
              <a:ext cx="68400" cy="102960"/>
            </a:xfrm>
            <a:custGeom>
              <a:avLst/>
              <a:gdLst/>
              <a:ahLst/>
              <a:cxnLst/>
              <a:rect l="l" t="t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5" name="Freeform 22"/>
            <p:cNvSpPr/>
            <p:nvPr/>
          </p:nvSpPr>
          <p:spPr>
            <a:xfrm>
              <a:off x="8125560" y="6594120"/>
              <a:ext cx="59760" cy="80640"/>
            </a:xfrm>
            <a:custGeom>
              <a:avLst/>
              <a:gdLst/>
              <a:ahLst/>
              <a:cxnLst/>
              <a:rect l="l" t="t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</p:grpSp>
      <p:pic>
        <p:nvPicPr>
          <p:cNvPr id="116" name="Picture 5" descr="A blue and pink triangle on a black background&#10;&#10;Description automatically generated"/>
          <p:cNvPicPr/>
          <p:nvPr/>
        </p:nvPicPr>
        <p:blipFill>
          <a:blip r:embed="rId16"/>
          <a:stretch/>
        </p:blipFill>
        <p:spPr>
          <a:xfrm>
            <a:off x="2514600" y="6095880"/>
            <a:ext cx="1505520" cy="830160"/>
          </a:xfrm>
          <a:prstGeom prst="rect">
            <a:avLst/>
          </a:prstGeom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Century Gothic"/>
              </a:rPr>
              <a:t>Click to edit the title text format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382680" y="1371600"/>
            <a:ext cx="838008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Click to edit Master text styles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64C8"/>
              </a:buClr>
              <a:buSzPct val="125000"/>
              <a:buFont typeface="StarSymbol"/>
              <a:buChar char="-"/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Second level</a:t>
            </a: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r>
              <a:rPr lang="en-US" sz="1600" b="0" strike="noStrike" spc="-1">
                <a:solidFill>
                  <a:srgbClr val="000000"/>
                </a:solidFill>
                <a:latin typeface="Century Gothic"/>
              </a:rPr>
              <a:t>Third level</a:t>
            </a:r>
          </a:p>
          <a:p>
            <a:pPr marL="1600200" lvl="3" indent="-2286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0064C8"/>
              </a:buClr>
              <a:buSzPct val="125000"/>
              <a:buFont typeface="Calibri"/>
              <a:buChar char="-"/>
            </a:pPr>
            <a:r>
              <a:rPr lang="en-US" sz="1200" b="0" strike="noStrike" spc="-1">
                <a:solidFill>
                  <a:srgbClr val="000000"/>
                </a:solidFill>
                <a:latin typeface="Century Gothic"/>
              </a:rPr>
              <a:t>Fourth level</a:t>
            </a:r>
          </a:p>
          <a:p>
            <a:pPr marL="18288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entury Gothic"/>
              </a:rPr>
              <a:t>Fifth level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F6156E8F-3799-4EE2-B4AD-B038F32766C1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777960" y="2666880"/>
            <a:ext cx="7772400" cy="993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200" b="0" strike="noStrike" spc="-1" dirty="0">
                <a:solidFill>
                  <a:srgbClr val="0064C8"/>
                </a:solidFill>
                <a:latin typeface="Century Gothic"/>
                <a:ea typeface="Calibri"/>
              </a:rPr>
              <a:t>AI Agent for Chemical Explainability</a:t>
            </a:r>
            <a:endParaRPr lang="en-US" sz="320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ubTitle"/>
          </p:nvPr>
        </p:nvSpPr>
        <p:spPr>
          <a:xfrm>
            <a:off x="686520" y="4361040"/>
            <a:ext cx="7997400" cy="1775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entury Gothic"/>
              </a:rPr>
              <a:t>Department of Life Science Informatics, B-IT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entury Gothic"/>
              </a:rPr>
              <a:t>Lamarr Institute for Machine Learning and Artificial Intelligence                   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entury Gothic"/>
              </a:rPr>
              <a:t>LIMES Institute Program Unit Medicinal Chemistry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entury Gothic"/>
              </a:rPr>
              <a:t>Rheinische Friedrich-Wilhelms-Universität Bonn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endParaRPr lang="en-GB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67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Project description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2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870990D0-7AC5-46BA-6FC4-274F8E0A3ABE}"/>
              </a:ext>
            </a:extLst>
          </p:cNvPr>
          <p:cNvSpPr txBox="1">
            <a:spLocks/>
          </p:cNvSpPr>
          <p:nvPr/>
        </p:nvSpPr>
        <p:spPr>
          <a:xfrm>
            <a:off x="380880" y="1375729"/>
            <a:ext cx="8380080" cy="713065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r>
              <a:rPr lang="en-US" sz="2000" spc="-1" dirty="0">
                <a:solidFill>
                  <a:srgbClr val="0064C8"/>
                </a:solidFill>
                <a:latin typeface="Century Gothic"/>
              </a:rPr>
              <a:t>Aim: </a:t>
            </a: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Design an agentic AI framework for interpretable AI applied to QSAR tasks  </a:t>
            </a: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25295A-47E6-DB8C-78FD-5ACC25A8B4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2106" y="2982097"/>
            <a:ext cx="7159787" cy="307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3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Project goals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3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870990D0-7AC5-46BA-6FC4-274F8E0A3ABE}"/>
              </a:ext>
            </a:extLst>
          </p:cNvPr>
          <p:cNvSpPr txBox="1">
            <a:spLocks/>
          </p:cNvSpPr>
          <p:nvPr/>
        </p:nvSpPr>
        <p:spPr>
          <a:xfrm>
            <a:off x="380880" y="1375729"/>
            <a:ext cx="8380080" cy="1836598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r>
              <a:rPr lang="en-US" sz="2000" spc="-1" dirty="0">
                <a:solidFill>
                  <a:srgbClr val="0064C8"/>
                </a:solidFill>
                <a:latin typeface="Century Gothic"/>
              </a:rPr>
              <a:t>Goal: </a:t>
            </a: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Showcase the utility of Agentic AI combined with XAI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1800" spc="-1" dirty="0">
                <a:solidFill>
                  <a:srgbClr val="000000"/>
                </a:solidFill>
                <a:latin typeface="Century Gothic"/>
              </a:rPr>
              <a:t>Provide access to interpretable AI for non-coding chemists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1800" spc="-1" dirty="0">
                <a:solidFill>
                  <a:srgbClr val="000000"/>
                </a:solidFill>
                <a:latin typeface="Century Gothic"/>
              </a:rPr>
              <a:t>Highlight where using agentic AI can be an advantage over running analysis manually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172708-06AB-AE7A-4BC0-05B1328EE7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2106" y="2982097"/>
            <a:ext cx="7159787" cy="307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10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Project setup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4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870990D0-7AC5-46BA-6FC4-274F8E0A3ABE}"/>
              </a:ext>
            </a:extLst>
          </p:cNvPr>
          <p:cNvSpPr txBox="1">
            <a:spLocks/>
          </p:cNvSpPr>
          <p:nvPr/>
        </p:nvSpPr>
        <p:spPr>
          <a:xfrm>
            <a:off x="380879" y="1355697"/>
            <a:ext cx="5248644" cy="4643307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Framework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LM Studio + Open Source LLM  (</a:t>
            </a:r>
            <a:r>
              <a:rPr lang="en-US" sz="1600" b="1" spc="-1" dirty="0" err="1">
                <a:solidFill>
                  <a:srgbClr val="000000"/>
                </a:solidFill>
                <a:latin typeface="Century Gothic"/>
              </a:rPr>
              <a:t>Qwen</a:t>
            </a:r>
            <a:r>
              <a:rPr lang="en-US" sz="1600" b="1" spc="-1" dirty="0">
                <a:solidFill>
                  <a:srgbClr val="000000"/>
                </a:solidFill>
                <a:latin typeface="Century Gothic"/>
              </a:rPr>
              <a:t> 3.6</a:t>
            </a: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ML models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Traditional ML – RF, BRF, SVM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Deep learning – DNN, GNN (GCN, GAT etc.)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Datasets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Binary bioactivity classification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Multiclass selectivity prediction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Splitting strategies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Random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Scaffold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r>
              <a:rPr lang="en-US" sz="2000" spc="-1" dirty="0" err="1">
                <a:solidFill>
                  <a:srgbClr val="000000"/>
                </a:solidFill>
                <a:latin typeface="Century Gothic"/>
              </a:rPr>
              <a:t>Explainability</a:t>
            </a: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 methods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SHAP (</a:t>
            </a:r>
            <a:r>
              <a:rPr lang="en-US" sz="1600" spc="-1" dirty="0" err="1">
                <a:solidFill>
                  <a:srgbClr val="000000"/>
                </a:solidFill>
                <a:latin typeface="Century Gothic"/>
              </a:rPr>
              <a:t>EdgeSHAPer</a:t>
            </a: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)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1600" spc="-1" dirty="0" err="1">
                <a:solidFill>
                  <a:srgbClr val="000000"/>
                </a:solidFill>
                <a:latin typeface="Century Gothic"/>
              </a:rPr>
              <a:t>MolAnchor</a:t>
            </a: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Contrastive (Counterfactuals, </a:t>
            </a:r>
            <a:r>
              <a:rPr lang="en-US" sz="1600" spc="-1" dirty="0" err="1">
                <a:solidFill>
                  <a:srgbClr val="000000"/>
                </a:solidFill>
                <a:latin typeface="Century Gothic"/>
              </a:rPr>
              <a:t>MolCE</a:t>
            </a: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20120A-93C6-EC45-A145-4081B130C30E}"/>
              </a:ext>
            </a:extLst>
          </p:cNvPr>
          <p:cNvSpPr/>
          <p:nvPr/>
        </p:nvSpPr>
        <p:spPr>
          <a:xfrm>
            <a:off x="6394432" y="2383926"/>
            <a:ext cx="1774658" cy="2310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Customer review with solid fill">
            <a:extLst>
              <a:ext uri="{FF2B5EF4-FFF2-40B4-BE49-F238E27FC236}">
                <a16:creationId xmlns:a16="http://schemas.microsoft.com/office/drawing/2014/main" id="{EDEA14B7-C0BC-9848-C63F-327BCC90C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3967" y="3573203"/>
            <a:ext cx="965534" cy="9655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C186C5-E5F9-A5FB-266D-877A0F314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822" y="2480129"/>
            <a:ext cx="1525117" cy="996871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800D65FB-8069-2F90-2859-B2A57A9BB2C4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969565" y="1868557"/>
            <a:ext cx="1424867" cy="167040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478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Prompt 1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9FA20452-FA65-AFDC-8768-AEF2985C28BC}"/>
              </a:ext>
            </a:extLst>
          </p:cNvPr>
          <p:cNvSpPr txBox="1">
            <a:spLocks/>
          </p:cNvSpPr>
          <p:nvPr/>
        </p:nvSpPr>
        <p:spPr>
          <a:xfrm>
            <a:off x="380880" y="1375729"/>
            <a:ext cx="8380080" cy="1836598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r>
              <a:rPr lang="en-US" sz="2000" spc="-1" dirty="0">
                <a:solidFill>
                  <a:srgbClr val="0064C8"/>
                </a:solidFill>
                <a:latin typeface="Century Gothic"/>
              </a:rPr>
              <a:t>Goal: </a:t>
            </a: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Showcase that the AI agent is able to use tools correctly to reproduce known results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Can the agent derive verifiable, correct chemical insight from model explanations?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218E8154-7E95-D4BE-E8AA-D3B029A12B17}"/>
              </a:ext>
            </a:extLst>
          </p:cNvPr>
          <p:cNvSpPr/>
          <p:nvPr/>
        </p:nvSpPr>
        <p:spPr>
          <a:xfrm>
            <a:off x="2604811" y="3764035"/>
            <a:ext cx="5807670" cy="1382845"/>
          </a:xfrm>
          <a:prstGeom prst="wedgeRoundRectCallout">
            <a:avLst>
              <a:gd name="adj1" fmla="val -55184"/>
              <a:gd name="adj2" fmla="val 2862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/>
              <a:t>You are running a reproducibility study for compound selectivity prediction. The goal is to train a Balanced Random Forest Classifier to distinguish PI3K-delta (</a:t>
            </a:r>
            <a:r>
              <a:rPr lang="en-US" sz="1200" dirty="0" err="1"/>
              <a:t>UniProt</a:t>
            </a:r>
            <a:r>
              <a:rPr lang="en-US" sz="1200" dirty="0"/>
              <a:t> O00329) vs PI3K-gamma (</a:t>
            </a:r>
            <a:r>
              <a:rPr lang="en-US" sz="1200" dirty="0" err="1"/>
              <a:t>UniProt</a:t>
            </a:r>
            <a:r>
              <a:rPr lang="en-US" sz="1200" dirty="0"/>
              <a:t> P48736) selective compounds, evaluate its performance, and identify recurrent molecular anchor fragments that drive the model's correct predictions for each selective class (class 1 &amp; 2) and discuss the chemical insight gained.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88479A3-3923-48AE-F836-EB227D56F8F3}"/>
              </a:ext>
            </a:extLst>
          </p:cNvPr>
          <p:cNvGrpSpPr/>
          <p:nvPr/>
        </p:nvGrpSpPr>
        <p:grpSpPr>
          <a:xfrm>
            <a:off x="481031" y="3667833"/>
            <a:ext cx="1774658" cy="2310063"/>
            <a:chOff x="990492" y="2511372"/>
            <a:chExt cx="1774658" cy="23100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142D64-B397-2830-786D-0D3574B657AC}"/>
                </a:ext>
              </a:extLst>
            </p:cNvPr>
            <p:cNvSpPr/>
            <p:nvPr/>
          </p:nvSpPr>
          <p:spPr>
            <a:xfrm>
              <a:off x="990492" y="2511372"/>
              <a:ext cx="1774658" cy="23100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 descr="Customer review with solid fill">
              <a:extLst>
                <a:ext uri="{FF2B5EF4-FFF2-40B4-BE49-F238E27FC236}">
                  <a16:creationId xmlns:a16="http://schemas.microsoft.com/office/drawing/2014/main" id="{64E33793-8C2A-2656-B0ED-A696739E7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0027" y="3700649"/>
              <a:ext cx="965534" cy="96553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B081600-3BCF-355C-CB19-D7A38C986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6882" y="2607575"/>
              <a:ext cx="1525117" cy="9968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1643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Prompt 1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5" name="Picture 4" descr="A diagram of a molecule&#10;&#10;AI-generated content may be incorrect.">
            <a:extLst>
              <a:ext uri="{FF2B5EF4-FFF2-40B4-BE49-F238E27FC236}">
                <a16:creationId xmlns:a16="http://schemas.microsoft.com/office/drawing/2014/main" id="{5D579DF9-477D-8242-B734-6B7D32EB2F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44" y="2615980"/>
            <a:ext cx="8794752" cy="3266504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D7B2428B-EA79-8914-0F18-377276EFBD21}"/>
              </a:ext>
            </a:extLst>
          </p:cNvPr>
          <p:cNvSpPr txBox="1">
            <a:spLocks/>
          </p:cNvSpPr>
          <p:nvPr/>
        </p:nvSpPr>
        <p:spPr>
          <a:xfrm>
            <a:off x="380880" y="1375729"/>
            <a:ext cx="8380080" cy="1836598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</a:pPr>
            <a:r>
              <a:rPr lang="en-US" sz="2000" spc="-1" dirty="0">
                <a:latin typeface="Century Gothic"/>
              </a:rPr>
              <a:t>Anchors of the original paper were reproduced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</a:pPr>
            <a:r>
              <a:rPr lang="en-US" sz="2000" spc="-1" dirty="0">
                <a:latin typeface="Century Gothic"/>
              </a:rPr>
              <a:t>Chemical nomenclature is correct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5647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Prompt 1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79DF9-477D-8242-B734-6B7D32EB2F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668" y="2569288"/>
            <a:ext cx="8654504" cy="3425996"/>
          </a:xfrm>
          <a:prstGeom prst="rect">
            <a:avLst/>
          </a:prstGeom>
        </p:spPr>
      </p:pic>
      <p:sp>
        <p:nvSpPr>
          <p:cNvPr id="2" name="PlaceHolder 2">
            <a:extLst>
              <a:ext uri="{FF2B5EF4-FFF2-40B4-BE49-F238E27FC236}">
                <a16:creationId xmlns:a16="http://schemas.microsoft.com/office/drawing/2014/main" id="{FE3717CC-511B-C320-EE65-AEB70D6AF7E1}"/>
              </a:ext>
            </a:extLst>
          </p:cNvPr>
          <p:cNvSpPr txBox="1">
            <a:spLocks/>
          </p:cNvSpPr>
          <p:nvPr/>
        </p:nvSpPr>
        <p:spPr>
          <a:xfrm>
            <a:off x="380880" y="1375729"/>
            <a:ext cx="8380080" cy="1836598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</a:pPr>
            <a:r>
              <a:rPr lang="en-US" sz="2000" spc="-1" dirty="0">
                <a:latin typeface="Century Gothic"/>
              </a:rPr>
              <a:t>Hinge-region binding, hydrogen-bond networks and allosteric pockets are rightfully mentioned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endParaRPr lang="en-US" sz="2000" spc="-1" dirty="0">
              <a:latin typeface="Century Gothic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62316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Prompt 2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9FA20452-FA65-AFDC-8768-AEF2985C28BC}"/>
              </a:ext>
            </a:extLst>
          </p:cNvPr>
          <p:cNvSpPr txBox="1">
            <a:spLocks/>
          </p:cNvSpPr>
          <p:nvPr/>
        </p:nvSpPr>
        <p:spPr>
          <a:xfrm>
            <a:off x="380880" y="1375729"/>
            <a:ext cx="8380080" cy="1836598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r>
              <a:rPr lang="en-US" sz="2000" spc="-1" dirty="0">
                <a:solidFill>
                  <a:srgbClr val="0064C8"/>
                </a:solidFill>
                <a:latin typeface="Century Gothic"/>
              </a:rPr>
              <a:t>Goal: </a:t>
            </a: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Demonstrate the ability of the agent to provide chemically intuitive explanations for model predictions 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Can the agent correctly interpret and compare explanations derived from different XAI methods?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218E8154-7E95-D4BE-E8AA-D3B029A12B17}"/>
              </a:ext>
            </a:extLst>
          </p:cNvPr>
          <p:cNvSpPr/>
          <p:nvPr/>
        </p:nvSpPr>
        <p:spPr>
          <a:xfrm>
            <a:off x="2604811" y="3708378"/>
            <a:ext cx="5799718" cy="1634901"/>
          </a:xfrm>
          <a:prstGeom prst="wedgeRoundRectCallout">
            <a:avLst>
              <a:gd name="adj1" fmla="val -55595"/>
              <a:gd name="adj2" fmla="val 2375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/>
              <a:t>You are running an explainability benchmarking study for compound bioactivity prediction. The goal is to train a Deep Neural Network to distinguish compounds active against the D(2) dopamine receptor (</a:t>
            </a:r>
            <a:r>
              <a:rPr lang="en-US" sz="1200" dirty="0" err="1"/>
              <a:t>UniProt</a:t>
            </a:r>
            <a:r>
              <a:rPr lang="en-US" sz="1200" dirty="0"/>
              <a:t> P14416) from inactive compounds, evaluate its performance, and then directly compare two pairs of explainability methods on the same on the same correctly predicted active compound:  </a:t>
            </a:r>
            <a:r>
              <a:rPr lang="en-US" sz="1200" dirty="0" err="1"/>
              <a:t>Molanchor</a:t>
            </a:r>
            <a:r>
              <a:rPr lang="en-US" sz="1200" dirty="0"/>
              <a:t> vs SHAP and </a:t>
            </a:r>
            <a:r>
              <a:rPr lang="en-US" sz="1200" dirty="0" err="1"/>
              <a:t>MolCE</a:t>
            </a:r>
            <a:r>
              <a:rPr lang="en-US" sz="1200" dirty="0"/>
              <a:t> vs Counterfactuals. Summarize where the methods agree on the structural determinants of the predictions and where they disagree.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88479A3-3923-48AE-F836-EB227D56F8F3}"/>
              </a:ext>
            </a:extLst>
          </p:cNvPr>
          <p:cNvGrpSpPr/>
          <p:nvPr/>
        </p:nvGrpSpPr>
        <p:grpSpPr>
          <a:xfrm>
            <a:off x="481031" y="3667833"/>
            <a:ext cx="1774658" cy="2310063"/>
            <a:chOff x="990492" y="2511372"/>
            <a:chExt cx="1774658" cy="23100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142D64-B397-2830-786D-0D3574B657AC}"/>
                </a:ext>
              </a:extLst>
            </p:cNvPr>
            <p:cNvSpPr/>
            <p:nvPr/>
          </p:nvSpPr>
          <p:spPr>
            <a:xfrm>
              <a:off x="990492" y="2511372"/>
              <a:ext cx="1774658" cy="23100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 descr="Customer review with solid fill">
              <a:extLst>
                <a:ext uri="{FF2B5EF4-FFF2-40B4-BE49-F238E27FC236}">
                  <a16:creationId xmlns:a16="http://schemas.microsoft.com/office/drawing/2014/main" id="{64E33793-8C2A-2656-B0ED-A696739E7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0027" y="3700649"/>
              <a:ext cx="965534" cy="96553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B081600-3BCF-355C-CB19-D7A38C986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6882" y="2607575"/>
              <a:ext cx="1525117" cy="9968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093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Prompt 2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A65B80-1110-F1AF-A893-8B82ECA10662}"/>
              </a:ext>
            </a:extLst>
          </p:cNvPr>
          <p:cNvGrpSpPr>
            <a:grpSpLocks noChangeAspect="1"/>
          </p:cNvGrpSpPr>
          <p:nvPr/>
        </p:nvGrpSpPr>
        <p:grpSpPr>
          <a:xfrm>
            <a:off x="380879" y="1186718"/>
            <a:ext cx="8171609" cy="4610073"/>
            <a:chOff x="232995" y="406630"/>
            <a:chExt cx="10956807" cy="618136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803C720-5E38-494F-5EED-73C1A8624CA2}"/>
                </a:ext>
              </a:extLst>
            </p:cNvPr>
            <p:cNvSpPr txBox="1"/>
            <p:nvPr/>
          </p:nvSpPr>
          <p:spPr>
            <a:xfrm>
              <a:off x="232995" y="4144987"/>
              <a:ext cx="4168792" cy="24430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400" b="1" dirty="0"/>
                <a:t>Comparing XAI methods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en-US" sz="1200" b="1" dirty="0"/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800" b="1" dirty="0"/>
                <a:t>Agreement: </a:t>
              </a:r>
              <a:r>
                <a:rPr lang="en-US" sz="800" dirty="0"/>
                <a:t>Both methods converge on the morpholine-like ring as the critical pharmacophore. </a:t>
              </a:r>
              <a:r>
                <a:rPr lang="en-US" sz="800" dirty="0" err="1"/>
                <a:t>MolAnchor</a:t>
              </a:r>
              <a:r>
                <a:rPr lang="en-US" sz="800" dirty="0"/>
                <a:t> identifies the ring as a cohesive unit, while SHAP confirms that the atoms comprising this ring are indeed the most influential.</a:t>
              </a:r>
            </a:p>
            <a:p>
              <a:pPr algn="just"/>
              <a:endParaRPr lang="en-US" sz="800" dirty="0"/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800" b="1" dirty="0"/>
                <a:t>Disagreement: </a:t>
              </a:r>
              <a:r>
                <a:rPr lang="en-US" sz="800" dirty="0" err="1"/>
                <a:t>MolAnchor</a:t>
              </a:r>
              <a:r>
                <a:rPr lang="en-US" sz="800" dirty="0"/>
                <a:t> focuses strictly on the highest-precision fragment, potentially downplaying the contribution of the aromatic substituents (benzyl/thiophene) that SHAP would assign non-zero values to. </a:t>
              </a:r>
              <a:r>
                <a:rPr lang="en-US" sz="800" dirty="0" err="1"/>
                <a:t>MolAnchor</a:t>
              </a:r>
              <a:r>
                <a:rPr lang="en-US" sz="800" dirty="0"/>
                <a:t> is more "binary" (is this fragment present?), while SHAP is more "continuous" (how much does each atom contribute?).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8A01790-818B-0A8F-30E5-1112281C9B36}"/>
                </a:ext>
              </a:extLst>
            </p:cNvPr>
            <p:cNvGrpSpPr/>
            <p:nvPr/>
          </p:nvGrpSpPr>
          <p:grpSpPr>
            <a:xfrm>
              <a:off x="232995" y="835775"/>
              <a:ext cx="1774658" cy="2310063"/>
              <a:chOff x="990492" y="2511372"/>
              <a:chExt cx="1774658" cy="231006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9C55CA4-9FFE-F8C7-14D1-7771639D14E4}"/>
                  </a:ext>
                </a:extLst>
              </p:cNvPr>
              <p:cNvSpPr/>
              <p:nvPr/>
            </p:nvSpPr>
            <p:spPr>
              <a:xfrm>
                <a:off x="990492" y="2511372"/>
                <a:ext cx="1774658" cy="231006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" name="Graphic 4" descr="Customer review with solid fill">
                <a:extLst>
                  <a:ext uri="{FF2B5EF4-FFF2-40B4-BE49-F238E27FC236}">
                    <a16:creationId xmlns:a16="http://schemas.microsoft.com/office/drawing/2014/main" id="{BC3098E3-543E-39F7-8A4E-3EA3BD9DA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00027" y="3700649"/>
                <a:ext cx="965534" cy="965534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6C08A7B-D7B2-8D7E-7551-DA70599DD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6882" y="2607575"/>
                <a:ext cx="1525117" cy="996871"/>
              </a:xfrm>
              <a:prstGeom prst="rect">
                <a:avLst/>
              </a:prstGeom>
            </p:spPr>
          </p:pic>
        </p:grp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97128B13-4612-273D-93A3-BB4FE0ECD72E}"/>
                </a:ext>
              </a:extLst>
            </p:cNvPr>
            <p:cNvSpPr/>
            <p:nvPr/>
          </p:nvSpPr>
          <p:spPr>
            <a:xfrm>
              <a:off x="2327498" y="1803354"/>
              <a:ext cx="666746" cy="3749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A4F87D-A515-0617-5B19-E065DFAAA219}"/>
                </a:ext>
              </a:extLst>
            </p:cNvPr>
            <p:cNvSpPr txBox="1"/>
            <p:nvPr/>
          </p:nvSpPr>
          <p:spPr>
            <a:xfrm>
              <a:off x="4038832" y="406630"/>
              <a:ext cx="2444839" cy="438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/>
                <a:t>MolAnchor</a:t>
              </a:r>
              <a:endParaRPr lang="de-DE" sz="16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5E5C40-61E5-79E5-C05A-CA9180634650}"/>
                </a:ext>
              </a:extLst>
            </p:cNvPr>
            <p:cNvSpPr txBox="1"/>
            <p:nvPr/>
          </p:nvSpPr>
          <p:spPr>
            <a:xfrm>
              <a:off x="8311383" y="406630"/>
              <a:ext cx="2444839" cy="438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SHAP</a:t>
              </a:r>
              <a:endParaRPr lang="de-DE" sz="1600" b="1" dirty="0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A3301E51-4E33-A5C6-58D1-99F3B3249BC8}"/>
                </a:ext>
              </a:extLst>
            </p:cNvPr>
            <p:cNvSpPr/>
            <p:nvPr/>
          </p:nvSpPr>
          <p:spPr>
            <a:xfrm rot="5400000">
              <a:off x="786951" y="3558887"/>
              <a:ext cx="666746" cy="3749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0F85673-9AEE-ADD3-DCC6-1FAEC5F6565D}"/>
                </a:ext>
              </a:extLst>
            </p:cNvPr>
            <p:cNvGrpSpPr/>
            <p:nvPr/>
          </p:nvGrpSpPr>
          <p:grpSpPr>
            <a:xfrm>
              <a:off x="4841173" y="4522527"/>
              <a:ext cx="6165816" cy="573974"/>
              <a:chOff x="4841173" y="4193969"/>
              <a:chExt cx="6165816" cy="573974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7F471AB-B13A-E0F6-8895-3D2EF3A9C1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1173" y="4480956"/>
                <a:ext cx="180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2C02012-CF9D-7AF4-DB5E-4F719C94B012}"/>
                  </a:ext>
                </a:extLst>
              </p:cNvPr>
              <p:cNvSpPr/>
              <p:nvPr/>
            </p:nvSpPr>
            <p:spPr>
              <a:xfrm>
                <a:off x="7278137" y="4193969"/>
                <a:ext cx="3728852" cy="57397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Morpholine-like ring as the critical pharmacophore </a:t>
                </a:r>
                <a:endParaRPr lang="de-DE" sz="11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413F157-B8CA-D703-62EE-D4B833AB7125}"/>
                </a:ext>
              </a:extLst>
            </p:cNvPr>
            <p:cNvGrpSpPr/>
            <p:nvPr/>
          </p:nvGrpSpPr>
          <p:grpSpPr>
            <a:xfrm>
              <a:off x="4841173" y="5396256"/>
              <a:ext cx="6165816" cy="1111401"/>
              <a:chOff x="4841173" y="5067698"/>
              <a:chExt cx="6165816" cy="1111401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E191783D-2D08-3AAC-2FF0-E2EC291F53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1173" y="5623398"/>
                <a:ext cx="180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92DA2FC-B611-0481-11FA-589AFCCD6635}"/>
                  </a:ext>
                </a:extLst>
              </p:cNvPr>
              <p:cNvSpPr/>
              <p:nvPr/>
            </p:nvSpPr>
            <p:spPr>
              <a:xfrm>
                <a:off x="7278137" y="5067698"/>
                <a:ext cx="3728852" cy="1111401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 err="1">
                    <a:solidFill>
                      <a:schemeClr val="tx1"/>
                    </a:solidFill>
                  </a:rPr>
                  <a:t>MolAnchor</a:t>
                </a:r>
                <a:r>
                  <a:rPr lang="en-US" sz="11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1100" dirty="0">
                    <a:solidFill>
                      <a:schemeClr val="tx1"/>
                    </a:solidFill>
                  </a:rPr>
                  <a:t>- focus on the highest-precision fragment</a:t>
                </a:r>
              </a:p>
              <a:p>
                <a:endParaRPr lang="en-US" sz="1100" dirty="0">
                  <a:solidFill>
                    <a:schemeClr val="tx1"/>
                  </a:solidFill>
                </a:endParaRPr>
              </a:p>
              <a:p>
                <a:r>
                  <a:rPr lang="en-US" sz="1100" b="1" dirty="0">
                    <a:solidFill>
                      <a:schemeClr val="tx1"/>
                    </a:solidFill>
                  </a:rPr>
                  <a:t>SHAP</a:t>
                </a:r>
                <a:r>
                  <a:rPr lang="en-US" sz="1100" dirty="0">
                    <a:solidFill>
                      <a:schemeClr val="tx1"/>
                    </a:solidFill>
                  </a:rPr>
                  <a:t> – focus on atom contribution</a:t>
                </a:r>
                <a:endParaRPr lang="de-DE" sz="11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8" name="Picture 17" descr="A molecule of a chemical structure&#10;&#10;AI-generated content may be incorrect.">
              <a:extLst>
                <a:ext uri="{FF2B5EF4-FFF2-40B4-BE49-F238E27FC236}">
                  <a16:creationId xmlns:a16="http://schemas.microsoft.com/office/drawing/2014/main" id="{B00FBE90-B9A0-71D7-78B9-0470979D3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01" t="21936" r="4499" b="21811"/>
            <a:stretch/>
          </p:blipFill>
          <p:spPr>
            <a:xfrm>
              <a:off x="3605250" y="1065529"/>
              <a:ext cx="3312000" cy="2038388"/>
            </a:xfrm>
            <a:prstGeom prst="rect">
              <a:avLst/>
            </a:prstGeom>
          </p:spPr>
        </p:pic>
        <p:pic>
          <p:nvPicPr>
            <p:cNvPr id="19" name="Picture 18" descr="A structure of a chemical formula&#10;&#10;AI-generated content may be incorrect.">
              <a:extLst>
                <a:ext uri="{FF2B5EF4-FFF2-40B4-BE49-F238E27FC236}">
                  <a16:creationId xmlns:a16="http://schemas.microsoft.com/office/drawing/2014/main" id="{8503AC68-78EB-31F3-DB36-6A64117AC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28" t="25207" r="11064" b="25192"/>
            <a:stretch/>
          </p:blipFill>
          <p:spPr>
            <a:xfrm>
              <a:off x="7877802" y="1023609"/>
              <a:ext cx="3312000" cy="2122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2856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C31E6F76-4E7C-1639-9021-CCC76ADA5882}"/>
              </a:ext>
            </a:extLst>
          </p:cNvPr>
          <p:cNvGrpSpPr>
            <a:grpSpLocks noChangeAspect="1"/>
          </p:cNvGrpSpPr>
          <p:nvPr/>
        </p:nvGrpSpPr>
        <p:grpSpPr>
          <a:xfrm>
            <a:off x="380879" y="1191667"/>
            <a:ext cx="8601794" cy="4693209"/>
            <a:chOff x="232995" y="406630"/>
            <a:chExt cx="11549227" cy="63013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F2BFB3-8FF2-554F-E79D-F8FED4C6DB14}"/>
                </a:ext>
              </a:extLst>
            </p:cNvPr>
            <p:cNvSpPr txBox="1"/>
            <p:nvPr/>
          </p:nvSpPr>
          <p:spPr>
            <a:xfrm>
              <a:off x="232995" y="4144987"/>
              <a:ext cx="4168792" cy="2562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400" b="1" dirty="0"/>
                <a:t>Comparing XAI methods</a:t>
              </a:r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endParaRPr lang="en-US" sz="1200" b="1" dirty="0"/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800" b="1" dirty="0"/>
                <a:t>Agreement: </a:t>
              </a:r>
              <a:r>
                <a:rPr lang="en-US" sz="800" dirty="0"/>
                <a:t>Both methods highlight that modifications to the R-groups attached to the morpholine ring are the most sensitive levers for changing bioactivity.</a:t>
              </a:r>
            </a:p>
            <a:p>
              <a:pPr algn="just"/>
              <a:endParaRPr lang="en-US" sz="800" b="1" dirty="0"/>
            </a:p>
            <a:p>
              <a:pPr marL="171450" indent="-171450" algn="just">
                <a:buFont typeface="Arial" panose="020B0604020202020204" pitchFamily="34" charset="0"/>
                <a:buChar char="•"/>
              </a:pPr>
              <a:r>
                <a:rPr lang="en-US" sz="800" b="1" dirty="0"/>
                <a:t>Disagreement: </a:t>
              </a:r>
              <a:r>
                <a:rPr lang="en-US" sz="800" dirty="0" err="1"/>
                <a:t>MolCE</a:t>
              </a:r>
              <a:r>
                <a:rPr lang="en-US" sz="800" dirty="0"/>
                <a:t> provides a theoretical contrastive feature (a specific R-group that is "anti-activating"). Counterfactuals provides concrete examples of inactive molecules. </a:t>
              </a:r>
              <a:r>
                <a:rPr lang="en-US" sz="800" dirty="0" err="1"/>
                <a:t>MolCE</a:t>
              </a:r>
              <a:r>
                <a:rPr lang="en-US" sz="800" dirty="0"/>
                <a:t> might suggest an R-group not present in the immediate neighborhood of the query, whereas Counterfactuals are constrained by the available library of R-groups for substitution.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51E801A-07D0-EC46-EC69-B1E3BDC4A0EE}"/>
                </a:ext>
              </a:extLst>
            </p:cNvPr>
            <p:cNvGrpSpPr/>
            <p:nvPr/>
          </p:nvGrpSpPr>
          <p:grpSpPr>
            <a:xfrm>
              <a:off x="232995" y="835775"/>
              <a:ext cx="1774658" cy="2310063"/>
              <a:chOff x="990492" y="2511372"/>
              <a:chExt cx="1774658" cy="231006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A221BB0-FFBC-E869-34CB-BC594E5B0490}"/>
                  </a:ext>
                </a:extLst>
              </p:cNvPr>
              <p:cNvSpPr/>
              <p:nvPr/>
            </p:nvSpPr>
            <p:spPr>
              <a:xfrm>
                <a:off x="990492" y="2511372"/>
                <a:ext cx="1774658" cy="231006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3" name="Graphic 22" descr="Customer review with solid fill">
                <a:extLst>
                  <a:ext uri="{FF2B5EF4-FFF2-40B4-BE49-F238E27FC236}">
                    <a16:creationId xmlns:a16="http://schemas.microsoft.com/office/drawing/2014/main" id="{0FAB87FB-66B8-682E-AC05-EA6B56D8F4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00027" y="3700649"/>
                <a:ext cx="965534" cy="965534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5AFB6878-0F86-C45A-E83E-50BAC05BCE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6882" y="2607575"/>
                <a:ext cx="1525117" cy="996871"/>
              </a:xfrm>
              <a:prstGeom prst="rect">
                <a:avLst/>
              </a:prstGeom>
            </p:spPr>
          </p:pic>
        </p:grp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8E792690-D447-952D-A5E7-853CC5FB33BB}"/>
                </a:ext>
              </a:extLst>
            </p:cNvPr>
            <p:cNvSpPr/>
            <p:nvPr/>
          </p:nvSpPr>
          <p:spPr>
            <a:xfrm>
              <a:off x="2327498" y="1803354"/>
              <a:ext cx="666746" cy="3749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472E490-A369-C15A-DECA-AE1255870DC8}"/>
                </a:ext>
              </a:extLst>
            </p:cNvPr>
            <p:cNvGrpSpPr/>
            <p:nvPr/>
          </p:nvGrpSpPr>
          <p:grpSpPr>
            <a:xfrm>
              <a:off x="3100852" y="406630"/>
              <a:ext cx="4177285" cy="3044438"/>
              <a:chOff x="2837001" y="180836"/>
              <a:chExt cx="4177285" cy="3044438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C867F122-D459-E4D8-E91E-39D4FB20E8F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837001" y="756337"/>
                <a:ext cx="2160399" cy="2468937"/>
                <a:chOff x="3436044" y="2054607"/>
                <a:chExt cx="2487556" cy="2842817"/>
              </a:xfrm>
            </p:grpSpPr>
            <p:pic>
              <p:nvPicPr>
                <p:cNvPr id="32" name="Picture 31" descr="A screenshot of a graph&#10;&#10;AI-generated content may be incorrect.">
                  <a:extLst>
                    <a:ext uri="{FF2B5EF4-FFF2-40B4-BE49-F238E27FC236}">
                      <a16:creationId xmlns:a16="http://schemas.microsoft.com/office/drawing/2014/main" id="{5A34DEF1-BD9B-CD6A-A8D2-7AFC0C5C49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035" t="24006" r="53731" b="44988"/>
                <a:stretch/>
              </p:blipFill>
              <p:spPr>
                <a:xfrm>
                  <a:off x="3436044" y="2054607"/>
                  <a:ext cx="2222549" cy="2392796"/>
                </a:xfrm>
                <a:prstGeom prst="rect">
                  <a:avLst/>
                </a:prstGeom>
              </p:spPr>
            </p:pic>
            <p:pic>
              <p:nvPicPr>
                <p:cNvPr id="33" name="Picture 32" descr="A screenshot of a graph&#10;&#10;AI-generated content may be incorrect.">
                  <a:extLst>
                    <a:ext uri="{FF2B5EF4-FFF2-40B4-BE49-F238E27FC236}">
                      <a16:creationId xmlns:a16="http://schemas.microsoft.com/office/drawing/2014/main" id="{C3C561D4-D6EB-0889-183B-97DE0B454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1170" t="17838" r="53596" b="76213"/>
                <a:stretch/>
              </p:blipFill>
              <p:spPr>
                <a:xfrm>
                  <a:off x="3701051" y="4438366"/>
                  <a:ext cx="2222549" cy="459058"/>
                </a:xfrm>
                <a:prstGeom prst="rect">
                  <a:avLst/>
                </a:prstGeom>
              </p:spPr>
            </p:pic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31D67220-A5A3-C982-ABAA-76BF27D3A61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025516" y="794440"/>
                <a:ext cx="1988770" cy="2392732"/>
                <a:chOff x="5620740" y="1990807"/>
                <a:chExt cx="2369090" cy="2850303"/>
              </a:xfrm>
            </p:grpSpPr>
            <p:pic>
              <p:nvPicPr>
                <p:cNvPr id="30" name="Picture 29" descr="A screenshot of a graph&#10;&#10;AI-generated content may be incorrect.">
                  <a:extLst>
                    <a:ext uri="{FF2B5EF4-FFF2-40B4-BE49-F238E27FC236}">
                      <a16:creationId xmlns:a16="http://schemas.microsoft.com/office/drawing/2014/main" id="{31CDC5D0-80F4-CF34-180C-1E2C518111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6362" t="23416" r="29209" b="43925"/>
                <a:stretch/>
              </p:blipFill>
              <p:spPr>
                <a:xfrm>
                  <a:off x="5620740" y="1990807"/>
                  <a:ext cx="2105025" cy="2520397"/>
                </a:xfrm>
                <a:prstGeom prst="rect">
                  <a:avLst/>
                </a:prstGeom>
              </p:spPr>
            </p:pic>
            <p:pic>
              <p:nvPicPr>
                <p:cNvPr id="31" name="Picture 30" descr="A screenshot of a graph&#10;&#10;AI-generated content may be incorrect.">
                  <a:extLst>
                    <a:ext uri="{FF2B5EF4-FFF2-40B4-BE49-F238E27FC236}">
                      <a16:creationId xmlns:a16="http://schemas.microsoft.com/office/drawing/2014/main" id="{CA091874-25E2-30DF-B764-40BAC98019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6362" t="18606" r="29209" b="76905"/>
                <a:stretch/>
              </p:blipFill>
              <p:spPr>
                <a:xfrm>
                  <a:off x="5884805" y="4494680"/>
                  <a:ext cx="2105025" cy="346430"/>
                </a:xfrm>
                <a:prstGeom prst="rect">
                  <a:avLst/>
                </a:prstGeom>
              </p:spPr>
            </p:pic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0EF08DE-650D-84D8-23E2-83CD379C9565}"/>
                  </a:ext>
                </a:extLst>
              </p:cNvPr>
              <p:cNvSpPr txBox="1"/>
              <p:nvPr/>
            </p:nvSpPr>
            <p:spPr>
              <a:xfrm>
                <a:off x="3774980" y="180836"/>
                <a:ext cx="2444839" cy="46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Counterfactuals</a:t>
                </a:r>
                <a:endParaRPr lang="de-DE" sz="16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D4F3181-F484-3C7A-63BE-FADB4F9C8C2E}"/>
                </a:ext>
              </a:extLst>
            </p:cNvPr>
            <p:cNvGrpSpPr/>
            <p:nvPr/>
          </p:nvGrpSpPr>
          <p:grpSpPr>
            <a:xfrm>
              <a:off x="7476422" y="406630"/>
              <a:ext cx="4305800" cy="2445525"/>
              <a:chOff x="7484339" y="181744"/>
              <a:chExt cx="4305800" cy="2445525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15A4BFF-0CA9-D528-2306-83671A721F9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484339" y="1329135"/>
                <a:ext cx="2052000" cy="1269160"/>
                <a:chOff x="7955797" y="1713756"/>
                <a:chExt cx="2885092" cy="1784427"/>
              </a:xfrm>
            </p:grpSpPr>
            <p:pic>
              <p:nvPicPr>
                <p:cNvPr id="40" name="Picture 39" descr="A black and red chemical structure&#10;&#10;AI-generated content may be incorrect.">
                  <a:extLst>
                    <a:ext uri="{FF2B5EF4-FFF2-40B4-BE49-F238E27FC236}">
                      <a16:creationId xmlns:a16="http://schemas.microsoft.com/office/drawing/2014/main" id="{13934202-8C49-5877-EAF5-D53028B566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131" t="13384" r="50592" b="35527"/>
                <a:stretch/>
              </p:blipFill>
              <p:spPr>
                <a:xfrm>
                  <a:off x="7955797" y="1713756"/>
                  <a:ext cx="2885092" cy="1385205"/>
                </a:xfrm>
                <a:prstGeom prst="rect">
                  <a:avLst/>
                </a:prstGeom>
              </p:spPr>
            </p:pic>
            <p:pic>
              <p:nvPicPr>
                <p:cNvPr id="41" name="Picture 40" descr="A black and red chemical structure&#10;&#10;AI-generated content may be incorrect.">
                  <a:extLst>
                    <a:ext uri="{FF2B5EF4-FFF2-40B4-BE49-F238E27FC236}">
                      <a16:creationId xmlns:a16="http://schemas.microsoft.com/office/drawing/2014/main" id="{14AFA39F-495B-AE1F-EE0F-FC1A7BA10F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138" t="87643" r="59329" b="4628"/>
                <a:stretch/>
              </p:blipFill>
              <p:spPr>
                <a:xfrm>
                  <a:off x="8883993" y="3231955"/>
                  <a:ext cx="1028700" cy="266228"/>
                </a:xfrm>
                <a:prstGeom prst="rect">
                  <a:avLst/>
                </a:prstGeom>
              </p:spPr>
            </p:pic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0F329E8-016F-7B2E-D6E4-F9F4E0BE7A3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738139" y="1397550"/>
                <a:ext cx="2052000" cy="1229719"/>
                <a:chOff x="7951035" y="3350221"/>
                <a:chExt cx="2894617" cy="1734681"/>
              </a:xfrm>
            </p:grpSpPr>
            <p:pic>
              <p:nvPicPr>
                <p:cNvPr id="38" name="Picture 37" descr="A black and red chemical structure&#10;&#10;AI-generated content may be incorrect.">
                  <a:extLst>
                    <a:ext uri="{FF2B5EF4-FFF2-40B4-BE49-F238E27FC236}">
                      <a16:creationId xmlns:a16="http://schemas.microsoft.com/office/drawing/2014/main" id="{48ACB3B0-1845-ABC3-5228-376A5949FA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184" t="14586" r="25463" b="34325"/>
                <a:stretch/>
              </p:blipFill>
              <p:spPr>
                <a:xfrm>
                  <a:off x="7951035" y="3350221"/>
                  <a:ext cx="2894617" cy="1385206"/>
                </a:xfrm>
                <a:prstGeom prst="rect">
                  <a:avLst/>
                </a:prstGeom>
              </p:spPr>
            </p:pic>
            <p:pic>
              <p:nvPicPr>
                <p:cNvPr id="39" name="Picture 38" descr="A black and red chemical structure&#10;&#10;AI-generated content may be incorrect.">
                  <a:extLst>
                    <a:ext uri="{FF2B5EF4-FFF2-40B4-BE49-F238E27FC236}">
                      <a16:creationId xmlns:a16="http://schemas.microsoft.com/office/drawing/2014/main" id="{5D7062A3-FA42-FF24-FF7D-4729F61DD8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9497" t="85098" r="34125" b="3309"/>
                <a:stretch/>
              </p:blipFill>
              <p:spPr>
                <a:xfrm>
                  <a:off x="8926807" y="4709945"/>
                  <a:ext cx="943073" cy="374957"/>
                </a:xfrm>
                <a:prstGeom prst="rect">
                  <a:avLst/>
                </a:prstGeom>
              </p:spPr>
            </p:pic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9B538AC-1716-FEE9-9303-C64FEB3A2571}"/>
                  </a:ext>
                </a:extLst>
              </p:cNvPr>
              <p:cNvSpPr txBox="1"/>
              <p:nvPr/>
            </p:nvSpPr>
            <p:spPr>
              <a:xfrm>
                <a:off x="8319300" y="181744"/>
                <a:ext cx="2444839" cy="46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err="1"/>
                  <a:t>MolCE</a:t>
                </a:r>
                <a:endParaRPr lang="de-DE" sz="1600" b="1" dirty="0"/>
              </a:p>
            </p:txBody>
          </p:sp>
        </p:grp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666A450C-D0FA-4FC2-D779-9D8A47EBECE0}"/>
                </a:ext>
              </a:extLst>
            </p:cNvPr>
            <p:cNvSpPr/>
            <p:nvPr/>
          </p:nvSpPr>
          <p:spPr>
            <a:xfrm rot="5400000">
              <a:off x="786951" y="3558887"/>
              <a:ext cx="666746" cy="3749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82C89B3-047B-9A9D-4CE0-2F5ECB7C024A}"/>
                </a:ext>
              </a:extLst>
            </p:cNvPr>
            <p:cNvGrpSpPr/>
            <p:nvPr/>
          </p:nvGrpSpPr>
          <p:grpSpPr>
            <a:xfrm>
              <a:off x="4841173" y="4522527"/>
              <a:ext cx="6165816" cy="573974"/>
              <a:chOff x="4841173" y="4193969"/>
              <a:chExt cx="6165816" cy="573974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7CA5671C-1E1D-11B4-C48F-3C328C72BA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1173" y="4480956"/>
                <a:ext cx="180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092CB276-0083-7B65-2724-8B06427E812A}"/>
                  </a:ext>
                </a:extLst>
              </p:cNvPr>
              <p:cNvSpPr/>
              <p:nvPr/>
            </p:nvSpPr>
            <p:spPr>
              <a:xfrm>
                <a:off x="7278137" y="4193969"/>
                <a:ext cx="3728852" cy="57397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</a:rPr>
                  <a:t>R-groups attached to the morpholine ring </a:t>
                </a:r>
                <a:endParaRPr lang="de-DE" sz="11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D48E29D-F3CB-93DF-7120-8F34C9F5EB3C}"/>
                </a:ext>
              </a:extLst>
            </p:cNvPr>
            <p:cNvGrpSpPr/>
            <p:nvPr/>
          </p:nvGrpSpPr>
          <p:grpSpPr>
            <a:xfrm>
              <a:off x="4841173" y="5396256"/>
              <a:ext cx="6165816" cy="1111401"/>
              <a:chOff x="4841173" y="5067698"/>
              <a:chExt cx="6165816" cy="1111401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FB8D1494-CCA9-D25B-F957-26E4BF3049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1173" y="5623398"/>
                <a:ext cx="180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89DB2597-89D3-3163-87C9-9AC4C1B4C236}"/>
                  </a:ext>
                </a:extLst>
              </p:cNvPr>
              <p:cNvSpPr/>
              <p:nvPr/>
            </p:nvSpPr>
            <p:spPr>
              <a:xfrm>
                <a:off x="7278137" y="5067698"/>
                <a:ext cx="3728852" cy="1111401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400" dirty="0">
                  <a:solidFill>
                    <a:schemeClr val="tx1"/>
                  </a:solidFill>
                </a:endParaRPr>
              </a:p>
              <a:p>
                <a:r>
                  <a:rPr lang="en-US" sz="1100" b="1" dirty="0" err="1">
                    <a:solidFill>
                      <a:schemeClr val="tx1"/>
                    </a:solidFill>
                  </a:rPr>
                  <a:t>MolCE</a:t>
                </a:r>
                <a:r>
                  <a:rPr lang="en-US" sz="1100" dirty="0">
                    <a:solidFill>
                      <a:schemeClr val="tx1"/>
                    </a:solidFill>
                  </a:rPr>
                  <a:t> - R-group that is “anti-activating”</a:t>
                </a:r>
              </a:p>
              <a:p>
                <a:endParaRPr lang="en-US" sz="1100" dirty="0">
                  <a:solidFill>
                    <a:schemeClr val="tx1"/>
                  </a:solidFill>
                </a:endParaRPr>
              </a:p>
              <a:p>
                <a:r>
                  <a:rPr lang="en-US" sz="1100" b="1" dirty="0">
                    <a:solidFill>
                      <a:schemeClr val="tx1"/>
                    </a:solidFill>
                  </a:rPr>
                  <a:t>Counterfactuals</a:t>
                </a:r>
                <a:r>
                  <a:rPr lang="en-US" sz="1100" dirty="0">
                    <a:solidFill>
                      <a:schemeClr val="tx1"/>
                    </a:solidFill>
                  </a:rPr>
                  <a:t> - concrete examples of inactive molecules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</a:rPr>
                  <a:t>   </a:t>
                </a:r>
                <a:endParaRPr lang="de-DE" sz="14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Prompt 2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63339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Prompt 2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0230FB-91FB-0DC9-7BD8-1BE8E2E79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80" y="1192696"/>
            <a:ext cx="8177259" cy="449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39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Prompt 2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6A81ED6-143C-EB03-E019-D2947E0A8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80" y="1192696"/>
            <a:ext cx="8169237" cy="482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98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Prompt </a:t>
            </a:r>
            <a:r>
              <a:rPr lang="en-US" sz="3200" spc="-1" dirty="0">
                <a:solidFill>
                  <a:srgbClr val="0064C8"/>
                </a:solidFill>
                <a:latin typeface="Century Gothic"/>
              </a:rPr>
              <a:t>3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9FA20452-FA65-AFDC-8768-AEF2985C28BC}"/>
              </a:ext>
            </a:extLst>
          </p:cNvPr>
          <p:cNvSpPr txBox="1">
            <a:spLocks/>
          </p:cNvSpPr>
          <p:nvPr/>
        </p:nvSpPr>
        <p:spPr>
          <a:xfrm>
            <a:off x="380880" y="1375729"/>
            <a:ext cx="8380080" cy="1836598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# Provided by the best junior research group leader I know</a:t>
            </a:r>
          </a:p>
        </p:txBody>
      </p:sp>
    </p:spTree>
    <p:extLst>
      <p:ext uri="{BB962C8B-B14F-4D97-AF65-F5344CB8AC3E}">
        <p14:creationId xmlns:p14="http://schemas.microsoft.com/office/powerpoint/2010/main" val="2667024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Conclusion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14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870990D0-7AC5-46BA-6FC4-274F8E0A3ABE}"/>
              </a:ext>
            </a:extLst>
          </p:cNvPr>
          <p:cNvSpPr txBox="1">
            <a:spLocks/>
          </p:cNvSpPr>
          <p:nvPr/>
        </p:nvSpPr>
        <p:spPr>
          <a:xfrm>
            <a:off x="380880" y="1375729"/>
            <a:ext cx="8380080" cy="44684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r>
              <a:rPr lang="en-US" sz="2000" spc="-1" dirty="0">
                <a:solidFill>
                  <a:srgbClr val="0064C8"/>
                </a:solidFill>
                <a:latin typeface="Century Gothic"/>
              </a:rPr>
              <a:t>Aim: </a:t>
            </a: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Design an agentic AI framework for interpretable AI applied to QSAR tasks 	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The framework allows for the building of interpretable AI without coding experience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2000" spc="-1" dirty="0" err="1">
                <a:solidFill>
                  <a:srgbClr val="000000"/>
                </a:solidFill>
                <a:latin typeface="Century Gothic"/>
              </a:rPr>
              <a:t>ChemicHAL</a:t>
            </a: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 was able to correctly choose tools and reproduce known results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The agent provided chemical interpretation for explanations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Concluded by our Japanese emissary 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975240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Future perspective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15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870990D0-7AC5-46BA-6FC4-274F8E0A3ABE}"/>
              </a:ext>
            </a:extLst>
          </p:cNvPr>
          <p:cNvSpPr txBox="1">
            <a:spLocks/>
          </p:cNvSpPr>
          <p:nvPr/>
        </p:nvSpPr>
        <p:spPr>
          <a:xfrm>
            <a:off x="380880" y="1375729"/>
            <a:ext cx="8380080" cy="44684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Make an “organization repository” available for the whole lab to ease the integration of new components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Create a guide for lab members for the implementation of AI agents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172708-06AB-AE7A-4BC0-05B1328EE7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609" y="2941982"/>
            <a:ext cx="7176621" cy="308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24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Lessons learned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16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66DE14D4-64D4-6D1F-DD92-BC16D674C58B}"/>
              </a:ext>
            </a:extLst>
          </p:cNvPr>
          <p:cNvSpPr txBox="1">
            <a:spLocks/>
          </p:cNvSpPr>
          <p:nvPr/>
        </p:nvSpPr>
        <p:spPr>
          <a:xfrm>
            <a:off x="380880" y="1371598"/>
            <a:ext cx="8109070" cy="4559301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Setup inference on a work-station (hopefully cluster in future)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The quality and choice of LLM matters a lot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Proper design of docstrings and documentation is essential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1800" spc="-1" dirty="0">
              <a:solidFill>
                <a:srgbClr val="00000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27029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758</Words>
  <Application>Microsoft Office PowerPoint</Application>
  <PresentationFormat>On-screen Show (4:3)</PresentationFormat>
  <Paragraphs>106</Paragraphs>
  <Slides>16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Aptos</vt:lpstr>
      <vt:lpstr>Arial</vt:lpstr>
      <vt:lpstr>Calibri</vt:lpstr>
      <vt:lpstr>Century Gothic</vt:lpstr>
      <vt:lpstr>StarSymbol</vt:lpstr>
      <vt:lpstr>Symbol</vt:lpstr>
      <vt:lpstr>Times New Roman</vt:lpstr>
      <vt:lpstr>Wingdings</vt:lpstr>
      <vt:lpstr>Wingdings 2</vt:lpstr>
      <vt:lpstr>Office Theme</vt:lpstr>
      <vt:lpstr>Office Theme</vt:lpstr>
      <vt:lpstr>AI Agent for Chemical Explainability</vt:lpstr>
      <vt:lpstr>Project description</vt:lpstr>
      <vt:lpstr>Project goals</vt:lpstr>
      <vt:lpstr>Project setup</vt:lpstr>
      <vt:lpstr>Prompt 1</vt:lpstr>
      <vt:lpstr>Prompt 1</vt:lpstr>
      <vt:lpstr>Prompt 1</vt:lpstr>
      <vt:lpstr>Prompt 2</vt:lpstr>
      <vt:lpstr>Prompt 2</vt:lpstr>
      <vt:lpstr>Prompt 2</vt:lpstr>
      <vt:lpstr>Prompt 2</vt:lpstr>
      <vt:lpstr>Prompt 2</vt:lpstr>
      <vt:lpstr>Prompt 3</vt:lpstr>
      <vt:lpstr>Conclusion</vt:lpstr>
      <vt:lpstr>Future perspective</vt:lpstr>
      <vt:lpstr>Lessons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Alec Lamens</cp:lastModifiedBy>
  <cp:revision>1681</cp:revision>
  <cp:lastPrinted>2019-01-04T13:46:38Z</cp:lastPrinted>
  <dcterms:created xsi:type="dcterms:W3CDTF">2006-08-16T00:00:00Z</dcterms:created>
  <dcterms:modified xsi:type="dcterms:W3CDTF">2026-04-30T13:43:15Z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5</vt:i4>
  </property>
</Properties>
</file>