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Janela" userId="ee1a79fe-c79c-4f34-9602-7f6f2f0482b3" providerId="ADAL" clId="{DC72B5B4-B17B-4D99-A471-9D4A1A65A636}"/>
    <pc:docChg chg="modSld">
      <pc:chgData name="Tiago Janela" userId="ee1a79fe-c79c-4f34-9602-7f6f2f0482b3" providerId="ADAL" clId="{DC72B5B4-B17B-4D99-A471-9D4A1A65A636}" dt="2026-04-10T09:47:32.948" v="0" actId="164"/>
      <pc:docMkLst>
        <pc:docMk/>
      </pc:docMkLst>
      <pc:sldChg chg="addSp modSp">
        <pc:chgData name="Tiago Janela" userId="ee1a79fe-c79c-4f34-9602-7f6f2f0482b3" providerId="ADAL" clId="{DC72B5B4-B17B-4D99-A471-9D4A1A65A636}" dt="2026-04-10T09:47:32.948" v="0" actId="164"/>
        <pc:sldMkLst>
          <pc:docMk/>
          <pc:sldMk cId="3157379607" sldId="256"/>
        </pc:sldMkLst>
        <pc:grpChg chg="add mod">
          <ac:chgData name="Tiago Janela" userId="ee1a79fe-c79c-4f34-9602-7f6f2f0482b3" providerId="ADAL" clId="{DC72B5B4-B17B-4D99-A471-9D4A1A65A636}" dt="2026-04-10T09:47:32.948" v="0" actId="164"/>
          <ac:grpSpMkLst>
            <pc:docMk/>
            <pc:sldMk cId="3157379607" sldId="256"/>
            <ac:grpSpMk id="2" creationId="{29B5869D-89AA-074F-A57C-6183A17CB9BA}"/>
          </ac:grpSpMkLst>
        </pc:grpChg>
        <pc:grpChg chg="mod">
          <ac:chgData name="Tiago Janela" userId="ee1a79fe-c79c-4f34-9602-7f6f2f0482b3" providerId="ADAL" clId="{DC72B5B4-B17B-4D99-A471-9D4A1A65A636}" dt="2026-04-10T09:47:32.948" v="0" actId="164"/>
          <ac:grpSpMkLst>
            <pc:docMk/>
            <pc:sldMk cId="3157379607" sldId="256"/>
            <ac:grpSpMk id="142" creationId="{10981DF9-3B88-6642-A38A-F557DBD8A271}"/>
          </ac:grpSpMkLst>
        </pc:grpChg>
        <pc:grpChg chg="mod">
          <ac:chgData name="Tiago Janela" userId="ee1a79fe-c79c-4f34-9602-7f6f2f0482b3" providerId="ADAL" clId="{DC72B5B4-B17B-4D99-A471-9D4A1A65A636}" dt="2026-04-10T09:47:32.948" v="0" actId="164"/>
          <ac:grpSpMkLst>
            <pc:docMk/>
            <pc:sldMk cId="3157379607" sldId="256"/>
            <ac:grpSpMk id="143" creationId="{44DF905F-D3A1-4FD5-B979-6E405669B5A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523A-1686-0F18-5F24-FC06C85C27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034B5-D5D0-7100-2015-B897F8612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6A0D-9B2E-2A24-F966-3FEFE0E5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6FED-5499-EA31-DE52-E52F77E2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F1EE0-F2BC-C8BF-62E0-2194E6E8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8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A294-F3D3-8C9B-1A8B-75E8BC3C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8E587-E0A2-AC3A-0C23-E36ADED6B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66BEF-B955-9398-9050-4728D8F2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06034-6F8D-22F7-2779-9950786F9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86250-5CD9-7CDC-8C76-1259CC05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76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D747-E46D-791E-ED14-DFF79EAF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45ED1-4771-F122-BF2D-C33EB567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9A100-8A8A-C642-B90C-809CD9260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61C92-F819-4B46-46E4-A150ED2D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1EA2B-2484-46EB-14F3-5B64A116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9F5D-E3D4-70AA-5A24-1C644B69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BA872-5393-3993-2C66-B53DEEC5C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8006B-095E-4539-BBFC-50D63F938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D2DF1-7737-5E62-C383-051EEA52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4A321-F367-1FF8-0C62-9150ACCC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41510-B89B-3A6E-4689-2E2D9BA83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61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EA70-662E-AC9B-0477-BBD45502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E483F-58A6-908F-D879-61AF51DAE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F996A-EE33-80AC-AF65-64B8D0B7B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D6D71-6A82-756E-159E-4185094D5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85418-1A38-73FB-E81D-C7227EE21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B5A82-3445-6A8B-C216-858F2C01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97D24-4818-AA2D-A7B4-0F514E52C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59825-53A7-4649-8BE0-4E27793E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6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231F-BE54-8583-44EF-58E5879F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62287-6D27-56D3-C467-1DB66426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9E31B-7F14-8279-53F7-981B9B74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B875C-AD0A-0683-EF07-F5E97D5D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28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CF08A3-C527-01BF-E8AC-AAF900BF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FFC60-7276-6693-2057-9EA9B7E5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4715A-FA21-0F01-6775-E8181DACE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3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65D7-497F-A831-0578-825FC6CA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1C7F9-A31D-08FC-D8F0-1D68DE2A5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43B7A-AB11-8D63-6A16-83618AEE4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0DA04-2D24-CCAB-7D9E-4264A2FB5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72F1D-A745-978C-D9CF-F84E0594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8F62-9724-FEC3-A31D-6019CEC1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9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6F32-A203-7588-AC51-3ABC2E6A1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0CC14-4F68-559B-0E46-62762CA52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401F0-03A2-43FD-A97B-613FAD94A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8140-FFE8-FC6C-58C3-CB450126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A9B88-21FF-90FE-7A6D-D92D7C029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B7746-F081-BCD5-881C-B9404C18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49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5845-200B-5940-C8BD-8570CFEA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863D7-C00D-FE03-5BB6-3C578A983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F8FD1-3666-5C71-1C1A-2B3ED114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FE41E-B0D6-A20F-D280-F45463613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49B3F-707B-D04F-2163-C37A4DDA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0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694F7-4137-6BA9-6E0D-C2BE2F926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1EEC8-B98E-7801-E74C-994DF4DBE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9D618-93BC-9A2A-04AA-4D8BD8D1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4B0DC-FFEA-60BE-D2FE-CB3A75D42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5A52D-1462-158D-395E-68B09FF9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43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549181-629E-935C-864E-9A5B28A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24917-C406-E5E5-EF7E-F7AF46B70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AA31-ECBF-CF19-52F9-92F9AFBD9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F0F7C-4BCE-44E3-AC6F-932A28F11178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A715D-EA3E-E54A-424E-A07B8CF93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A1DF-818E-E316-EE1F-6AA9E79D2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38ED5-8FD3-45F5-B2C7-41199213C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6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D392176-39B0-E02A-04FB-B50681B4ED59}"/>
              </a:ext>
            </a:extLst>
          </p:cNvPr>
          <p:cNvSpPr/>
          <p:nvPr/>
        </p:nvSpPr>
        <p:spPr>
          <a:xfrm>
            <a:off x="4987051" y="1660358"/>
            <a:ext cx="1774658" cy="23100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Customer review with solid fill">
            <a:extLst>
              <a:ext uri="{FF2B5EF4-FFF2-40B4-BE49-F238E27FC236}">
                <a16:creationId xmlns:a16="http://schemas.microsoft.com/office/drawing/2014/main" id="{666CD9FA-4187-BB20-E80C-92067F3EC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1613" y="2643938"/>
            <a:ext cx="965534" cy="965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CF5502-2CC3-1024-68CD-9C93F725D6A0}"/>
              </a:ext>
            </a:extLst>
          </p:cNvPr>
          <p:cNvSpPr txBox="1"/>
          <p:nvPr/>
        </p:nvSpPr>
        <p:spPr>
          <a:xfrm>
            <a:off x="5169836" y="2129202"/>
            <a:ext cx="1409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ChemAgent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3E178F-D3AC-AB26-D0BF-0CF30E4C6B37}"/>
              </a:ext>
            </a:extLst>
          </p:cNvPr>
          <p:cNvSpPr txBox="1"/>
          <p:nvPr/>
        </p:nvSpPr>
        <p:spPr>
          <a:xfrm>
            <a:off x="4987052" y="95650"/>
            <a:ext cx="177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Selectivity datasets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1AF7729-382A-AE37-20A5-F8D46546E3DE}"/>
              </a:ext>
            </a:extLst>
          </p:cNvPr>
          <p:cNvGrpSpPr/>
          <p:nvPr/>
        </p:nvGrpSpPr>
        <p:grpSpPr>
          <a:xfrm>
            <a:off x="5257760" y="511677"/>
            <a:ext cx="1233240" cy="545260"/>
            <a:chOff x="5251780" y="511677"/>
            <a:chExt cx="1233240" cy="545260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6F12FBD-72D5-CE43-8873-59AC5E183FE8}"/>
                </a:ext>
              </a:extLst>
            </p:cNvPr>
            <p:cNvGrpSpPr/>
            <p:nvPr/>
          </p:nvGrpSpPr>
          <p:grpSpPr>
            <a:xfrm>
              <a:off x="5991724" y="511677"/>
              <a:ext cx="493296" cy="545260"/>
              <a:chOff x="5565105" y="592750"/>
              <a:chExt cx="493296" cy="545260"/>
            </a:xfrm>
          </p:grpSpPr>
          <p:sp>
            <p:nvSpPr>
              <p:cNvPr id="8" name="Flowchart: Magnetic Disk 7">
                <a:extLst>
                  <a:ext uri="{FF2B5EF4-FFF2-40B4-BE49-F238E27FC236}">
                    <a16:creationId xmlns:a16="http://schemas.microsoft.com/office/drawing/2014/main" id="{F818552A-9D01-3E7F-E7DD-AF7044B0581F}"/>
                  </a:ext>
                </a:extLst>
              </p:cNvPr>
              <p:cNvSpPr/>
              <p:nvPr/>
            </p:nvSpPr>
            <p:spPr>
              <a:xfrm>
                <a:off x="5565105" y="888992"/>
                <a:ext cx="493295" cy="249018"/>
              </a:xfrm>
              <a:prstGeom prst="flowChartMagneticDisk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lowchart: Magnetic Disk 8">
                <a:extLst>
                  <a:ext uri="{FF2B5EF4-FFF2-40B4-BE49-F238E27FC236}">
                    <a16:creationId xmlns:a16="http://schemas.microsoft.com/office/drawing/2014/main" id="{A5F9C9D8-5DBC-0B39-BC5F-8233EE7EB83F}"/>
                  </a:ext>
                </a:extLst>
              </p:cNvPr>
              <p:cNvSpPr/>
              <p:nvPr/>
            </p:nvSpPr>
            <p:spPr>
              <a:xfrm>
                <a:off x="5565106" y="740871"/>
                <a:ext cx="493295" cy="249018"/>
              </a:xfrm>
              <a:prstGeom prst="flowChartMagneticDisk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lowchart: Magnetic Disk 9">
                <a:extLst>
                  <a:ext uri="{FF2B5EF4-FFF2-40B4-BE49-F238E27FC236}">
                    <a16:creationId xmlns:a16="http://schemas.microsoft.com/office/drawing/2014/main" id="{B95A12D0-EE62-C91F-1764-CDDE07080691}"/>
                  </a:ext>
                </a:extLst>
              </p:cNvPr>
              <p:cNvSpPr/>
              <p:nvPr/>
            </p:nvSpPr>
            <p:spPr>
              <a:xfrm>
                <a:off x="5565105" y="592750"/>
                <a:ext cx="493295" cy="249018"/>
              </a:xfrm>
              <a:prstGeom prst="flowChartMagneticDisk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555C311-E9A9-8735-0F97-E6BDC20CC19B}"/>
                </a:ext>
              </a:extLst>
            </p:cNvPr>
            <p:cNvGrpSpPr/>
            <p:nvPr/>
          </p:nvGrpSpPr>
          <p:grpSpPr>
            <a:xfrm>
              <a:off x="5251780" y="511677"/>
              <a:ext cx="493296" cy="545260"/>
              <a:chOff x="5565105" y="592750"/>
              <a:chExt cx="493296" cy="545260"/>
            </a:xfrm>
          </p:grpSpPr>
          <p:sp>
            <p:nvSpPr>
              <p:cNvPr id="17" name="Flowchart: Magnetic Disk 16">
                <a:extLst>
                  <a:ext uri="{FF2B5EF4-FFF2-40B4-BE49-F238E27FC236}">
                    <a16:creationId xmlns:a16="http://schemas.microsoft.com/office/drawing/2014/main" id="{162A01B2-EB49-FC3A-E1CB-402E2E50A460}"/>
                  </a:ext>
                </a:extLst>
              </p:cNvPr>
              <p:cNvSpPr/>
              <p:nvPr/>
            </p:nvSpPr>
            <p:spPr>
              <a:xfrm>
                <a:off x="5565105" y="888992"/>
                <a:ext cx="493295" cy="249018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lowchart: Magnetic Disk 17">
                <a:extLst>
                  <a:ext uri="{FF2B5EF4-FFF2-40B4-BE49-F238E27FC236}">
                    <a16:creationId xmlns:a16="http://schemas.microsoft.com/office/drawing/2014/main" id="{42DAC98C-6C59-726F-5967-36FD55D3CBFC}"/>
                  </a:ext>
                </a:extLst>
              </p:cNvPr>
              <p:cNvSpPr/>
              <p:nvPr/>
            </p:nvSpPr>
            <p:spPr>
              <a:xfrm>
                <a:off x="5565106" y="740871"/>
                <a:ext cx="493295" cy="249018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lowchart: Magnetic Disk 18">
                <a:extLst>
                  <a:ext uri="{FF2B5EF4-FFF2-40B4-BE49-F238E27FC236}">
                    <a16:creationId xmlns:a16="http://schemas.microsoft.com/office/drawing/2014/main" id="{3A3B0FA4-C5CD-08DD-41A6-DFAC15A2F9EB}"/>
                  </a:ext>
                </a:extLst>
              </p:cNvPr>
              <p:cNvSpPr/>
              <p:nvPr/>
            </p:nvSpPr>
            <p:spPr>
              <a:xfrm>
                <a:off x="5565105" y="592750"/>
                <a:ext cx="493295" cy="249018"/>
              </a:xfrm>
              <a:prstGeom prst="flowChartMagneticDisk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9D09C75-5D39-3B2F-2841-3698D1D7ED86}"/>
              </a:ext>
            </a:extLst>
          </p:cNvPr>
          <p:cNvGrpSpPr/>
          <p:nvPr/>
        </p:nvGrpSpPr>
        <p:grpSpPr>
          <a:xfrm>
            <a:off x="421375" y="3441021"/>
            <a:ext cx="3690026" cy="1096019"/>
            <a:chOff x="635457" y="3850101"/>
            <a:chExt cx="3690026" cy="1096019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DAB9E77-45E3-5E01-5BBF-A35CA6011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457" y="3850101"/>
              <a:ext cx="1526251" cy="1034629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F40B101-77A3-9EFD-8791-6FE55BA0A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55707" y="3850101"/>
              <a:ext cx="1769776" cy="1096019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F76C9A29-C3EE-6B30-4036-34D183A20D0D}"/>
              </a:ext>
            </a:extLst>
          </p:cNvPr>
          <p:cNvSpPr txBox="1"/>
          <p:nvPr/>
        </p:nvSpPr>
        <p:spPr>
          <a:xfrm>
            <a:off x="5866822" y="4537040"/>
            <a:ext cx="665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MCP 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A76D348-328D-8751-7E8E-5543CDE7DAEB}"/>
              </a:ext>
            </a:extLst>
          </p:cNvPr>
          <p:cNvGrpSpPr/>
          <p:nvPr/>
        </p:nvGrpSpPr>
        <p:grpSpPr>
          <a:xfrm>
            <a:off x="195368" y="1251278"/>
            <a:ext cx="4142040" cy="1166284"/>
            <a:chOff x="326821" y="1660358"/>
            <a:chExt cx="4142040" cy="1166284"/>
          </a:xfrm>
        </p:grpSpPr>
        <p:pic>
          <p:nvPicPr>
            <p:cNvPr id="55" name="Picture 54" descr="A diagram of a molecule&#10;&#10;AI-generated content may be incorrect.">
              <a:extLst>
                <a:ext uri="{FF2B5EF4-FFF2-40B4-BE49-F238E27FC236}">
                  <a16:creationId xmlns:a16="http://schemas.microsoft.com/office/drawing/2014/main" id="{4DD92605-1A72-FFE6-AA59-B3EC76A7D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34" r="52237"/>
            <a:stretch/>
          </p:blipFill>
          <p:spPr>
            <a:xfrm>
              <a:off x="326821" y="1660358"/>
              <a:ext cx="1876999" cy="1166284"/>
            </a:xfrm>
            <a:prstGeom prst="rect">
              <a:avLst/>
            </a:prstGeom>
          </p:spPr>
        </p:pic>
        <p:pic>
          <p:nvPicPr>
            <p:cNvPr id="57" name="Picture 56" descr="A diagram of a molecule">
              <a:extLst>
                <a:ext uri="{FF2B5EF4-FFF2-40B4-BE49-F238E27FC236}">
                  <a16:creationId xmlns:a16="http://schemas.microsoft.com/office/drawing/2014/main" id="{2DD5B78F-1513-F8F3-6CCC-353F805FF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6553" y="1690622"/>
              <a:ext cx="1972308" cy="1105756"/>
            </a:xfrm>
            <a:prstGeom prst="rect">
              <a:avLst/>
            </a:prstGeom>
          </p:spPr>
        </p:pic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D4B222FD-2AE9-5090-6600-BB53084CF4DC}"/>
              </a:ext>
            </a:extLst>
          </p:cNvPr>
          <p:cNvSpPr txBox="1"/>
          <p:nvPr/>
        </p:nvSpPr>
        <p:spPr>
          <a:xfrm>
            <a:off x="1127120" y="743037"/>
            <a:ext cx="22785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Molecular representations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9031DA-0043-88F7-7C95-18CDD0584227}"/>
              </a:ext>
            </a:extLst>
          </p:cNvPr>
          <p:cNvSpPr txBox="1"/>
          <p:nvPr/>
        </p:nvSpPr>
        <p:spPr>
          <a:xfrm>
            <a:off x="7796170" y="956501"/>
            <a:ext cx="3219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Explainable artificial intelligence</a:t>
            </a:r>
          </a:p>
        </p:txBody>
      </p:sp>
      <p:pic>
        <p:nvPicPr>
          <p:cNvPr id="80" name="Graphic 79" descr="Tools with solid fill">
            <a:extLst>
              <a:ext uri="{FF2B5EF4-FFF2-40B4-BE49-F238E27FC236}">
                <a16:creationId xmlns:a16="http://schemas.microsoft.com/office/drawing/2014/main" id="{193B9AB7-7969-856E-04C5-5266CAC9BD9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5949" y="719047"/>
            <a:ext cx="304798" cy="304798"/>
          </a:xfrm>
          <a:prstGeom prst="rect">
            <a:avLst/>
          </a:prstGeom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412B1C2A-33EB-E6E8-F8CB-CA5D832461C6}"/>
              </a:ext>
            </a:extLst>
          </p:cNvPr>
          <p:cNvSpPr/>
          <p:nvPr/>
        </p:nvSpPr>
        <p:spPr>
          <a:xfrm>
            <a:off x="85665" y="1082242"/>
            <a:ext cx="4361446" cy="15277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A645FB63-98DA-4E1F-F442-325D00E7C85A}"/>
              </a:ext>
            </a:extLst>
          </p:cNvPr>
          <p:cNvSpPr/>
          <p:nvPr/>
        </p:nvSpPr>
        <p:spPr>
          <a:xfrm>
            <a:off x="85665" y="3194461"/>
            <a:ext cx="4361446" cy="15277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Graphic 82" descr="Tools with solid fill">
            <a:extLst>
              <a:ext uri="{FF2B5EF4-FFF2-40B4-BE49-F238E27FC236}">
                <a16:creationId xmlns:a16="http://schemas.microsoft.com/office/drawing/2014/main" id="{0BC38390-B918-24F5-9960-807CB70606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82163" y="2849635"/>
            <a:ext cx="304798" cy="304798"/>
          </a:xfrm>
          <a:prstGeom prst="rect">
            <a:avLst/>
          </a:prstGeom>
        </p:spPr>
      </p:pic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4DE51773-4931-FB10-5E13-BD494E15FA04}"/>
              </a:ext>
            </a:extLst>
          </p:cNvPr>
          <p:cNvSpPr/>
          <p:nvPr/>
        </p:nvSpPr>
        <p:spPr>
          <a:xfrm>
            <a:off x="5059167" y="439628"/>
            <a:ext cx="1630426" cy="7365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Graphic 86" descr="Tools with solid fill">
            <a:extLst>
              <a:ext uri="{FF2B5EF4-FFF2-40B4-BE49-F238E27FC236}">
                <a16:creationId xmlns:a16="http://schemas.microsoft.com/office/drawing/2014/main" id="{12AEA7F0-EE2A-4873-CE5E-5D0B74AB2D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18643" y="58758"/>
            <a:ext cx="304798" cy="304798"/>
          </a:xfrm>
          <a:prstGeom prst="rect">
            <a:avLst/>
          </a:prstGeom>
        </p:spPr>
      </p:pic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D0310145-6AB5-47A3-75AD-527C96C4A9B7}"/>
              </a:ext>
            </a:extLst>
          </p:cNvPr>
          <p:cNvSpPr/>
          <p:nvPr/>
        </p:nvSpPr>
        <p:spPr>
          <a:xfrm>
            <a:off x="7361795" y="1280526"/>
            <a:ext cx="3959922" cy="308092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C18DE19B-00D0-3255-6751-EB1E1B5AA1E4}"/>
              </a:ext>
            </a:extLst>
          </p:cNvPr>
          <p:cNvCxnSpPr>
            <a:cxnSpLocks/>
            <a:stCxn id="81" idx="3"/>
            <a:endCxn id="4" idx="1"/>
          </p:cNvCxnSpPr>
          <p:nvPr/>
        </p:nvCxnSpPr>
        <p:spPr>
          <a:xfrm>
            <a:off x="4447111" y="1846116"/>
            <a:ext cx="539940" cy="969274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0A6894E-3F86-946A-C66A-589AF24D32B4}"/>
              </a:ext>
            </a:extLst>
          </p:cNvPr>
          <p:cNvCxnSpPr>
            <a:cxnSpLocks/>
            <a:stCxn id="82" idx="3"/>
            <a:endCxn id="4" idx="1"/>
          </p:cNvCxnSpPr>
          <p:nvPr/>
        </p:nvCxnSpPr>
        <p:spPr>
          <a:xfrm flipV="1">
            <a:off x="4447111" y="2815390"/>
            <a:ext cx="539940" cy="1142945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5DCA819-9EE4-88CB-8B3F-0629FC7D5FA1}"/>
              </a:ext>
            </a:extLst>
          </p:cNvPr>
          <p:cNvCxnSpPr>
            <a:cxnSpLocks/>
          </p:cNvCxnSpPr>
          <p:nvPr/>
        </p:nvCxnSpPr>
        <p:spPr>
          <a:xfrm>
            <a:off x="5874380" y="1176209"/>
            <a:ext cx="0" cy="484149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2" name="Graphic 101" descr="Tools with solid fill">
            <a:extLst>
              <a:ext uri="{FF2B5EF4-FFF2-40B4-BE49-F238E27FC236}">
                <a16:creationId xmlns:a16="http://schemas.microsoft.com/office/drawing/2014/main" id="{CCCB513C-C8D7-ABE5-81B9-2AF2530D8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12064" y="922416"/>
            <a:ext cx="304798" cy="304798"/>
          </a:xfrm>
          <a:prstGeom prst="rect">
            <a:avLst/>
          </a:prstGeom>
        </p:spPr>
      </p:pic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6B3F3325-FDD8-6A72-2639-464C7F3D7314}"/>
              </a:ext>
            </a:extLst>
          </p:cNvPr>
          <p:cNvCxnSpPr>
            <a:cxnSpLocks/>
            <a:stCxn id="4" idx="3"/>
            <a:endCxn id="88" idx="1"/>
          </p:cNvCxnSpPr>
          <p:nvPr/>
        </p:nvCxnSpPr>
        <p:spPr>
          <a:xfrm>
            <a:off x="6761709" y="2815390"/>
            <a:ext cx="600086" cy="5597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2511C1E-D50D-B67C-E30D-211C6B1BC2A0}"/>
              </a:ext>
            </a:extLst>
          </p:cNvPr>
          <p:cNvCxnSpPr/>
          <p:nvPr/>
        </p:nvCxnSpPr>
        <p:spPr>
          <a:xfrm>
            <a:off x="5460701" y="4690929"/>
            <a:ext cx="51735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BF180E4-DC1E-5A10-CFFC-92CDA30B4A69}"/>
              </a:ext>
            </a:extLst>
          </p:cNvPr>
          <p:cNvSpPr txBox="1"/>
          <p:nvPr/>
        </p:nvSpPr>
        <p:spPr>
          <a:xfrm>
            <a:off x="1454296" y="2856549"/>
            <a:ext cx="17746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ML models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B5869D-89AA-074F-A57C-6183A17CB9BA}"/>
              </a:ext>
            </a:extLst>
          </p:cNvPr>
          <p:cNvGrpSpPr/>
          <p:nvPr/>
        </p:nvGrpSpPr>
        <p:grpSpPr>
          <a:xfrm>
            <a:off x="7610596" y="1349580"/>
            <a:ext cx="3542419" cy="3005096"/>
            <a:chOff x="7610596" y="1349580"/>
            <a:chExt cx="3542419" cy="3005096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0981DF9-3B88-6642-A38A-F557DBD8A271}"/>
                </a:ext>
              </a:extLst>
            </p:cNvPr>
            <p:cNvGrpSpPr/>
            <p:nvPr/>
          </p:nvGrpSpPr>
          <p:grpSpPr>
            <a:xfrm>
              <a:off x="7610596" y="1349580"/>
              <a:ext cx="1799603" cy="2941699"/>
              <a:chOff x="7610596" y="1349580"/>
              <a:chExt cx="1799603" cy="2941699"/>
            </a:xfrm>
          </p:grpSpPr>
          <p:pic>
            <p:nvPicPr>
              <p:cNvPr id="125" name="Graphic 124">
                <a:extLst>
                  <a:ext uri="{FF2B5EF4-FFF2-40B4-BE49-F238E27FC236}">
                    <a16:creationId xmlns:a16="http://schemas.microsoft.com/office/drawing/2014/main" id="{C79B781B-3EC9-8D56-5649-7E84B7805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610596" y="3154433"/>
                <a:ext cx="1799603" cy="1136846"/>
              </a:xfrm>
              <a:prstGeom prst="rect">
                <a:avLst/>
              </a:prstGeom>
            </p:spPr>
          </p:pic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818766DF-CDB2-59A5-14AE-55EEA959C11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108" t="19807" r="13646" b="22794"/>
              <a:stretch/>
            </p:blipFill>
            <p:spPr>
              <a:xfrm>
                <a:off x="7689053" y="1596574"/>
                <a:ext cx="1642689" cy="1253061"/>
              </a:xfrm>
              <a:prstGeom prst="rect">
                <a:avLst/>
              </a:prstGeom>
            </p:spPr>
          </p:pic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30B447AA-6E7A-E938-36FB-3B18BDD86AA9}"/>
                  </a:ext>
                </a:extLst>
              </p:cNvPr>
              <p:cNvSpPr txBox="1"/>
              <p:nvPr/>
            </p:nvSpPr>
            <p:spPr>
              <a:xfrm>
                <a:off x="8141530" y="1349580"/>
                <a:ext cx="73773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SHAP</a:t>
                </a:r>
              </a:p>
            </p:txBody>
          </p:sp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2EA89C04-883D-8AC3-FC42-C45F07A23A14}"/>
                  </a:ext>
                </a:extLst>
              </p:cNvPr>
              <p:cNvSpPr txBox="1"/>
              <p:nvPr/>
            </p:nvSpPr>
            <p:spPr>
              <a:xfrm>
                <a:off x="7759960" y="2907557"/>
                <a:ext cx="15008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Counterfactuals</a:t>
                </a: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44DF905F-D3A1-4FD5-B979-6E405669B5A0}"/>
                </a:ext>
              </a:extLst>
            </p:cNvPr>
            <p:cNvGrpSpPr/>
            <p:nvPr/>
          </p:nvGrpSpPr>
          <p:grpSpPr>
            <a:xfrm>
              <a:off x="9454227" y="1349580"/>
              <a:ext cx="1698788" cy="3005096"/>
              <a:chOff x="9454227" y="1349580"/>
              <a:chExt cx="1698788" cy="3005096"/>
            </a:xfrm>
          </p:grpSpPr>
          <p:pic>
            <p:nvPicPr>
              <p:cNvPr id="127" name="Graphic 126">
                <a:extLst>
                  <a:ext uri="{FF2B5EF4-FFF2-40B4-BE49-F238E27FC236}">
                    <a16:creationId xmlns:a16="http://schemas.microsoft.com/office/drawing/2014/main" id="{3FE957ED-4E4C-EFCC-3B97-2B55171D3A8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 t="12321" b="13057"/>
              <a:stretch/>
            </p:blipFill>
            <p:spPr>
              <a:xfrm>
                <a:off x="9454227" y="1614810"/>
                <a:ext cx="1630322" cy="1216589"/>
              </a:xfrm>
              <a:prstGeom prst="rect">
                <a:avLst/>
              </a:prstGeom>
            </p:spPr>
          </p:pic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2C94301-9EFA-C916-8445-A8D784F80786}"/>
                  </a:ext>
                </a:extLst>
              </p:cNvPr>
              <p:cNvSpPr txBox="1"/>
              <p:nvPr/>
            </p:nvSpPr>
            <p:spPr>
              <a:xfrm>
                <a:off x="9743895" y="1349580"/>
                <a:ext cx="105098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MolAnchor</a:t>
                </a:r>
                <a:endParaRPr lang="en-US" sz="1400" dirty="0"/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4FCF618-49AF-DF82-8B0D-58D9D04FA886}"/>
                  </a:ext>
                </a:extLst>
              </p:cNvPr>
              <p:cNvSpPr txBox="1"/>
              <p:nvPr/>
            </p:nvSpPr>
            <p:spPr>
              <a:xfrm>
                <a:off x="9518951" y="2907557"/>
                <a:ext cx="150087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 err="1"/>
                  <a:t>MolCE</a:t>
                </a:r>
                <a:endParaRPr lang="en-US" sz="1400" dirty="0"/>
              </a:p>
            </p:txBody>
          </p:sp>
          <p:pic>
            <p:nvPicPr>
              <p:cNvPr id="140" name="Graphic 139">
                <a:extLst>
                  <a:ext uri="{FF2B5EF4-FFF2-40B4-BE49-F238E27FC236}">
                    <a16:creationId xmlns:a16="http://schemas.microsoft.com/office/drawing/2014/main" id="{A92B0211-A93B-9038-C90D-136122778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9493338" y="3313376"/>
                <a:ext cx="1659677" cy="726753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2B95AB89-8A8A-1216-8C19-F08323741F34}"/>
                      </a:ext>
                    </a:extLst>
                  </p:cNvPr>
                  <p:cNvSpPr txBox="1"/>
                  <p:nvPr/>
                </p:nvSpPr>
                <p:spPr>
                  <a:xfrm>
                    <a:off x="9688952" y="4046899"/>
                    <a:ext cx="126844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l-GR" sz="1400" smtClean="0"/>
                                <m:t>δ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800" dirty="0" smtClean="0"/>
                                <m:t> </m:t>
                              </m:r>
                            </m:sub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𝑐𝑜𝑛𝑡𝑟</m:t>
                              </m:r>
                            </m:sup>
                          </m:sSubSup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41" name="TextBox 140">
                    <a:extLst>
                      <a:ext uri="{FF2B5EF4-FFF2-40B4-BE49-F238E27FC236}">
                        <a16:creationId xmlns:a16="http://schemas.microsoft.com/office/drawing/2014/main" id="{2B95AB89-8A8A-1216-8C19-F08323741F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8952" y="4046899"/>
                    <a:ext cx="1268448" cy="30777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157379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86EE5E3-FE9F-4121-B9A5-B37A7ABDE94A}"/>
              </a:ext>
            </a:extLst>
          </p:cNvPr>
          <p:cNvGrpSpPr/>
          <p:nvPr/>
        </p:nvGrpSpPr>
        <p:grpSpPr>
          <a:xfrm>
            <a:off x="85665" y="58758"/>
            <a:ext cx="11264427" cy="4786059"/>
            <a:chOff x="85665" y="58758"/>
            <a:chExt cx="11264427" cy="478605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EBE845-DF25-4DC2-8967-4CA69A85C48A}"/>
                </a:ext>
              </a:extLst>
            </p:cNvPr>
            <p:cNvGrpSpPr/>
            <p:nvPr/>
          </p:nvGrpSpPr>
          <p:grpSpPr>
            <a:xfrm>
              <a:off x="85665" y="58758"/>
              <a:ext cx="11264427" cy="4786059"/>
              <a:chOff x="85665" y="58758"/>
              <a:chExt cx="11264427" cy="4786059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392176-39B0-E02A-04FB-B50681B4ED59}"/>
                  </a:ext>
                </a:extLst>
              </p:cNvPr>
              <p:cNvSpPr/>
              <p:nvPr/>
            </p:nvSpPr>
            <p:spPr>
              <a:xfrm>
                <a:off x="4987051" y="1660358"/>
                <a:ext cx="1774658" cy="231006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Graphic 5" descr="Customer review with solid fill">
                <a:extLst>
                  <a:ext uri="{FF2B5EF4-FFF2-40B4-BE49-F238E27FC236}">
                    <a16:creationId xmlns:a16="http://schemas.microsoft.com/office/drawing/2014/main" id="{666CD9FA-4187-BB20-E80C-92067F3EC8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396586" y="2849635"/>
                <a:ext cx="965534" cy="965534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3E178F-D3AC-AB26-D0BF-0CF30E4C6B37}"/>
                  </a:ext>
                </a:extLst>
              </p:cNvPr>
              <p:cNvSpPr txBox="1"/>
              <p:nvPr/>
            </p:nvSpPr>
            <p:spPr>
              <a:xfrm>
                <a:off x="4987052" y="95650"/>
                <a:ext cx="1774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Datasets</a:t>
                </a:r>
              </a:p>
            </p:txBody>
          </p: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71AF7729-382A-AE37-20A5-F8D46546E3DE}"/>
                  </a:ext>
                </a:extLst>
              </p:cNvPr>
              <p:cNvGrpSpPr/>
              <p:nvPr/>
            </p:nvGrpSpPr>
            <p:grpSpPr>
              <a:xfrm>
                <a:off x="5257760" y="511677"/>
                <a:ext cx="1233240" cy="545260"/>
                <a:chOff x="5251780" y="511677"/>
                <a:chExt cx="1233240" cy="545260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56F12FBD-72D5-CE43-8873-59AC5E183FE8}"/>
                    </a:ext>
                  </a:extLst>
                </p:cNvPr>
                <p:cNvGrpSpPr/>
                <p:nvPr/>
              </p:nvGrpSpPr>
              <p:grpSpPr>
                <a:xfrm>
                  <a:off x="5991724" y="511677"/>
                  <a:ext cx="493296" cy="545260"/>
                  <a:chOff x="5565105" y="592750"/>
                  <a:chExt cx="493296" cy="545260"/>
                </a:xfrm>
              </p:grpSpPr>
              <p:sp>
                <p:nvSpPr>
                  <p:cNvPr id="8" name="Flowchart: Magnetic Disk 7">
                    <a:extLst>
                      <a:ext uri="{FF2B5EF4-FFF2-40B4-BE49-F238E27FC236}">
                        <a16:creationId xmlns:a16="http://schemas.microsoft.com/office/drawing/2014/main" id="{F818552A-9D01-3E7F-E7DD-AF7044B0581F}"/>
                      </a:ext>
                    </a:extLst>
                  </p:cNvPr>
                  <p:cNvSpPr/>
                  <p:nvPr/>
                </p:nvSpPr>
                <p:spPr>
                  <a:xfrm>
                    <a:off x="5565105" y="888992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" name="Flowchart: Magnetic Disk 8">
                    <a:extLst>
                      <a:ext uri="{FF2B5EF4-FFF2-40B4-BE49-F238E27FC236}">
                        <a16:creationId xmlns:a16="http://schemas.microsoft.com/office/drawing/2014/main" id="{A5F9C9D8-5DBC-0B39-BC5F-8233EE7EB83F}"/>
                      </a:ext>
                    </a:extLst>
                  </p:cNvPr>
                  <p:cNvSpPr/>
                  <p:nvPr/>
                </p:nvSpPr>
                <p:spPr>
                  <a:xfrm>
                    <a:off x="5565106" y="740871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Flowchart: Magnetic Disk 9">
                    <a:extLst>
                      <a:ext uri="{FF2B5EF4-FFF2-40B4-BE49-F238E27FC236}">
                        <a16:creationId xmlns:a16="http://schemas.microsoft.com/office/drawing/2014/main" id="{B95A12D0-EE62-C91F-1764-CDDE07080691}"/>
                      </a:ext>
                    </a:extLst>
                  </p:cNvPr>
                  <p:cNvSpPr/>
                  <p:nvPr/>
                </p:nvSpPr>
                <p:spPr>
                  <a:xfrm>
                    <a:off x="5565105" y="592750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3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0555C311-E9A9-8735-0F97-E6BDC20CC19B}"/>
                    </a:ext>
                  </a:extLst>
                </p:cNvPr>
                <p:cNvGrpSpPr/>
                <p:nvPr/>
              </p:nvGrpSpPr>
              <p:grpSpPr>
                <a:xfrm>
                  <a:off x="5251780" y="511677"/>
                  <a:ext cx="493296" cy="545260"/>
                  <a:chOff x="5565105" y="592750"/>
                  <a:chExt cx="493296" cy="545260"/>
                </a:xfrm>
              </p:grpSpPr>
              <p:sp>
                <p:nvSpPr>
                  <p:cNvPr id="17" name="Flowchart: Magnetic Disk 16">
                    <a:extLst>
                      <a:ext uri="{FF2B5EF4-FFF2-40B4-BE49-F238E27FC236}">
                        <a16:creationId xmlns:a16="http://schemas.microsoft.com/office/drawing/2014/main" id="{162A01B2-EB49-FC3A-E1CB-402E2E50A460}"/>
                      </a:ext>
                    </a:extLst>
                  </p:cNvPr>
                  <p:cNvSpPr/>
                  <p:nvPr/>
                </p:nvSpPr>
                <p:spPr>
                  <a:xfrm>
                    <a:off x="5565105" y="888992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" name="Flowchart: Magnetic Disk 17">
                    <a:extLst>
                      <a:ext uri="{FF2B5EF4-FFF2-40B4-BE49-F238E27FC236}">
                        <a16:creationId xmlns:a16="http://schemas.microsoft.com/office/drawing/2014/main" id="{42DAC98C-6C59-726F-5967-36FD55D3CBFC}"/>
                      </a:ext>
                    </a:extLst>
                  </p:cNvPr>
                  <p:cNvSpPr/>
                  <p:nvPr/>
                </p:nvSpPr>
                <p:spPr>
                  <a:xfrm>
                    <a:off x="5565106" y="740871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" name="Flowchart: Magnetic Disk 18">
                    <a:extLst>
                      <a:ext uri="{FF2B5EF4-FFF2-40B4-BE49-F238E27FC236}">
                        <a16:creationId xmlns:a16="http://schemas.microsoft.com/office/drawing/2014/main" id="{3A3B0FA4-C5CD-08DD-41A6-DFAC15A2F9EB}"/>
                      </a:ext>
                    </a:extLst>
                  </p:cNvPr>
                  <p:cNvSpPr/>
                  <p:nvPr/>
                </p:nvSpPr>
                <p:spPr>
                  <a:xfrm>
                    <a:off x="5565105" y="592750"/>
                    <a:ext cx="493295" cy="249018"/>
                  </a:xfrm>
                  <a:prstGeom prst="flowChartMagneticDisk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69D09C75-5D39-3B2F-2841-3698D1D7ED86}"/>
                  </a:ext>
                </a:extLst>
              </p:cNvPr>
              <p:cNvGrpSpPr/>
              <p:nvPr/>
            </p:nvGrpSpPr>
            <p:grpSpPr>
              <a:xfrm>
                <a:off x="421375" y="3441021"/>
                <a:ext cx="3690026" cy="1096019"/>
                <a:chOff x="635457" y="3850101"/>
                <a:chExt cx="3690026" cy="1096019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BDAB9E77-45E3-5E01-5BBF-A35CA60111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5457" y="3850101"/>
                  <a:ext cx="1526251" cy="1034629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1F40B101-77A3-9EFD-8791-6FE55BA0AA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55707" y="3850101"/>
                  <a:ext cx="1769776" cy="1096019"/>
                </a:xfrm>
                <a:prstGeom prst="rect">
                  <a:avLst/>
                </a:prstGeom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6C9A29-C3EE-6B30-4036-34D183A20D0D}"/>
                  </a:ext>
                </a:extLst>
              </p:cNvPr>
              <p:cNvSpPr txBox="1"/>
              <p:nvPr/>
            </p:nvSpPr>
            <p:spPr>
              <a:xfrm>
                <a:off x="5866822" y="4537040"/>
                <a:ext cx="6657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MCP </a:t>
                </a:r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DA76D348-328D-8751-7E8E-5543CDE7DAEB}"/>
                  </a:ext>
                </a:extLst>
              </p:cNvPr>
              <p:cNvGrpSpPr/>
              <p:nvPr/>
            </p:nvGrpSpPr>
            <p:grpSpPr>
              <a:xfrm>
                <a:off x="195368" y="1251278"/>
                <a:ext cx="4142040" cy="1166284"/>
                <a:chOff x="326821" y="1660358"/>
                <a:chExt cx="4142040" cy="1166284"/>
              </a:xfrm>
            </p:grpSpPr>
            <p:pic>
              <p:nvPicPr>
                <p:cNvPr id="55" name="Picture 54" descr="A diagram of a molecule&#10;&#10;AI-generated content may be incorrect.">
                  <a:extLst>
                    <a:ext uri="{FF2B5EF4-FFF2-40B4-BE49-F238E27FC236}">
                      <a16:creationId xmlns:a16="http://schemas.microsoft.com/office/drawing/2014/main" id="{4DD92605-1A72-FFE6-AA59-B3EC76A7D9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6734" r="52237"/>
                <a:stretch/>
              </p:blipFill>
              <p:spPr>
                <a:xfrm>
                  <a:off x="326821" y="1660358"/>
                  <a:ext cx="1876999" cy="1166284"/>
                </a:xfrm>
                <a:prstGeom prst="rect">
                  <a:avLst/>
                </a:prstGeom>
              </p:spPr>
            </p:pic>
            <p:pic>
              <p:nvPicPr>
                <p:cNvPr id="57" name="Picture 56" descr="A diagram of a molecule">
                  <a:extLst>
                    <a:ext uri="{FF2B5EF4-FFF2-40B4-BE49-F238E27FC236}">
                      <a16:creationId xmlns:a16="http://schemas.microsoft.com/office/drawing/2014/main" id="{2DD5B78F-1513-F8F3-6CCC-353F805FFE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96553" y="1690622"/>
                  <a:ext cx="1972308" cy="1105756"/>
                </a:xfrm>
                <a:prstGeom prst="rect">
                  <a:avLst/>
                </a:prstGeom>
              </p:spPr>
            </p:pic>
          </p:grp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4B222FD-2AE9-5090-6600-BB53084CF4DC}"/>
                  </a:ext>
                </a:extLst>
              </p:cNvPr>
              <p:cNvSpPr txBox="1"/>
              <p:nvPr/>
            </p:nvSpPr>
            <p:spPr>
              <a:xfrm>
                <a:off x="1127120" y="743037"/>
                <a:ext cx="22785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Molecular representations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B9031DA-0043-88F7-7C95-18CDD0584227}"/>
                  </a:ext>
                </a:extLst>
              </p:cNvPr>
              <p:cNvSpPr txBox="1"/>
              <p:nvPr/>
            </p:nvSpPr>
            <p:spPr>
              <a:xfrm>
                <a:off x="7789691" y="793314"/>
                <a:ext cx="32190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Explainable artificial intelligence</a:t>
                </a:r>
              </a:p>
            </p:txBody>
          </p:sp>
          <p:pic>
            <p:nvPicPr>
              <p:cNvPr id="80" name="Graphic 79" descr="Tools with solid fill">
                <a:extLst>
                  <a:ext uri="{FF2B5EF4-FFF2-40B4-BE49-F238E27FC236}">
                    <a16:creationId xmlns:a16="http://schemas.microsoft.com/office/drawing/2014/main" id="{193B9AB7-7969-856E-04C5-5266CAC9B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05949" y="719047"/>
                <a:ext cx="304798" cy="304798"/>
              </a:xfrm>
              <a:prstGeom prst="rect">
                <a:avLst/>
              </a:prstGeom>
            </p:spPr>
          </p:pic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412B1C2A-33EB-E6E8-F8CB-CA5D832461C6}"/>
                  </a:ext>
                </a:extLst>
              </p:cNvPr>
              <p:cNvSpPr/>
              <p:nvPr/>
            </p:nvSpPr>
            <p:spPr>
              <a:xfrm>
                <a:off x="85665" y="1082242"/>
                <a:ext cx="4361446" cy="152774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A645FB63-98DA-4E1F-F442-325D00E7C85A}"/>
                  </a:ext>
                </a:extLst>
              </p:cNvPr>
              <p:cNvSpPr/>
              <p:nvPr/>
            </p:nvSpPr>
            <p:spPr>
              <a:xfrm>
                <a:off x="85665" y="3194461"/>
                <a:ext cx="4361446" cy="1527747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3" name="Graphic 82" descr="Tools with solid fill">
                <a:extLst>
                  <a:ext uri="{FF2B5EF4-FFF2-40B4-BE49-F238E27FC236}">
                    <a16:creationId xmlns:a16="http://schemas.microsoft.com/office/drawing/2014/main" id="{0BC38390-B918-24F5-9960-807CB70606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482163" y="2849635"/>
                <a:ext cx="304798" cy="304798"/>
              </a:xfrm>
              <a:prstGeom prst="rect">
                <a:avLst/>
              </a:prstGeom>
            </p:spPr>
          </p:pic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4DE51773-4931-FB10-5E13-BD494E15FA04}"/>
                  </a:ext>
                </a:extLst>
              </p:cNvPr>
              <p:cNvSpPr/>
              <p:nvPr/>
            </p:nvSpPr>
            <p:spPr>
              <a:xfrm>
                <a:off x="5059167" y="439628"/>
                <a:ext cx="1630426" cy="73658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87" name="Graphic 86" descr="Tools with solid fill">
                <a:extLst>
                  <a:ext uri="{FF2B5EF4-FFF2-40B4-BE49-F238E27FC236}">
                    <a16:creationId xmlns:a16="http://schemas.microsoft.com/office/drawing/2014/main" id="{12AEA7F0-EE2A-4873-CE5E-5D0B74AB2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818643" y="58758"/>
                <a:ext cx="304798" cy="304798"/>
              </a:xfrm>
              <a:prstGeom prst="rect">
                <a:avLst/>
              </a:prstGeom>
            </p:spPr>
          </p:pic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D0310145-6AB5-47A3-75AD-527C96C4A9B7}"/>
                  </a:ext>
                </a:extLst>
              </p:cNvPr>
              <p:cNvSpPr/>
              <p:nvPr/>
            </p:nvSpPr>
            <p:spPr>
              <a:xfrm>
                <a:off x="7390170" y="1098112"/>
                <a:ext cx="3959922" cy="3682133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93" name="Connector: Elbow 92">
                <a:extLst>
                  <a:ext uri="{FF2B5EF4-FFF2-40B4-BE49-F238E27FC236}">
                    <a16:creationId xmlns:a16="http://schemas.microsoft.com/office/drawing/2014/main" id="{C18DE19B-00D0-3255-6751-EB1E1B5AA1E4}"/>
                  </a:ext>
                </a:extLst>
              </p:cNvPr>
              <p:cNvCxnSpPr>
                <a:cxnSpLocks/>
                <a:stCxn id="81" idx="3"/>
                <a:endCxn id="4" idx="1"/>
              </p:cNvCxnSpPr>
              <p:nvPr/>
            </p:nvCxnSpPr>
            <p:spPr>
              <a:xfrm>
                <a:off x="4447111" y="1846116"/>
                <a:ext cx="539940" cy="969274"/>
              </a:xfrm>
              <a:prstGeom prst="bentConnector3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Connector: Elbow 93">
                <a:extLst>
                  <a:ext uri="{FF2B5EF4-FFF2-40B4-BE49-F238E27FC236}">
                    <a16:creationId xmlns:a16="http://schemas.microsoft.com/office/drawing/2014/main" id="{80A6894E-3F86-946A-C66A-589AF24D32B4}"/>
                  </a:ext>
                </a:extLst>
              </p:cNvPr>
              <p:cNvCxnSpPr>
                <a:cxnSpLocks/>
                <a:stCxn id="82" idx="3"/>
                <a:endCxn id="4" idx="1"/>
              </p:cNvCxnSpPr>
              <p:nvPr/>
            </p:nvCxnSpPr>
            <p:spPr>
              <a:xfrm flipV="1">
                <a:off x="4447111" y="2815390"/>
                <a:ext cx="539940" cy="1142945"/>
              </a:xfrm>
              <a:prstGeom prst="bentConnector3">
                <a:avLst>
                  <a:gd name="adj1" fmla="val 50000"/>
                </a:avLst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F5DCA819-9EE4-88CB-8B3F-0629FC7D5F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4380" y="1176209"/>
                <a:ext cx="0" cy="484149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02" name="Graphic 101" descr="Tools with solid fill">
                <a:extLst>
                  <a:ext uri="{FF2B5EF4-FFF2-40B4-BE49-F238E27FC236}">
                    <a16:creationId xmlns:a16="http://schemas.microsoft.com/office/drawing/2014/main" id="{CCCB513C-C8D7-ABE5-81B9-2AF2530D89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805585" y="759229"/>
                <a:ext cx="304798" cy="304798"/>
              </a:xfrm>
              <a:prstGeom prst="rect">
                <a:avLst/>
              </a:prstGeom>
            </p:spPr>
          </p:pic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6B3F3325-FDD8-6A72-2639-464C7F3D7314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 flipV="1">
                <a:off x="6761709" y="2815389"/>
                <a:ext cx="624611" cy="1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A2511C1E-D50D-B67C-E30D-211C6B1BC2A0}"/>
                  </a:ext>
                </a:extLst>
              </p:cNvPr>
              <p:cNvCxnSpPr/>
              <p:nvPr/>
            </p:nvCxnSpPr>
            <p:spPr>
              <a:xfrm>
                <a:off x="5460701" y="4690929"/>
                <a:ext cx="517356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BF180E4-DC1E-5A10-CFFC-92CDA30B4A69}"/>
                  </a:ext>
                </a:extLst>
              </p:cNvPr>
              <p:cNvSpPr txBox="1"/>
              <p:nvPr/>
            </p:nvSpPr>
            <p:spPr>
              <a:xfrm>
                <a:off x="1454296" y="2856549"/>
                <a:ext cx="177465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/>
                  <a:t>ML models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29B5869D-89AA-074F-A57C-6183A17CB9BA}"/>
                  </a:ext>
                </a:extLst>
              </p:cNvPr>
              <p:cNvGrpSpPr/>
              <p:nvPr/>
            </p:nvGrpSpPr>
            <p:grpSpPr>
              <a:xfrm>
                <a:off x="7673015" y="1156395"/>
                <a:ext cx="3293924" cy="2842506"/>
                <a:chOff x="7673015" y="1156395"/>
                <a:chExt cx="3293924" cy="2842506"/>
              </a:xfrm>
            </p:grpSpPr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10981DF9-3B88-6642-A38A-F557DBD8A271}"/>
                    </a:ext>
                  </a:extLst>
                </p:cNvPr>
                <p:cNvGrpSpPr/>
                <p:nvPr/>
              </p:nvGrpSpPr>
              <p:grpSpPr>
                <a:xfrm>
                  <a:off x="7673015" y="1156395"/>
                  <a:ext cx="1587496" cy="2817506"/>
                  <a:chOff x="7673015" y="1156395"/>
                  <a:chExt cx="1587496" cy="2817506"/>
                </a:xfrm>
              </p:grpSpPr>
              <p:pic>
                <p:nvPicPr>
                  <p:cNvPr id="125" name="Graphic 124">
                    <a:extLst>
                      <a:ext uri="{FF2B5EF4-FFF2-40B4-BE49-F238E27FC236}">
                        <a16:creationId xmlns:a16="http://schemas.microsoft.com/office/drawing/2014/main" id="{C79B781B-3EC9-8D56-5649-7E84B7805E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673015" y="2971047"/>
                    <a:ext cx="1587496" cy="1002854"/>
                  </a:xfrm>
                  <a:prstGeom prst="rect">
                    <a:avLst/>
                  </a:prstGeom>
                </p:spPr>
              </p:pic>
              <p:pic>
                <p:nvPicPr>
                  <p:cNvPr id="126" name="Picture 125">
                    <a:extLst>
                      <a:ext uri="{FF2B5EF4-FFF2-40B4-BE49-F238E27FC236}">
                        <a16:creationId xmlns:a16="http://schemas.microsoft.com/office/drawing/2014/main" id="{818766DF-CDB2-59A5-14AE-55EEA959C1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108" t="19807" r="13646" b="22794"/>
                  <a:stretch/>
                </p:blipFill>
                <p:spPr>
                  <a:xfrm>
                    <a:off x="7689054" y="1403389"/>
                    <a:ext cx="1449076" cy="1105371"/>
                  </a:xfrm>
                  <a:prstGeom prst="rect">
                    <a:avLst/>
                  </a:prstGeom>
                </p:spPr>
              </p:pic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30B447AA-6E7A-E938-36FB-3B18BDD86AA9}"/>
                      </a:ext>
                    </a:extLst>
                  </p:cNvPr>
                  <p:cNvSpPr txBox="1"/>
                  <p:nvPr/>
                </p:nvSpPr>
                <p:spPr>
                  <a:xfrm>
                    <a:off x="8141530" y="1156395"/>
                    <a:ext cx="737734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SHAP</a:t>
                    </a:r>
                  </a:p>
                </p:txBody>
              </p:sp>
              <p:sp>
                <p:nvSpPr>
                  <p:cNvPr id="133" name="TextBox 132">
                    <a:extLst>
                      <a:ext uri="{FF2B5EF4-FFF2-40B4-BE49-F238E27FC236}">
                        <a16:creationId xmlns:a16="http://schemas.microsoft.com/office/drawing/2014/main" id="{2EA89C04-883D-8AC3-FC42-C45F07A23A14}"/>
                      </a:ext>
                    </a:extLst>
                  </p:cNvPr>
                  <p:cNvSpPr txBox="1"/>
                  <p:nvPr/>
                </p:nvSpPr>
                <p:spPr>
                  <a:xfrm>
                    <a:off x="7673015" y="2676841"/>
                    <a:ext cx="150087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/>
                      <a:t>Counterfactuals</a:t>
                    </a:r>
                  </a:p>
                </p:txBody>
              </p:sp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44DF905F-D3A1-4FD5-B979-6E405669B5A0}"/>
                    </a:ext>
                  </a:extLst>
                </p:cNvPr>
                <p:cNvGrpSpPr/>
                <p:nvPr/>
              </p:nvGrpSpPr>
              <p:grpSpPr>
                <a:xfrm>
                  <a:off x="9399204" y="1156395"/>
                  <a:ext cx="1567735" cy="2842506"/>
                  <a:chOff x="9399204" y="1156395"/>
                  <a:chExt cx="1567735" cy="2842506"/>
                </a:xfrm>
              </p:grpSpPr>
              <p:pic>
                <p:nvPicPr>
                  <p:cNvPr id="127" name="Graphic 126">
                    <a:extLst>
                      <a:ext uri="{FF2B5EF4-FFF2-40B4-BE49-F238E27FC236}">
                        <a16:creationId xmlns:a16="http://schemas.microsoft.com/office/drawing/2014/main" id="{3FE957ED-4E4C-EFCC-3B97-2B55171D3A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13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rcRect t="12321" b="13057"/>
                  <a:stretch/>
                </p:blipFill>
                <p:spPr>
                  <a:xfrm>
                    <a:off x="9454227" y="1421626"/>
                    <a:ext cx="1438167" cy="1073198"/>
                  </a:xfrm>
                  <a:prstGeom prst="rect">
                    <a:avLst/>
                  </a:prstGeom>
                </p:spPr>
              </p:pic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42C94301-9EFA-C916-8445-A8D784F80786}"/>
                      </a:ext>
                    </a:extLst>
                  </p:cNvPr>
                  <p:cNvSpPr txBox="1"/>
                  <p:nvPr/>
                </p:nvSpPr>
                <p:spPr>
                  <a:xfrm>
                    <a:off x="9743895" y="1156395"/>
                    <a:ext cx="1050987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err="1"/>
                      <a:t>MolAnchor</a:t>
                    </a:r>
                    <a:endParaRPr lang="en-US" sz="1400" dirty="0"/>
                  </a:p>
                </p:txBody>
              </p:sp>
              <p:sp>
                <p:nvSpPr>
                  <p:cNvPr id="135" name="TextBox 134">
                    <a:extLst>
                      <a:ext uri="{FF2B5EF4-FFF2-40B4-BE49-F238E27FC236}">
                        <a16:creationId xmlns:a16="http://schemas.microsoft.com/office/drawing/2014/main" id="{C4FCF618-49AF-DF82-8B0D-58D9D04FA886}"/>
                      </a:ext>
                    </a:extLst>
                  </p:cNvPr>
                  <p:cNvSpPr txBox="1"/>
                  <p:nvPr/>
                </p:nvSpPr>
                <p:spPr>
                  <a:xfrm>
                    <a:off x="9435847" y="2707027"/>
                    <a:ext cx="150087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 err="1"/>
                      <a:t>MolCE</a:t>
                    </a:r>
                    <a:endParaRPr lang="en-US" sz="1400" dirty="0"/>
                  </a:p>
                </p:txBody>
              </p:sp>
              <p:pic>
                <p:nvPicPr>
                  <p:cNvPr id="140" name="Graphic 139">
                    <a:extLst>
                      <a:ext uri="{FF2B5EF4-FFF2-40B4-BE49-F238E27FC236}">
                        <a16:creationId xmlns:a16="http://schemas.microsoft.com/office/drawing/2014/main" id="{A92B0211-A93B-9038-C90D-1361227781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5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1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399204" y="3014804"/>
                    <a:ext cx="1464062" cy="641095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41" name="TextBox 140">
                        <a:extLst>
                          <a:ext uri="{FF2B5EF4-FFF2-40B4-BE49-F238E27FC236}">
                            <a16:creationId xmlns:a16="http://schemas.microsoft.com/office/drawing/2014/main" id="{2B95AB89-8A8A-1216-8C19-F08323741F3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98491" y="3691124"/>
                        <a:ext cx="1268448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l-G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nor/>
                                    </m:rPr>
                                    <a:rPr lang="el-GR" sz="1400" smtClean="0"/>
                                    <m:t>δ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800" dirty="0" smtClean="0"/>
                                    <m:t> 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𝑐𝑜𝑛𝑡𝑟</m:t>
                                  </m:r>
                                </m:sup>
                              </m:sSubSup>
                            </m:oMath>
                          </m:oMathPara>
                        </a14:m>
                        <a:endParaRPr lang="en-US" sz="1400" dirty="0"/>
                      </a:p>
                    </p:txBody>
                  </p:sp>
                </mc:Choice>
                <mc:Fallback>
                  <p:sp>
                    <p:nvSpPr>
                      <p:cNvPr id="141" name="TextBox 140">
                        <a:extLst>
                          <a:ext uri="{FF2B5EF4-FFF2-40B4-BE49-F238E27FC236}">
                            <a16:creationId xmlns:a16="http://schemas.microsoft.com/office/drawing/2014/main" id="{2B95AB89-8A8A-1216-8C19-F08323741F3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698491" y="3691124"/>
                        <a:ext cx="1268448" cy="307777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de-DE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716AA7E-D6D5-43DC-A9E9-105AEBC18D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123441" y="1756561"/>
                <a:ext cx="1525117" cy="996871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88C76C0-4242-4020-844A-12112F9941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07" t="29142" r="12113" b="31110"/>
            <a:stretch/>
          </p:blipFill>
          <p:spPr>
            <a:xfrm>
              <a:off x="8260538" y="4119574"/>
              <a:ext cx="1999946" cy="614383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DBDCDA9-B27F-456F-B5FC-D553171D0EF8}"/>
                </a:ext>
              </a:extLst>
            </p:cNvPr>
            <p:cNvSpPr txBox="1"/>
            <p:nvPr/>
          </p:nvSpPr>
          <p:spPr>
            <a:xfrm>
              <a:off x="8537436" y="3923115"/>
              <a:ext cx="1500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/>
                <a:t>EdgeSHAPer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4504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Alec Lamens</dc:creator>
  <cp:lastModifiedBy>Andrea Mastropietro</cp:lastModifiedBy>
  <cp:revision>10</cp:revision>
  <dcterms:created xsi:type="dcterms:W3CDTF">2026-03-16T15:57:23Z</dcterms:created>
  <dcterms:modified xsi:type="dcterms:W3CDTF">2026-04-15T09:56:25Z</dcterms:modified>
</cp:coreProperties>
</file>