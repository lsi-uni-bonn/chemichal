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2" r:id="rId5"/>
    <p:sldId id="265" r:id="rId6"/>
    <p:sldId id="270" r:id="rId7"/>
    <p:sldId id="268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48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48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DC72B5B4-B17B-4D99-A471-9D4A1A65A636}"/>
    <pc:docChg chg="modSld">
      <pc:chgData name="Tiago Janela" userId="ee1a79fe-c79c-4f34-9602-7f6f2f0482b3" providerId="ADAL" clId="{DC72B5B4-B17B-4D99-A471-9D4A1A65A636}" dt="2026-04-10T09:47:32.948" v="0" actId="164"/>
      <pc:docMkLst>
        <pc:docMk/>
      </pc:docMkLst>
      <pc:sldChg chg="addSp modSp">
        <pc:chgData name="Tiago Janela" userId="ee1a79fe-c79c-4f34-9602-7f6f2f0482b3" providerId="ADAL" clId="{DC72B5B4-B17B-4D99-A471-9D4A1A65A636}" dt="2026-04-10T09:47:32.948" v="0" actId="164"/>
        <pc:sldMkLst>
          <pc:docMk/>
          <pc:sldMk cId="3157379607" sldId="256"/>
        </pc:sldMkLst>
        <pc:grpChg chg="add 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2" creationId="{29B5869D-89AA-074F-A57C-6183A17CB9BA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2" creationId="{10981DF9-3B88-6642-A38A-F557DBD8A271}"/>
          </ac:grpSpMkLst>
        </pc:grpChg>
        <pc:grpChg chg="mod">
          <ac:chgData name="Tiago Janela" userId="ee1a79fe-c79c-4f34-9602-7f6f2f0482b3" providerId="ADAL" clId="{DC72B5B4-B17B-4D99-A471-9D4A1A65A636}" dt="2026-04-10T09:47:32.948" v="0" actId="164"/>
          <ac:grpSpMkLst>
            <pc:docMk/>
            <pc:sldMk cId="3157379607" sldId="256"/>
            <ac:grpSpMk id="143" creationId="{44DF905F-D3A1-4FD5-B979-6E405669B5A0}"/>
          </ac:grpSpMkLst>
        </pc:grpChg>
      </pc:sldChg>
    </pc:docChg>
  </pc:docChgLst>
  <pc:docChgLst>
    <pc:chgData name="Tiago Janela" userId="ee1a79fe-c79c-4f34-9602-7f6f2f0482b3" providerId="ADAL" clId="{C4759255-AC54-444B-9E29-28A6C409BEE6}"/>
    <pc:docChg chg="undo custSel addSld delSld modSld sldOrd">
      <pc:chgData name="Tiago Janela" userId="ee1a79fe-c79c-4f34-9602-7f6f2f0482b3" providerId="ADAL" clId="{C4759255-AC54-444B-9E29-28A6C409BEE6}" dt="2026-04-29T15:21:14.903" v="824" actId="20577"/>
      <pc:docMkLst>
        <pc:docMk/>
      </pc:docMkLst>
      <pc:sldChg chg="ord">
        <pc:chgData name="Tiago Janela" userId="ee1a79fe-c79c-4f34-9602-7f6f2f0482b3" providerId="ADAL" clId="{C4759255-AC54-444B-9E29-28A6C409BEE6}" dt="2026-04-29T14:21:47.554" v="570"/>
        <pc:sldMkLst>
          <pc:docMk/>
          <pc:sldMk cId="1804857238" sldId="262"/>
        </pc:sldMkLst>
      </pc:sldChg>
      <pc:sldChg chg="modSp mod">
        <pc:chgData name="Tiago Janela" userId="ee1a79fe-c79c-4f34-9602-7f6f2f0482b3" providerId="ADAL" clId="{C4759255-AC54-444B-9E29-28A6C409BEE6}" dt="2026-04-29T13:17:21.107" v="1" actId="14100"/>
        <pc:sldMkLst>
          <pc:docMk/>
          <pc:sldMk cId="158870704" sldId="264"/>
        </pc:sldMkLst>
        <pc:spChg chg="mod">
          <ac:chgData name="Tiago Janela" userId="ee1a79fe-c79c-4f34-9602-7f6f2f0482b3" providerId="ADAL" clId="{C4759255-AC54-444B-9E29-28A6C409BEE6}" dt="2026-04-29T13:17:21.107" v="1" actId="14100"/>
          <ac:spMkLst>
            <pc:docMk/>
            <pc:sldMk cId="158870704" sldId="264"/>
            <ac:spMk id="9" creationId="{75178BF8-9CBE-7AE5-98D4-55D1FF6F4255}"/>
          </ac:spMkLst>
        </pc:spChg>
      </pc:sldChg>
      <pc:sldChg chg="ord">
        <pc:chgData name="Tiago Janela" userId="ee1a79fe-c79c-4f34-9602-7f6f2f0482b3" providerId="ADAL" clId="{C4759255-AC54-444B-9E29-28A6C409BEE6}" dt="2026-04-29T14:21:50.130" v="572"/>
        <pc:sldMkLst>
          <pc:docMk/>
          <pc:sldMk cId="3017132667" sldId="265"/>
        </pc:sldMkLst>
      </pc:sldChg>
      <pc:sldChg chg="addSp delSp modSp add mod ord">
        <pc:chgData name="Tiago Janela" userId="ee1a79fe-c79c-4f34-9602-7f6f2f0482b3" providerId="ADAL" clId="{C4759255-AC54-444B-9E29-28A6C409BEE6}" dt="2026-04-29T14:02:23.074" v="433" actId="404"/>
        <pc:sldMkLst>
          <pc:docMk/>
          <pc:sldMk cId="377492229" sldId="266"/>
        </pc:sldMkLst>
        <pc:spChg chg="add mod">
          <ac:chgData name="Tiago Janela" userId="ee1a79fe-c79c-4f34-9602-7f6f2f0482b3" providerId="ADAL" clId="{C4759255-AC54-444B-9E29-28A6C409BEE6}" dt="2026-04-29T13:26:59.548" v="167" actId="164"/>
          <ac:spMkLst>
            <pc:docMk/>
            <pc:sldMk cId="377492229" sldId="266"/>
            <ac:spMk id="7" creationId="{2488285A-EC5F-953B-2AA0-843EC3F5127C}"/>
          </ac:spMkLst>
        </pc:spChg>
        <pc:spChg chg="add del mod">
          <ac:chgData name="Tiago Janela" userId="ee1a79fe-c79c-4f34-9602-7f6f2f0482b3" providerId="ADAL" clId="{C4759255-AC54-444B-9E29-28A6C409BEE6}" dt="2026-04-29T13:25:57.789" v="90" actId="478"/>
          <ac:spMkLst>
            <pc:docMk/>
            <pc:sldMk cId="377492229" sldId="266"/>
            <ac:spMk id="8" creationId="{766A1B7F-5186-3D95-6D85-C224B4A88DE6}"/>
          </ac:spMkLst>
        </pc:spChg>
        <pc:spChg chg="add mod">
          <ac:chgData name="Tiago Janela" userId="ee1a79fe-c79c-4f34-9602-7f6f2f0482b3" providerId="ADAL" clId="{C4759255-AC54-444B-9E29-28A6C409BEE6}" dt="2026-04-29T13:27:02.268" v="168" actId="164"/>
          <ac:spMkLst>
            <pc:docMk/>
            <pc:sldMk cId="377492229" sldId="266"/>
            <ac:spMk id="9" creationId="{641E8493-13A8-D084-AAF5-76892DBCDE12}"/>
          </ac:spMkLst>
        </pc:spChg>
        <pc:spChg chg="add mod">
          <ac:chgData name="Tiago Janela" userId="ee1a79fe-c79c-4f34-9602-7f6f2f0482b3" providerId="ADAL" clId="{C4759255-AC54-444B-9E29-28A6C409BEE6}" dt="2026-04-29T13:27:52.042" v="174" actId="1076"/>
          <ac:spMkLst>
            <pc:docMk/>
            <pc:sldMk cId="377492229" sldId="266"/>
            <ac:spMk id="22" creationId="{CC3DB96C-E7DA-1AD3-B9F5-7FDA8BA9B3AD}"/>
          </ac:spMkLst>
        </pc:spChg>
        <pc:spChg chg="mod">
          <ac:chgData name="Tiago Janela" userId="ee1a79fe-c79c-4f34-9602-7f6f2f0482b3" providerId="ADAL" clId="{C4759255-AC54-444B-9E29-28A6C409BEE6}" dt="2026-04-29T13:22:59.595" v="8" actId="1076"/>
          <ac:spMkLst>
            <pc:docMk/>
            <pc:sldMk cId="377492229" sldId="266"/>
            <ac:spMk id="26" creationId="{46EB3E60-57A2-3048-A916-245D3EEE448E}"/>
          </ac:spMkLst>
        </pc:spChg>
        <pc:spChg chg="del">
          <ac:chgData name="Tiago Janela" userId="ee1a79fe-c79c-4f34-9602-7f6f2f0482b3" providerId="ADAL" clId="{C4759255-AC54-444B-9E29-28A6C409BEE6}" dt="2026-04-29T13:18:30.287" v="3" actId="478"/>
          <ac:spMkLst>
            <pc:docMk/>
            <pc:sldMk cId="377492229" sldId="266"/>
            <ac:spMk id="27" creationId="{E517CFDC-D9A8-D4E8-460B-065D935D90F7}"/>
          </ac:spMkLst>
        </pc:spChg>
        <pc:spChg chg="add mod">
          <ac:chgData name="Tiago Janela" userId="ee1a79fe-c79c-4f34-9602-7f6f2f0482b3" providerId="ADAL" clId="{C4759255-AC54-444B-9E29-28A6C409BEE6}" dt="2026-04-29T13:45:23.917" v="324" actId="164"/>
          <ac:spMkLst>
            <pc:docMk/>
            <pc:sldMk cId="377492229" sldId="266"/>
            <ac:spMk id="28" creationId="{5B927D80-0780-203A-8CD6-2AFA89094D43}"/>
          </ac:spMkLst>
        </pc:spChg>
        <pc:spChg chg="add mod">
          <ac:chgData name="Tiago Janela" userId="ee1a79fe-c79c-4f34-9602-7f6f2f0482b3" providerId="ADAL" clId="{C4759255-AC54-444B-9E29-28A6C409BEE6}" dt="2026-04-29T13:45:26.412" v="325" actId="164"/>
          <ac:spMkLst>
            <pc:docMk/>
            <pc:sldMk cId="377492229" sldId="266"/>
            <ac:spMk id="30" creationId="{B0D4C90D-2A3D-51FF-63CF-89B19440DDFB}"/>
          </ac:spMkLst>
        </pc:spChg>
        <pc:spChg chg="add del mod">
          <ac:chgData name="Tiago Janela" userId="ee1a79fe-c79c-4f34-9602-7f6f2f0482b3" providerId="ADAL" clId="{C4759255-AC54-444B-9E29-28A6C409BEE6}" dt="2026-04-29T13:45:12.772" v="322" actId="478"/>
          <ac:spMkLst>
            <pc:docMk/>
            <pc:sldMk cId="377492229" sldId="266"/>
            <ac:spMk id="35" creationId="{AD912E03-FE84-CB26-D2DF-0C86B47C4A29}"/>
          </ac:spMkLst>
        </pc:spChg>
        <pc:spChg chg="mod">
          <ac:chgData name="Tiago Janela" userId="ee1a79fe-c79c-4f34-9602-7f6f2f0482b3" providerId="ADAL" clId="{C4759255-AC54-444B-9E29-28A6C409BEE6}" dt="2026-04-29T14:02:23.074" v="433" actId="404"/>
          <ac:spMkLst>
            <pc:docMk/>
            <pc:sldMk cId="377492229" sldId="266"/>
            <ac:spMk id="46" creationId="{C02F4519-6E55-F26A-E1A3-2105A25F6A50}"/>
          </ac:spMkLst>
        </pc:spChg>
        <pc:grpChg chg="add mod">
          <ac:chgData name="Tiago Janela" userId="ee1a79fe-c79c-4f34-9602-7f6f2f0482b3" providerId="ADAL" clId="{C4759255-AC54-444B-9E29-28A6C409BEE6}" dt="2026-04-29T13:26:59.548" v="167" actId="164"/>
          <ac:grpSpMkLst>
            <pc:docMk/>
            <pc:sldMk cId="377492229" sldId="266"/>
            <ac:grpSpMk id="2" creationId="{5C615D10-25D2-1F41-F5FD-4EFD3DB05967}"/>
          </ac:grpSpMkLst>
        </pc:grpChg>
        <pc:grpChg chg="add mod">
          <ac:chgData name="Tiago Janela" userId="ee1a79fe-c79c-4f34-9602-7f6f2f0482b3" providerId="ADAL" clId="{C4759255-AC54-444B-9E29-28A6C409BEE6}" dt="2026-04-29T13:26:59.548" v="167" actId="164"/>
          <ac:grpSpMkLst>
            <pc:docMk/>
            <pc:sldMk cId="377492229" sldId="266"/>
            <ac:grpSpMk id="3" creationId="{32A6B30B-7C85-BDCD-D535-21D074298F51}"/>
          </ac:grpSpMkLst>
        </pc:grpChg>
        <pc:grpChg chg="add mod">
          <ac:chgData name="Tiago Janela" userId="ee1a79fe-c79c-4f34-9602-7f6f2f0482b3" providerId="ADAL" clId="{C4759255-AC54-444B-9E29-28A6C409BEE6}" dt="2026-04-29T13:27:02.268" v="168" actId="164"/>
          <ac:grpSpMkLst>
            <pc:docMk/>
            <pc:sldMk cId="377492229" sldId="266"/>
            <ac:grpSpMk id="5" creationId="{41B0B536-979D-AF86-E1AA-3EDC1D09F714}"/>
          </ac:grpSpMkLst>
        </pc:grpChg>
        <pc:grpChg chg="add mod">
          <ac:chgData name="Tiago Janela" userId="ee1a79fe-c79c-4f34-9602-7f6f2f0482b3" providerId="ADAL" clId="{C4759255-AC54-444B-9E29-28A6C409BEE6}" dt="2026-04-29T13:27:02.268" v="168" actId="164"/>
          <ac:grpSpMkLst>
            <pc:docMk/>
            <pc:sldMk cId="377492229" sldId="266"/>
            <ac:grpSpMk id="6" creationId="{3AA3631B-3F0D-3733-0FDC-BBD18F86BEDB}"/>
          </ac:grpSpMkLst>
        </pc:grpChg>
        <pc:grpChg chg="add mod">
          <ac:chgData name="Tiago Janela" userId="ee1a79fe-c79c-4f34-9602-7f6f2f0482b3" providerId="ADAL" clId="{C4759255-AC54-444B-9E29-28A6C409BEE6}" dt="2026-04-29T13:27:06.754" v="169" actId="1076"/>
          <ac:grpSpMkLst>
            <pc:docMk/>
            <pc:sldMk cId="377492229" sldId="266"/>
            <ac:grpSpMk id="11" creationId="{DA01BAF4-359C-BB38-4616-17928143767D}"/>
          </ac:grpSpMkLst>
        </pc:grpChg>
        <pc:grpChg chg="add mod">
          <ac:chgData name="Tiago Janela" userId="ee1a79fe-c79c-4f34-9602-7f6f2f0482b3" providerId="ADAL" clId="{C4759255-AC54-444B-9E29-28A6C409BEE6}" dt="2026-04-29T13:27:13.674" v="170" actId="1076"/>
          <ac:grpSpMkLst>
            <pc:docMk/>
            <pc:sldMk cId="377492229" sldId="266"/>
            <ac:grpSpMk id="14" creationId="{CA32F1FE-2AD1-7279-C420-23D2BBBE4114}"/>
          </ac:grpSpMkLst>
        </pc:grpChg>
        <pc:grpChg chg="mod">
          <ac:chgData name="Tiago Janela" userId="ee1a79fe-c79c-4f34-9602-7f6f2f0482b3" providerId="ADAL" clId="{C4759255-AC54-444B-9E29-28A6C409BEE6}" dt="2026-04-29T13:22:57.283" v="7" actId="1076"/>
          <ac:grpSpMkLst>
            <pc:docMk/>
            <pc:sldMk cId="377492229" sldId="266"/>
            <ac:grpSpMk id="19" creationId="{3E3C0CE0-F9D7-0B88-458B-B30D6DB941D5}"/>
          </ac:grpSpMkLst>
        </pc:grpChg>
        <pc:grpChg chg="add mod">
          <ac:chgData name="Tiago Janela" userId="ee1a79fe-c79c-4f34-9602-7f6f2f0482b3" providerId="ADAL" clId="{C4759255-AC54-444B-9E29-28A6C409BEE6}" dt="2026-04-29T13:45:34.604" v="371" actId="1035"/>
          <ac:grpSpMkLst>
            <pc:docMk/>
            <pc:sldMk cId="377492229" sldId="266"/>
            <ac:grpSpMk id="36" creationId="{9EC2A3B4-5B0E-882B-8458-F75AA108A5E6}"/>
          </ac:grpSpMkLst>
        </pc:grpChg>
        <pc:grpChg chg="add mod">
          <ac:chgData name="Tiago Janela" userId="ee1a79fe-c79c-4f34-9602-7f6f2f0482b3" providerId="ADAL" clId="{C4759255-AC54-444B-9E29-28A6C409BEE6}" dt="2026-04-29T13:45:34.604" v="371" actId="1035"/>
          <ac:grpSpMkLst>
            <pc:docMk/>
            <pc:sldMk cId="377492229" sldId="266"/>
            <ac:grpSpMk id="37" creationId="{94E61FAA-489A-631D-A169-A21283220D66}"/>
          </ac:grpSpMkLst>
        </pc:grpChg>
        <pc:picChg chg="mod">
          <ac:chgData name="Tiago Janela" userId="ee1a79fe-c79c-4f34-9602-7f6f2f0482b3" providerId="ADAL" clId="{C4759255-AC54-444B-9E29-28A6C409BEE6}" dt="2026-04-29T13:23:20.444" v="17" actId="164"/>
          <ac:picMkLst>
            <pc:docMk/>
            <pc:sldMk cId="377492229" sldId="266"/>
            <ac:picMk id="4" creationId="{9B8DE2D9-50FB-48E1-3766-F90DC4B43C31}"/>
          </ac:picMkLst>
        </pc:picChg>
        <pc:picChg chg="mod">
          <ac:chgData name="Tiago Janela" userId="ee1a79fe-c79c-4f34-9602-7f6f2f0482b3" providerId="ADAL" clId="{C4759255-AC54-444B-9E29-28A6C409BEE6}" dt="2026-04-29T13:18:50.766" v="5" actId="164"/>
          <ac:picMkLst>
            <pc:docMk/>
            <pc:sldMk cId="377492229" sldId="266"/>
            <ac:picMk id="10" creationId="{E5CCB7DC-7BE9-E070-5374-2C22E866120E}"/>
          </ac:picMkLst>
        </pc:picChg>
        <pc:picChg chg="mod">
          <ac:chgData name="Tiago Janela" userId="ee1a79fe-c79c-4f34-9602-7f6f2f0482b3" providerId="ADAL" clId="{C4759255-AC54-444B-9E29-28A6C409BEE6}" dt="2026-04-29T13:18:53.126" v="6" actId="164"/>
          <ac:picMkLst>
            <pc:docMk/>
            <pc:sldMk cId="377492229" sldId="266"/>
            <ac:picMk id="12" creationId="{635294F4-DE55-F52A-0F65-840B513A24A2}"/>
          </ac:picMkLst>
        </pc:picChg>
        <pc:picChg chg="mod">
          <ac:chgData name="Tiago Janela" userId="ee1a79fe-c79c-4f34-9602-7f6f2f0482b3" providerId="ADAL" clId="{C4759255-AC54-444B-9E29-28A6C409BEE6}" dt="2026-04-29T13:23:23.485" v="18" actId="164"/>
          <ac:picMkLst>
            <pc:docMk/>
            <pc:sldMk cId="377492229" sldId="266"/>
            <ac:picMk id="13" creationId="{7E80FD93-EC36-7292-D41F-2AB7B9A8674E}"/>
          </ac:picMkLst>
        </pc:picChg>
        <pc:picChg chg="mod">
          <ac:chgData name="Tiago Janela" userId="ee1a79fe-c79c-4f34-9602-7f6f2f0482b3" providerId="ADAL" clId="{C4759255-AC54-444B-9E29-28A6C409BEE6}" dt="2026-04-29T13:18:50.766" v="5" actId="164"/>
          <ac:picMkLst>
            <pc:docMk/>
            <pc:sldMk cId="377492229" sldId="266"/>
            <ac:picMk id="15" creationId="{413DC958-3438-AD99-8ED3-9413D987A5AC}"/>
          </ac:picMkLst>
        </pc:picChg>
        <pc:picChg chg="mod">
          <ac:chgData name="Tiago Janela" userId="ee1a79fe-c79c-4f34-9602-7f6f2f0482b3" providerId="ADAL" clId="{C4759255-AC54-444B-9E29-28A6C409BEE6}" dt="2026-04-29T13:18:53.126" v="6" actId="164"/>
          <ac:picMkLst>
            <pc:docMk/>
            <pc:sldMk cId="377492229" sldId="266"/>
            <ac:picMk id="16" creationId="{65A8E5C2-6215-DED8-8284-904D83645C28}"/>
          </ac:picMkLst>
        </pc:picChg>
        <pc:picChg chg="mod">
          <ac:chgData name="Tiago Janela" userId="ee1a79fe-c79c-4f34-9602-7f6f2f0482b3" providerId="ADAL" clId="{C4759255-AC54-444B-9E29-28A6C409BEE6}" dt="2026-04-29T13:23:20.444" v="17" actId="164"/>
          <ac:picMkLst>
            <pc:docMk/>
            <pc:sldMk cId="377492229" sldId="266"/>
            <ac:picMk id="17" creationId="{9A57B164-6AA0-9A5C-969C-361475D72D25}"/>
          </ac:picMkLst>
        </pc:picChg>
        <pc:picChg chg="mod">
          <ac:chgData name="Tiago Janela" userId="ee1a79fe-c79c-4f34-9602-7f6f2f0482b3" providerId="ADAL" clId="{C4759255-AC54-444B-9E29-28A6C409BEE6}" dt="2026-04-29T13:23:23.485" v="18" actId="164"/>
          <ac:picMkLst>
            <pc:docMk/>
            <pc:sldMk cId="377492229" sldId="266"/>
            <ac:picMk id="18" creationId="{721B14D9-308B-88B5-4785-360A6C506019}"/>
          </ac:picMkLst>
        </pc:picChg>
        <pc:cxnChg chg="add mod">
          <ac:chgData name="Tiago Janela" userId="ee1a79fe-c79c-4f34-9602-7f6f2f0482b3" providerId="ADAL" clId="{C4759255-AC54-444B-9E29-28A6C409BEE6}" dt="2026-04-29T13:45:23.917" v="324" actId="164"/>
          <ac:cxnSpMkLst>
            <pc:docMk/>
            <pc:sldMk cId="377492229" sldId="266"/>
            <ac:cxnSpMk id="24" creationId="{FFDCAFC5-B9FC-083C-56A5-5CB45102C9FB}"/>
          </ac:cxnSpMkLst>
        </pc:cxnChg>
        <pc:cxnChg chg="add mod">
          <ac:chgData name="Tiago Janela" userId="ee1a79fe-c79c-4f34-9602-7f6f2f0482b3" providerId="ADAL" clId="{C4759255-AC54-444B-9E29-28A6C409BEE6}" dt="2026-04-29T13:45:26.412" v="325" actId="164"/>
          <ac:cxnSpMkLst>
            <pc:docMk/>
            <pc:sldMk cId="377492229" sldId="266"/>
            <ac:cxnSpMk id="29" creationId="{6BA7A5D6-C7CD-4C58-39DD-3212C8919ED5}"/>
          </ac:cxnSpMkLst>
        </pc:cxnChg>
      </pc:sldChg>
      <pc:sldChg chg="add del">
        <pc:chgData name="Tiago Janela" userId="ee1a79fe-c79c-4f34-9602-7f6f2f0482b3" providerId="ADAL" clId="{C4759255-AC54-444B-9E29-28A6C409BEE6}" dt="2026-04-29T13:46:21.941" v="376" actId="47"/>
        <pc:sldMkLst>
          <pc:docMk/>
          <pc:sldMk cId="2714856768" sldId="267"/>
        </pc:sldMkLst>
      </pc:sldChg>
      <pc:sldChg chg="addSp delSp modSp add mod ord">
        <pc:chgData name="Tiago Janela" userId="ee1a79fe-c79c-4f34-9602-7f6f2f0482b3" providerId="ADAL" clId="{C4759255-AC54-444B-9E29-28A6C409BEE6}" dt="2026-04-29T14:36:01.445" v="805" actId="20577"/>
        <pc:sldMkLst>
          <pc:docMk/>
          <pc:sldMk cId="909832984" sldId="268"/>
        </pc:sldMkLst>
        <pc:spChg chg="mod topLvl">
          <ac:chgData name="Tiago Janela" userId="ee1a79fe-c79c-4f34-9602-7f6f2f0482b3" providerId="ADAL" clId="{C4759255-AC54-444B-9E29-28A6C409BEE6}" dt="2026-04-29T13:47:03.978" v="411" actId="20577"/>
          <ac:spMkLst>
            <pc:docMk/>
            <pc:sldMk cId="909832984" sldId="268"/>
            <ac:spMk id="7" creationId="{2488285A-EC5F-953B-2AA0-843EC3F5127C}"/>
          </ac:spMkLst>
        </pc:spChg>
        <pc:spChg chg="mod topLvl">
          <ac:chgData name="Tiago Janela" userId="ee1a79fe-c79c-4f34-9602-7f6f2f0482b3" providerId="ADAL" clId="{C4759255-AC54-444B-9E29-28A6C409BEE6}" dt="2026-04-29T13:47:13.946" v="418" actId="20577"/>
          <ac:spMkLst>
            <pc:docMk/>
            <pc:sldMk cId="909832984" sldId="268"/>
            <ac:spMk id="9" creationId="{641E8493-13A8-D084-AAF5-76892DBCDE12}"/>
          </ac:spMkLst>
        </pc:spChg>
        <pc:spChg chg="mod">
          <ac:chgData name="Tiago Janela" userId="ee1a79fe-c79c-4f34-9602-7f6f2f0482b3" providerId="ADAL" clId="{C4759255-AC54-444B-9E29-28A6C409BEE6}" dt="2026-04-29T14:05:21.202" v="479" actId="20577"/>
          <ac:spMkLst>
            <pc:docMk/>
            <pc:sldMk cId="909832984" sldId="268"/>
            <ac:spMk id="28" creationId="{5B927D80-0780-203A-8CD6-2AFA89094D43}"/>
          </ac:spMkLst>
        </pc:spChg>
        <pc:spChg chg="mod">
          <ac:chgData name="Tiago Janela" userId="ee1a79fe-c79c-4f34-9602-7f6f2f0482b3" providerId="ADAL" clId="{C4759255-AC54-444B-9E29-28A6C409BEE6}" dt="2026-04-29T14:36:01.445" v="805" actId="20577"/>
          <ac:spMkLst>
            <pc:docMk/>
            <pc:sldMk cId="909832984" sldId="268"/>
            <ac:spMk id="30" creationId="{B0D4C90D-2A3D-51FF-63CF-89B19440DDFB}"/>
          </ac:spMkLst>
        </pc:spChg>
        <pc:spChg chg="mod">
          <ac:chgData name="Tiago Janela" userId="ee1a79fe-c79c-4f34-9602-7f6f2f0482b3" providerId="ADAL" clId="{C4759255-AC54-444B-9E29-28A6C409BEE6}" dt="2026-04-29T14:02:28.082" v="434" actId="404"/>
          <ac:spMkLst>
            <pc:docMk/>
            <pc:sldMk cId="909832984" sldId="268"/>
            <ac:spMk id="46" creationId="{C02F4519-6E55-F26A-E1A3-2105A25F6A50}"/>
          </ac:spMkLst>
        </pc:spChg>
        <pc:grpChg chg="del">
          <ac:chgData name="Tiago Janela" userId="ee1a79fe-c79c-4f34-9602-7f6f2f0482b3" providerId="ADAL" clId="{C4759255-AC54-444B-9E29-28A6C409BEE6}" dt="2026-04-29T13:46:35.395" v="379" actId="478"/>
          <ac:grpSpMkLst>
            <pc:docMk/>
            <pc:sldMk cId="909832984" sldId="268"/>
            <ac:grpSpMk id="2" creationId="{5C615D10-25D2-1F41-F5FD-4EFD3DB05967}"/>
          </ac:grpSpMkLst>
        </pc:grpChg>
        <pc:grpChg chg="del">
          <ac:chgData name="Tiago Janela" userId="ee1a79fe-c79c-4f34-9602-7f6f2f0482b3" providerId="ADAL" clId="{C4759255-AC54-444B-9E29-28A6C409BEE6}" dt="2026-04-29T13:46:32.323" v="377" actId="478"/>
          <ac:grpSpMkLst>
            <pc:docMk/>
            <pc:sldMk cId="909832984" sldId="268"/>
            <ac:grpSpMk id="3" creationId="{32A6B30B-7C85-BDCD-D535-21D074298F51}"/>
          </ac:grpSpMkLst>
        </pc:grpChg>
        <pc:grpChg chg="del">
          <ac:chgData name="Tiago Janela" userId="ee1a79fe-c79c-4f34-9602-7f6f2f0482b3" providerId="ADAL" clId="{C4759255-AC54-444B-9E29-28A6C409BEE6}" dt="2026-04-29T13:46:38.563" v="381" actId="478"/>
          <ac:grpSpMkLst>
            <pc:docMk/>
            <pc:sldMk cId="909832984" sldId="268"/>
            <ac:grpSpMk id="5" creationId="{41B0B536-979D-AF86-E1AA-3EDC1D09F714}"/>
          </ac:grpSpMkLst>
        </pc:grpChg>
        <pc:grpChg chg="del">
          <ac:chgData name="Tiago Janela" userId="ee1a79fe-c79c-4f34-9602-7f6f2f0482b3" providerId="ADAL" clId="{C4759255-AC54-444B-9E29-28A6C409BEE6}" dt="2026-04-29T13:46:40.795" v="383" actId="478"/>
          <ac:grpSpMkLst>
            <pc:docMk/>
            <pc:sldMk cId="909832984" sldId="268"/>
            <ac:grpSpMk id="6" creationId="{3AA3631B-3F0D-3733-0FDC-BBD18F86BEDB}"/>
          </ac:grpSpMkLst>
        </pc:grpChg>
        <pc:grpChg chg="del">
          <ac:chgData name="Tiago Janela" userId="ee1a79fe-c79c-4f34-9602-7f6f2f0482b3" providerId="ADAL" clId="{C4759255-AC54-444B-9E29-28A6C409BEE6}" dt="2026-04-29T13:46:37.026" v="380" actId="478"/>
          <ac:grpSpMkLst>
            <pc:docMk/>
            <pc:sldMk cId="909832984" sldId="268"/>
            <ac:grpSpMk id="11" creationId="{DA01BAF4-359C-BB38-4616-17928143767D}"/>
          </ac:grpSpMkLst>
        </pc:grpChg>
        <pc:grpChg chg="del">
          <ac:chgData name="Tiago Janela" userId="ee1a79fe-c79c-4f34-9602-7f6f2f0482b3" providerId="ADAL" clId="{C4759255-AC54-444B-9E29-28A6C409BEE6}" dt="2026-04-29T13:46:41.763" v="384" actId="478"/>
          <ac:grpSpMkLst>
            <pc:docMk/>
            <pc:sldMk cId="909832984" sldId="268"/>
            <ac:grpSpMk id="14" creationId="{CA32F1FE-2AD1-7279-C420-23D2BBBE4114}"/>
          </ac:grpSpMkLst>
        </pc:grpChg>
        <pc:picChg chg="del">
          <ac:chgData name="Tiago Janela" userId="ee1a79fe-c79c-4f34-9602-7f6f2f0482b3" providerId="ADAL" clId="{C4759255-AC54-444B-9E29-28A6C409BEE6}" dt="2026-04-29T13:46:38.563" v="381" actId="478"/>
          <ac:picMkLst>
            <pc:docMk/>
            <pc:sldMk cId="909832984" sldId="268"/>
            <ac:picMk id="4" creationId="{9B8DE2D9-50FB-48E1-3766-F90DC4B43C31}"/>
          </ac:picMkLst>
        </pc:picChg>
        <pc:picChg chg="add mod">
          <ac:chgData name="Tiago Janela" userId="ee1a79fe-c79c-4f34-9602-7f6f2f0482b3" providerId="ADAL" clId="{C4759255-AC54-444B-9E29-28A6C409BEE6}" dt="2026-04-29T13:48:31.386" v="427" actId="1076"/>
          <ac:picMkLst>
            <pc:docMk/>
            <pc:sldMk cId="909832984" sldId="268"/>
            <ac:picMk id="8" creationId="{A34E11FB-A19D-87A2-8358-029E83B1B393}"/>
          </ac:picMkLst>
        </pc:picChg>
        <pc:picChg chg="del topLvl">
          <ac:chgData name="Tiago Janela" userId="ee1a79fe-c79c-4f34-9602-7f6f2f0482b3" providerId="ADAL" clId="{C4759255-AC54-444B-9E29-28A6C409BEE6}" dt="2026-04-29T13:46:37.026" v="380" actId="478"/>
          <ac:picMkLst>
            <pc:docMk/>
            <pc:sldMk cId="909832984" sldId="268"/>
            <ac:picMk id="10" creationId="{E5CCB7DC-7BE9-E070-5374-2C22E866120E}"/>
          </ac:picMkLst>
        </pc:picChg>
        <pc:picChg chg="del">
          <ac:chgData name="Tiago Janela" userId="ee1a79fe-c79c-4f34-9602-7f6f2f0482b3" providerId="ADAL" clId="{C4759255-AC54-444B-9E29-28A6C409BEE6}" dt="2026-04-29T13:46:32.323" v="377" actId="478"/>
          <ac:picMkLst>
            <pc:docMk/>
            <pc:sldMk cId="909832984" sldId="268"/>
            <ac:picMk id="12" creationId="{635294F4-DE55-F52A-0F65-840B513A24A2}"/>
          </ac:picMkLst>
        </pc:picChg>
        <pc:picChg chg="del">
          <ac:chgData name="Tiago Janela" userId="ee1a79fe-c79c-4f34-9602-7f6f2f0482b3" providerId="ADAL" clId="{C4759255-AC54-444B-9E29-28A6C409BEE6}" dt="2026-04-29T13:46:40.795" v="383" actId="478"/>
          <ac:picMkLst>
            <pc:docMk/>
            <pc:sldMk cId="909832984" sldId="268"/>
            <ac:picMk id="13" creationId="{7E80FD93-EC36-7292-D41F-2AB7B9A8674E}"/>
          </ac:picMkLst>
        </pc:picChg>
        <pc:picChg chg="del">
          <ac:chgData name="Tiago Janela" userId="ee1a79fe-c79c-4f34-9602-7f6f2f0482b3" providerId="ADAL" clId="{C4759255-AC54-444B-9E29-28A6C409BEE6}" dt="2026-04-29T13:46:35.395" v="379" actId="478"/>
          <ac:picMkLst>
            <pc:docMk/>
            <pc:sldMk cId="909832984" sldId="268"/>
            <ac:picMk id="15" creationId="{413DC958-3438-AD99-8ED3-9413D987A5AC}"/>
          </ac:picMkLst>
        </pc:picChg>
        <pc:picChg chg="del">
          <ac:chgData name="Tiago Janela" userId="ee1a79fe-c79c-4f34-9602-7f6f2f0482b3" providerId="ADAL" clId="{C4759255-AC54-444B-9E29-28A6C409BEE6}" dt="2026-04-29T13:46:34.002" v="378" actId="478"/>
          <ac:picMkLst>
            <pc:docMk/>
            <pc:sldMk cId="909832984" sldId="268"/>
            <ac:picMk id="16" creationId="{65A8E5C2-6215-DED8-8284-904D83645C28}"/>
          </ac:picMkLst>
        </pc:picChg>
        <pc:picChg chg="del">
          <ac:chgData name="Tiago Janela" userId="ee1a79fe-c79c-4f34-9602-7f6f2f0482b3" providerId="ADAL" clId="{C4759255-AC54-444B-9E29-28A6C409BEE6}" dt="2026-04-29T13:46:39.875" v="382" actId="478"/>
          <ac:picMkLst>
            <pc:docMk/>
            <pc:sldMk cId="909832984" sldId="268"/>
            <ac:picMk id="17" creationId="{9A57B164-6AA0-9A5C-969C-361475D72D25}"/>
          </ac:picMkLst>
        </pc:picChg>
        <pc:picChg chg="del topLvl">
          <ac:chgData name="Tiago Janela" userId="ee1a79fe-c79c-4f34-9602-7f6f2f0482b3" providerId="ADAL" clId="{C4759255-AC54-444B-9E29-28A6C409BEE6}" dt="2026-04-29T13:46:41.763" v="384" actId="478"/>
          <ac:picMkLst>
            <pc:docMk/>
            <pc:sldMk cId="909832984" sldId="268"/>
            <ac:picMk id="18" creationId="{721B14D9-308B-88B5-4785-360A6C506019}"/>
          </ac:picMkLst>
        </pc:picChg>
        <pc:picChg chg="add mod">
          <ac:chgData name="Tiago Janela" userId="ee1a79fe-c79c-4f34-9602-7f6f2f0482b3" providerId="ADAL" clId="{C4759255-AC54-444B-9E29-28A6C409BEE6}" dt="2026-04-29T13:48:22.033" v="426" actId="1076"/>
          <ac:picMkLst>
            <pc:docMk/>
            <pc:sldMk cId="909832984" sldId="268"/>
            <ac:picMk id="23" creationId="{A2289CF0-0B79-FB00-8B39-2130F1B1729D}"/>
          </ac:picMkLst>
        </pc:picChg>
      </pc:sldChg>
      <pc:sldChg chg="delSp add del mod">
        <pc:chgData name="Tiago Janela" userId="ee1a79fe-c79c-4f34-9602-7f6f2f0482b3" providerId="ADAL" clId="{C4759255-AC54-444B-9E29-28A6C409BEE6}" dt="2026-04-29T14:24:27.016" v="605" actId="47"/>
        <pc:sldMkLst>
          <pc:docMk/>
          <pc:sldMk cId="4081018538" sldId="269"/>
        </pc:sldMkLst>
        <pc:spChg chg="del">
          <ac:chgData name="Tiago Janela" userId="ee1a79fe-c79c-4f34-9602-7f6f2f0482b3" providerId="ADAL" clId="{C4759255-AC54-444B-9E29-28A6C409BEE6}" dt="2026-04-29T14:21:43.222" v="568" actId="478"/>
          <ac:spMkLst>
            <pc:docMk/>
            <pc:sldMk cId="4081018538" sldId="269"/>
            <ac:spMk id="14" creationId="{47BDDA66-D9F4-8B02-9F65-D6099C12712B}"/>
          </ac:spMkLst>
        </pc:spChg>
      </pc:sldChg>
      <pc:sldChg chg="addSp delSp modSp add mod ord">
        <pc:chgData name="Tiago Janela" userId="ee1a79fe-c79c-4f34-9602-7f6f2f0482b3" providerId="ADAL" clId="{C4759255-AC54-444B-9E29-28A6C409BEE6}" dt="2026-04-29T15:21:14.903" v="824" actId="20577"/>
        <pc:sldMkLst>
          <pc:docMk/>
          <pc:sldMk cId="2910313481" sldId="270"/>
        </pc:sldMkLst>
        <pc:spChg chg="add mod">
          <ac:chgData name="Tiago Janela" userId="ee1a79fe-c79c-4f34-9602-7f6f2f0482b3" providerId="ADAL" clId="{C4759255-AC54-444B-9E29-28A6C409BEE6}" dt="2026-04-29T15:21:14.903" v="824" actId="20577"/>
          <ac:spMkLst>
            <pc:docMk/>
            <pc:sldMk cId="2910313481" sldId="270"/>
            <ac:spMk id="4" creationId="{EE404A95-E54E-B3BB-3960-2906EAA6D7A6}"/>
          </ac:spMkLst>
        </pc:spChg>
        <pc:spChg chg="add del mod">
          <ac:chgData name="Tiago Janela" userId="ee1a79fe-c79c-4f34-9602-7f6f2f0482b3" providerId="ADAL" clId="{C4759255-AC54-444B-9E29-28A6C409BEE6}" dt="2026-04-29T14:25:25.507" v="613" actId="478"/>
          <ac:spMkLst>
            <pc:docMk/>
            <pc:sldMk cId="2910313481" sldId="270"/>
            <ac:spMk id="5" creationId="{FF64500E-C08A-13B9-327B-EFEB2A9223B5}"/>
          </ac:spMkLst>
        </pc:spChg>
        <pc:spChg chg="add mod">
          <ac:chgData name="Tiago Janela" userId="ee1a79fe-c79c-4f34-9602-7f6f2f0482b3" providerId="ADAL" clId="{C4759255-AC54-444B-9E29-28A6C409BEE6}" dt="2026-04-29T15:21:13.941" v="823" actId="1076"/>
          <ac:spMkLst>
            <pc:docMk/>
            <pc:sldMk cId="2910313481" sldId="270"/>
            <ac:spMk id="6" creationId="{E5CD7569-CE35-8372-955F-0E824345FF03}"/>
          </ac:spMkLst>
        </pc:spChg>
        <pc:spChg chg="mod">
          <ac:chgData name="Tiago Janela" userId="ee1a79fe-c79c-4f34-9602-7f6f2f0482b3" providerId="ADAL" clId="{C4759255-AC54-444B-9E29-28A6C409BEE6}" dt="2026-04-29T15:17:59.422" v="811" actId="1076"/>
          <ac:spMkLst>
            <pc:docMk/>
            <pc:sldMk cId="2910313481" sldId="270"/>
            <ac:spMk id="7" creationId="{2488285A-EC5F-953B-2AA0-843EC3F5127C}"/>
          </ac:spMkLst>
        </pc:spChg>
        <pc:spChg chg="mod">
          <ac:chgData name="Tiago Janela" userId="ee1a79fe-c79c-4f34-9602-7f6f2f0482b3" providerId="ADAL" clId="{C4759255-AC54-444B-9E29-28A6C409BEE6}" dt="2026-04-29T14:23:44.860" v="604" actId="20577"/>
          <ac:spMkLst>
            <pc:docMk/>
            <pc:sldMk cId="2910313481" sldId="270"/>
            <ac:spMk id="9" creationId="{641E8493-13A8-D084-AAF5-76892DBCDE12}"/>
          </ac:spMkLst>
        </pc:spChg>
        <pc:spChg chg="add del mod">
          <ac:chgData name="Tiago Janela" userId="ee1a79fe-c79c-4f34-9602-7f6f2f0482b3" providerId="ADAL" clId="{C4759255-AC54-444B-9E29-28A6C409BEE6}" dt="2026-04-29T14:26:28.866" v="623" actId="478"/>
          <ac:spMkLst>
            <pc:docMk/>
            <pc:sldMk cId="2910313481" sldId="270"/>
            <ac:spMk id="10" creationId="{A9057894-F82C-A25C-01EF-BB3247BEEE34}"/>
          </ac:spMkLst>
        </pc:spChg>
        <pc:spChg chg="add del mod">
          <ac:chgData name="Tiago Janela" userId="ee1a79fe-c79c-4f34-9602-7f6f2f0482b3" providerId="ADAL" clId="{C4759255-AC54-444B-9E29-28A6C409BEE6}" dt="2026-04-29T14:48:36.099" v="810" actId="478"/>
          <ac:spMkLst>
            <pc:docMk/>
            <pc:sldMk cId="2910313481" sldId="270"/>
            <ac:spMk id="11" creationId="{07CBABF2-01C0-57B0-8AFF-348C67525ABC}"/>
          </ac:spMkLst>
        </pc:spChg>
        <pc:spChg chg="del">
          <ac:chgData name="Tiago Janela" userId="ee1a79fe-c79c-4f34-9602-7f6f2f0482b3" providerId="ADAL" clId="{C4759255-AC54-444B-9E29-28A6C409BEE6}" dt="2026-04-29T14:48:18.499" v="806" actId="478"/>
          <ac:spMkLst>
            <pc:docMk/>
            <pc:sldMk cId="2910313481" sldId="270"/>
            <ac:spMk id="22" creationId="{CC3DB96C-E7DA-1AD3-B9F5-7FDA8BA9B3AD}"/>
          </ac:spMkLst>
        </pc:spChg>
        <pc:spChg chg="del">
          <ac:chgData name="Tiago Janela" userId="ee1a79fe-c79c-4f34-9602-7f6f2f0482b3" providerId="ADAL" clId="{C4759255-AC54-444B-9E29-28A6C409BEE6}" dt="2026-04-29T14:24:41.579" v="606" actId="478"/>
          <ac:spMkLst>
            <pc:docMk/>
            <pc:sldMk cId="2910313481" sldId="270"/>
            <ac:spMk id="46" creationId="{C02F4519-6E55-F26A-E1A3-2105A25F6A50}"/>
          </ac:spMkLst>
        </pc:spChg>
        <pc:grpChg chg="del">
          <ac:chgData name="Tiago Janela" userId="ee1a79fe-c79c-4f34-9602-7f6f2f0482b3" providerId="ADAL" clId="{C4759255-AC54-444B-9E29-28A6C409BEE6}" dt="2026-04-29T14:24:42.634" v="607" actId="478"/>
          <ac:grpSpMkLst>
            <pc:docMk/>
            <pc:sldMk cId="2910313481" sldId="270"/>
            <ac:grpSpMk id="36" creationId="{9EC2A3B4-5B0E-882B-8458-F75AA108A5E6}"/>
          </ac:grpSpMkLst>
        </pc:grpChg>
        <pc:grpChg chg="del">
          <ac:chgData name="Tiago Janela" userId="ee1a79fe-c79c-4f34-9602-7f6f2f0482b3" providerId="ADAL" clId="{C4759255-AC54-444B-9E29-28A6C409BEE6}" dt="2026-04-29T14:24:43.466" v="608" actId="478"/>
          <ac:grpSpMkLst>
            <pc:docMk/>
            <pc:sldMk cId="2910313481" sldId="270"/>
            <ac:grpSpMk id="37" creationId="{94E61FAA-489A-631D-A169-A21283220D66}"/>
          </ac:grpSpMkLst>
        </pc:grpChg>
        <pc:picChg chg="add mod">
          <ac:chgData name="Tiago Janela" userId="ee1a79fe-c79c-4f34-9602-7f6f2f0482b3" providerId="ADAL" clId="{C4759255-AC54-444B-9E29-28A6C409BEE6}" dt="2026-04-29T14:22:46.076" v="587" actId="1076"/>
          <ac:picMkLst>
            <pc:docMk/>
            <pc:sldMk cId="2910313481" sldId="270"/>
            <ac:picMk id="2" creationId="{009BB816-3CB1-11F0-349B-5754B7DE95DB}"/>
          </ac:picMkLst>
        </pc:picChg>
        <pc:picChg chg="add mod">
          <ac:chgData name="Tiago Janela" userId="ee1a79fe-c79c-4f34-9602-7f6f2f0482b3" providerId="ADAL" clId="{C4759255-AC54-444B-9E29-28A6C409BEE6}" dt="2026-04-29T14:23:22.044" v="594" actId="1076"/>
          <ac:picMkLst>
            <pc:docMk/>
            <pc:sldMk cId="2910313481" sldId="270"/>
            <ac:picMk id="3" creationId="{8D7B2186-999B-65D7-929D-2E963456D958}"/>
          </ac:picMkLst>
        </pc:picChg>
        <pc:picChg chg="del">
          <ac:chgData name="Tiago Janela" userId="ee1a79fe-c79c-4f34-9602-7f6f2f0482b3" providerId="ADAL" clId="{C4759255-AC54-444B-9E29-28A6C409BEE6}" dt="2026-04-29T14:22:25.716" v="576" actId="478"/>
          <ac:picMkLst>
            <pc:docMk/>
            <pc:sldMk cId="2910313481" sldId="270"/>
            <ac:picMk id="8" creationId="{A34E11FB-A19D-87A2-8358-029E83B1B393}"/>
          </ac:picMkLst>
        </pc:picChg>
        <pc:picChg chg="del">
          <ac:chgData name="Tiago Janela" userId="ee1a79fe-c79c-4f34-9602-7f6f2f0482b3" providerId="ADAL" clId="{C4759255-AC54-444B-9E29-28A6C409BEE6}" dt="2026-04-29T14:22:25.716" v="576" actId="478"/>
          <ac:picMkLst>
            <pc:docMk/>
            <pc:sldMk cId="2910313481" sldId="270"/>
            <ac:picMk id="23" creationId="{A2289CF0-0B79-FB00-8B39-2130F1B1729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523A-1686-0F18-5F24-FC06C85C2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A034B5-D5D0-7100-2015-B897F8612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E6A0D-9B2E-2A24-F966-3FEFE0E5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6FED-5499-EA31-DE52-E52F77E2B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F1EE0-F2BC-C8BF-62E0-2194E6E83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88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A294-F3D3-8C9B-1A8B-75E8BC3C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E587-E0A2-AC3A-0C23-E36ADED6B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6BEF-B955-9398-9050-4728D8F2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06034-6F8D-22F7-2779-9950786F9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6250-5CD9-7CDC-8C76-1259CC05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76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D747-E46D-791E-ED14-DFF79EAF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45ED1-4771-F122-BF2D-C33EB5674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9A100-8A8A-C642-B90C-809CD9260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61C92-F819-4B46-46E4-A150ED2D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EA2B-2484-46EB-14F3-5B64A1165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28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9F5D-E3D4-70AA-5A24-1C644B69D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BA872-5393-3993-2C66-B53DEEC5C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28006B-095E-4539-BBFC-50D63F938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2D2DF1-7737-5E62-C383-051EEA52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A4A321-F367-1FF8-0C62-9150ACCC8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41510-B89B-3A6E-4689-2E2D9BA8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1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BEA70-662E-AC9B-0477-BBD45502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E483F-58A6-908F-D879-61AF51DAE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DF996A-EE33-80AC-AF65-64B8D0B7B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D6D71-6A82-756E-159E-4185094D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985418-1A38-73FB-E81D-C7227EE21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B5A82-3445-6A8B-C216-858F2C01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97D24-4818-AA2D-A7B4-0F514E52C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59825-53A7-4649-8BE0-4E27793E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16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2231F-BE54-8583-44EF-58E5879F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262287-6D27-56D3-C467-1DB66426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9E31B-7F14-8279-53F7-981B9B74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B875C-AD0A-0683-EF07-F5E97D5D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28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F08A3-C527-01BF-E8AC-AAF900BF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6FFC60-7276-6693-2057-9EA9B7E56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4715A-FA21-0F01-6775-E8181DACE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39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65D7-497F-A831-0578-825FC6CA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1C7F9-A31D-08FC-D8F0-1D68DE2A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43B7A-AB11-8D63-6A16-83618AEE4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0DA04-2D24-CCAB-7D9E-4264A2FB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72F1D-A745-978C-D9CF-F84E0594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C8F62-9724-FEC3-A31D-6019CEC19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9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16F32-A203-7588-AC51-3ABC2E6A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60CC14-4F68-559B-0E46-62762CA521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E401F0-03A2-43FD-A97B-613FAD94A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58140-FFE8-FC6C-58C3-CB4501263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9B88-21FF-90FE-7A6D-D92D7C029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B7746-F081-BCD5-881C-B9404C18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49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5845-200B-5940-C8BD-8570CFE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863D7-C00D-FE03-5BB6-3C578A983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F8FD1-3666-5C71-1C1A-2B3ED1140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FE41E-B0D6-A20F-D280-F45463613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49B3F-707B-D04F-2163-C37A4DDA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9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694F7-4137-6BA9-6E0D-C2BE2F926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1EEC8-B98E-7801-E74C-994DF4DBE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9D618-93BC-9A2A-04AA-4D8BD8D1B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4B0DC-FFEA-60BE-D2FE-CB3A75D42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5A52D-1462-158D-395E-68B09FF9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43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49181-629E-935C-864E-9A5B28A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24917-C406-E5E5-EF7E-F7AF46B70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9AA31-ECBF-CF19-52F9-92F9AFBD9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F0F7C-4BCE-44E3-AC6F-932A28F11178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A715D-EA3E-E54A-424E-A07B8CF936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8A1DF-818E-E316-EE1F-6AA9E79D2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6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8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8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392176-39B0-E02A-04FB-B50681B4ED59}"/>
              </a:ext>
            </a:extLst>
          </p:cNvPr>
          <p:cNvSpPr/>
          <p:nvPr/>
        </p:nvSpPr>
        <p:spPr>
          <a:xfrm>
            <a:off x="4987051" y="1660358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ustomer review with solid fill">
            <a:extLst>
              <a:ext uri="{FF2B5EF4-FFF2-40B4-BE49-F238E27FC236}">
                <a16:creationId xmlns:a16="http://schemas.microsoft.com/office/drawing/2014/main" id="{666CD9FA-4187-BB20-E80C-92067F3EC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1613" y="2643938"/>
            <a:ext cx="965534" cy="9655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F5502-2CC3-1024-68CD-9C93F725D6A0}"/>
              </a:ext>
            </a:extLst>
          </p:cNvPr>
          <p:cNvSpPr txBox="1"/>
          <p:nvPr/>
        </p:nvSpPr>
        <p:spPr>
          <a:xfrm>
            <a:off x="5169836" y="2129202"/>
            <a:ext cx="1409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ChemAgent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3E178F-D3AC-AB26-D0BF-0CF30E4C6B37}"/>
              </a:ext>
            </a:extLst>
          </p:cNvPr>
          <p:cNvSpPr txBox="1"/>
          <p:nvPr/>
        </p:nvSpPr>
        <p:spPr>
          <a:xfrm>
            <a:off x="4987052" y="95650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Selectivity datasets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1AF7729-382A-AE37-20A5-F8D46546E3DE}"/>
              </a:ext>
            </a:extLst>
          </p:cNvPr>
          <p:cNvGrpSpPr/>
          <p:nvPr/>
        </p:nvGrpSpPr>
        <p:grpSpPr>
          <a:xfrm>
            <a:off x="5257760" y="511677"/>
            <a:ext cx="1233240" cy="545260"/>
            <a:chOff x="5251780" y="511677"/>
            <a:chExt cx="1233240" cy="5452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6F12FBD-72D5-CE43-8873-59AC5E183FE8}"/>
                </a:ext>
              </a:extLst>
            </p:cNvPr>
            <p:cNvGrpSpPr/>
            <p:nvPr/>
          </p:nvGrpSpPr>
          <p:grpSpPr>
            <a:xfrm>
              <a:off x="5991724" y="511677"/>
              <a:ext cx="493296" cy="545260"/>
              <a:chOff x="5565105" y="592750"/>
              <a:chExt cx="493296" cy="545260"/>
            </a:xfrm>
          </p:grpSpPr>
          <p:sp>
            <p:nvSpPr>
              <p:cNvPr id="8" name="Flowchart: Magnetic Disk 7">
                <a:extLst>
                  <a:ext uri="{FF2B5EF4-FFF2-40B4-BE49-F238E27FC236}">
                    <a16:creationId xmlns:a16="http://schemas.microsoft.com/office/drawing/2014/main" id="{F818552A-9D01-3E7F-E7DD-AF7044B0581F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lowchart: Magnetic Disk 8">
                <a:extLst>
                  <a:ext uri="{FF2B5EF4-FFF2-40B4-BE49-F238E27FC236}">
                    <a16:creationId xmlns:a16="http://schemas.microsoft.com/office/drawing/2014/main" id="{A5F9C9D8-5DBC-0B39-BC5F-8233EE7EB83F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lowchart: Magnetic Disk 9">
                <a:extLst>
                  <a:ext uri="{FF2B5EF4-FFF2-40B4-BE49-F238E27FC236}">
                    <a16:creationId xmlns:a16="http://schemas.microsoft.com/office/drawing/2014/main" id="{B95A12D0-EE62-C91F-1764-CDDE07080691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555C311-E9A9-8735-0F97-E6BDC20CC19B}"/>
                </a:ext>
              </a:extLst>
            </p:cNvPr>
            <p:cNvGrpSpPr/>
            <p:nvPr/>
          </p:nvGrpSpPr>
          <p:grpSpPr>
            <a:xfrm>
              <a:off x="5251780" y="511677"/>
              <a:ext cx="493296" cy="545260"/>
              <a:chOff x="5565105" y="592750"/>
              <a:chExt cx="493296" cy="545260"/>
            </a:xfrm>
          </p:grpSpPr>
          <p:sp>
            <p:nvSpPr>
              <p:cNvPr id="17" name="Flowchart: Magnetic Disk 16">
                <a:extLst>
                  <a:ext uri="{FF2B5EF4-FFF2-40B4-BE49-F238E27FC236}">
                    <a16:creationId xmlns:a16="http://schemas.microsoft.com/office/drawing/2014/main" id="{162A01B2-EB49-FC3A-E1CB-402E2E50A460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Magnetic Disk 17">
                <a:extLst>
                  <a:ext uri="{FF2B5EF4-FFF2-40B4-BE49-F238E27FC236}">
                    <a16:creationId xmlns:a16="http://schemas.microsoft.com/office/drawing/2014/main" id="{42DAC98C-6C59-726F-5967-36FD55D3CBFC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lowchart: Magnetic Disk 18">
                <a:extLst>
                  <a:ext uri="{FF2B5EF4-FFF2-40B4-BE49-F238E27FC236}">
                    <a16:creationId xmlns:a16="http://schemas.microsoft.com/office/drawing/2014/main" id="{3A3B0FA4-C5CD-08DD-41A6-DFAC15A2F9EB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D09C75-5D39-3B2F-2841-3698D1D7ED86}"/>
              </a:ext>
            </a:extLst>
          </p:cNvPr>
          <p:cNvGrpSpPr/>
          <p:nvPr/>
        </p:nvGrpSpPr>
        <p:grpSpPr>
          <a:xfrm>
            <a:off x="421375" y="3441021"/>
            <a:ext cx="3690026" cy="1096019"/>
            <a:chOff x="635457" y="3850101"/>
            <a:chExt cx="3690026" cy="109601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DAB9E77-45E3-5E01-5BBF-A35CA6011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457" y="3850101"/>
              <a:ext cx="1526251" cy="1034629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F40B101-77A3-9EFD-8791-6FE55BA0A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5707" y="3850101"/>
              <a:ext cx="1769776" cy="109601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76C9A29-C3EE-6B30-4036-34D183A20D0D}"/>
              </a:ext>
            </a:extLst>
          </p:cNvPr>
          <p:cNvSpPr txBox="1"/>
          <p:nvPr/>
        </p:nvSpPr>
        <p:spPr>
          <a:xfrm>
            <a:off x="5866822" y="4537040"/>
            <a:ext cx="665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MCP 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A76D348-328D-8751-7E8E-5543CDE7DAEB}"/>
              </a:ext>
            </a:extLst>
          </p:cNvPr>
          <p:cNvGrpSpPr/>
          <p:nvPr/>
        </p:nvGrpSpPr>
        <p:grpSpPr>
          <a:xfrm>
            <a:off x="195368" y="1251278"/>
            <a:ext cx="4142040" cy="1166284"/>
            <a:chOff x="326821" y="1660358"/>
            <a:chExt cx="4142040" cy="1166284"/>
          </a:xfrm>
        </p:grpSpPr>
        <p:pic>
          <p:nvPicPr>
            <p:cNvPr id="55" name="Picture 54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4DD92605-1A72-FFE6-AA59-B3EC76A7D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34" r="52237"/>
            <a:stretch/>
          </p:blipFill>
          <p:spPr>
            <a:xfrm>
              <a:off x="326821" y="1660358"/>
              <a:ext cx="1876999" cy="1166284"/>
            </a:xfrm>
            <a:prstGeom prst="rect">
              <a:avLst/>
            </a:prstGeom>
          </p:spPr>
        </p:pic>
        <p:pic>
          <p:nvPicPr>
            <p:cNvPr id="57" name="Picture 56" descr="A diagram of a molecule">
              <a:extLst>
                <a:ext uri="{FF2B5EF4-FFF2-40B4-BE49-F238E27FC236}">
                  <a16:creationId xmlns:a16="http://schemas.microsoft.com/office/drawing/2014/main" id="{2DD5B78F-1513-F8F3-6CCC-353F805F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553" y="1690622"/>
              <a:ext cx="1972308" cy="1105756"/>
            </a:xfrm>
            <a:prstGeom prst="rect">
              <a:avLst/>
            </a:prstGeom>
          </p:spPr>
        </p:pic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D4B222FD-2AE9-5090-6600-BB53084CF4DC}"/>
              </a:ext>
            </a:extLst>
          </p:cNvPr>
          <p:cNvSpPr txBox="1"/>
          <p:nvPr/>
        </p:nvSpPr>
        <p:spPr>
          <a:xfrm>
            <a:off x="1127120" y="743037"/>
            <a:ext cx="2278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Molecular representations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9031DA-0043-88F7-7C95-18CDD0584227}"/>
              </a:ext>
            </a:extLst>
          </p:cNvPr>
          <p:cNvSpPr txBox="1"/>
          <p:nvPr/>
        </p:nvSpPr>
        <p:spPr>
          <a:xfrm>
            <a:off x="7796170" y="956501"/>
            <a:ext cx="321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Explainable artificial intelligence</a:t>
            </a:r>
          </a:p>
        </p:txBody>
      </p:sp>
      <p:pic>
        <p:nvPicPr>
          <p:cNvPr id="80" name="Graphic 79" descr="Tools with solid fill">
            <a:extLst>
              <a:ext uri="{FF2B5EF4-FFF2-40B4-BE49-F238E27FC236}">
                <a16:creationId xmlns:a16="http://schemas.microsoft.com/office/drawing/2014/main" id="{193B9AB7-7969-856E-04C5-5266CAC9BD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5949" y="719047"/>
            <a:ext cx="304798" cy="304798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412B1C2A-33EB-E6E8-F8CB-CA5D832461C6}"/>
              </a:ext>
            </a:extLst>
          </p:cNvPr>
          <p:cNvSpPr/>
          <p:nvPr/>
        </p:nvSpPr>
        <p:spPr>
          <a:xfrm>
            <a:off x="85665" y="1082242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A645FB63-98DA-4E1F-F442-325D00E7C85A}"/>
              </a:ext>
            </a:extLst>
          </p:cNvPr>
          <p:cNvSpPr/>
          <p:nvPr/>
        </p:nvSpPr>
        <p:spPr>
          <a:xfrm>
            <a:off x="85665" y="3194461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3" name="Graphic 82" descr="Tools with solid fill">
            <a:extLst>
              <a:ext uri="{FF2B5EF4-FFF2-40B4-BE49-F238E27FC236}">
                <a16:creationId xmlns:a16="http://schemas.microsoft.com/office/drawing/2014/main" id="{0BC38390-B918-24F5-9960-807CB70606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82163" y="2849635"/>
            <a:ext cx="304798" cy="304798"/>
          </a:xfrm>
          <a:prstGeom prst="rect">
            <a:avLst/>
          </a:prstGeom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DE51773-4931-FB10-5E13-BD494E15FA04}"/>
              </a:ext>
            </a:extLst>
          </p:cNvPr>
          <p:cNvSpPr/>
          <p:nvPr/>
        </p:nvSpPr>
        <p:spPr>
          <a:xfrm>
            <a:off x="5059167" y="439628"/>
            <a:ext cx="1630426" cy="7365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Graphic 86" descr="Tools with solid fill">
            <a:extLst>
              <a:ext uri="{FF2B5EF4-FFF2-40B4-BE49-F238E27FC236}">
                <a16:creationId xmlns:a16="http://schemas.microsoft.com/office/drawing/2014/main" id="{12AEA7F0-EE2A-4873-CE5E-5D0B74AB2D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8643" y="58758"/>
            <a:ext cx="304798" cy="304798"/>
          </a:xfrm>
          <a:prstGeom prst="rect">
            <a:avLst/>
          </a:prstGeom>
        </p:spPr>
      </p:pic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D0310145-6AB5-47A3-75AD-527C96C4A9B7}"/>
              </a:ext>
            </a:extLst>
          </p:cNvPr>
          <p:cNvSpPr/>
          <p:nvPr/>
        </p:nvSpPr>
        <p:spPr>
          <a:xfrm>
            <a:off x="7361795" y="1280526"/>
            <a:ext cx="3959922" cy="30809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C18DE19B-00D0-3255-6751-EB1E1B5AA1E4}"/>
              </a:ext>
            </a:extLst>
          </p:cNvPr>
          <p:cNvCxnSpPr>
            <a:cxnSpLocks/>
            <a:stCxn id="81" idx="3"/>
            <a:endCxn id="4" idx="1"/>
          </p:cNvCxnSpPr>
          <p:nvPr/>
        </p:nvCxnSpPr>
        <p:spPr>
          <a:xfrm>
            <a:off x="4447111" y="1846116"/>
            <a:ext cx="539940" cy="969274"/>
          </a:xfrm>
          <a:prstGeom prst="bentConnector3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0A6894E-3F86-946A-C66A-589AF24D32B4}"/>
              </a:ext>
            </a:extLst>
          </p:cNvPr>
          <p:cNvCxnSpPr>
            <a:cxnSpLocks/>
            <a:stCxn id="82" idx="3"/>
            <a:endCxn id="4" idx="1"/>
          </p:cNvCxnSpPr>
          <p:nvPr/>
        </p:nvCxnSpPr>
        <p:spPr>
          <a:xfrm flipV="1">
            <a:off x="4447111" y="2815390"/>
            <a:ext cx="539940" cy="1142945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5DCA819-9EE4-88CB-8B3F-0629FC7D5FA1}"/>
              </a:ext>
            </a:extLst>
          </p:cNvPr>
          <p:cNvCxnSpPr>
            <a:cxnSpLocks/>
          </p:cNvCxnSpPr>
          <p:nvPr/>
        </p:nvCxnSpPr>
        <p:spPr>
          <a:xfrm>
            <a:off x="5874380" y="1176209"/>
            <a:ext cx="0" cy="48414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" name="Graphic 101" descr="Tools with solid fill">
            <a:extLst>
              <a:ext uri="{FF2B5EF4-FFF2-40B4-BE49-F238E27FC236}">
                <a16:creationId xmlns:a16="http://schemas.microsoft.com/office/drawing/2014/main" id="{CCCB513C-C8D7-ABE5-81B9-2AF2530D89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12064" y="922416"/>
            <a:ext cx="304798" cy="304798"/>
          </a:xfrm>
          <a:prstGeom prst="rect">
            <a:avLst/>
          </a:prstGeom>
        </p:spPr>
      </p:pic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B3F3325-FDD8-6A72-2639-464C7F3D7314}"/>
              </a:ext>
            </a:extLst>
          </p:cNvPr>
          <p:cNvCxnSpPr>
            <a:cxnSpLocks/>
            <a:stCxn id="4" idx="3"/>
            <a:endCxn id="88" idx="1"/>
          </p:cNvCxnSpPr>
          <p:nvPr/>
        </p:nvCxnSpPr>
        <p:spPr>
          <a:xfrm>
            <a:off x="6761709" y="2815390"/>
            <a:ext cx="600086" cy="559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2511C1E-D50D-B67C-E30D-211C6B1BC2A0}"/>
              </a:ext>
            </a:extLst>
          </p:cNvPr>
          <p:cNvCxnSpPr/>
          <p:nvPr/>
        </p:nvCxnSpPr>
        <p:spPr>
          <a:xfrm>
            <a:off x="5460701" y="4690929"/>
            <a:ext cx="51735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BF180E4-DC1E-5A10-CFFC-92CDA30B4A69}"/>
              </a:ext>
            </a:extLst>
          </p:cNvPr>
          <p:cNvSpPr txBox="1"/>
          <p:nvPr/>
        </p:nvSpPr>
        <p:spPr>
          <a:xfrm>
            <a:off x="1454296" y="2856549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ML models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B5869D-89AA-074F-A57C-6183A17CB9BA}"/>
              </a:ext>
            </a:extLst>
          </p:cNvPr>
          <p:cNvGrpSpPr/>
          <p:nvPr/>
        </p:nvGrpSpPr>
        <p:grpSpPr>
          <a:xfrm>
            <a:off x="7610596" y="1349580"/>
            <a:ext cx="3542419" cy="3005096"/>
            <a:chOff x="7610596" y="1349580"/>
            <a:chExt cx="3542419" cy="3005096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10981DF9-3B88-6642-A38A-F557DBD8A271}"/>
                </a:ext>
              </a:extLst>
            </p:cNvPr>
            <p:cNvGrpSpPr/>
            <p:nvPr/>
          </p:nvGrpSpPr>
          <p:grpSpPr>
            <a:xfrm>
              <a:off x="7610596" y="1349580"/>
              <a:ext cx="1799603" cy="2941699"/>
              <a:chOff x="7610596" y="1349580"/>
              <a:chExt cx="1799603" cy="2941699"/>
            </a:xfrm>
          </p:grpSpPr>
          <p:pic>
            <p:nvPicPr>
              <p:cNvPr id="125" name="Graphic 124">
                <a:extLst>
                  <a:ext uri="{FF2B5EF4-FFF2-40B4-BE49-F238E27FC236}">
                    <a16:creationId xmlns:a16="http://schemas.microsoft.com/office/drawing/2014/main" id="{C79B781B-3EC9-8D56-5649-7E84B7805E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7610596" y="3154433"/>
                <a:ext cx="1799603" cy="1136846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818766DF-CDB2-59A5-14AE-55EEA959C1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108" t="19807" r="13646" b="22794"/>
              <a:stretch/>
            </p:blipFill>
            <p:spPr>
              <a:xfrm>
                <a:off x="7689053" y="1596574"/>
                <a:ext cx="1642689" cy="1253061"/>
              </a:xfrm>
              <a:prstGeom prst="rect">
                <a:avLst/>
              </a:prstGeom>
            </p:spPr>
          </p:pic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30B447AA-6E7A-E938-36FB-3B18BDD86AA9}"/>
                  </a:ext>
                </a:extLst>
              </p:cNvPr>
              <p:cNvSpPr txBox="1"/>
              <p:nvPr/>
            </p:nvSpPr>
            <p:spPr>
              <a:xfrm>
                <a:off x="8141530" y="1349580"/>
                <a:ext cx="7377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SHAP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EA89C04-883D-8AC3-FC42-C45F07A23A14}"/>
                  </a:ext>
                </a:extLst>
              </p:cNvPr>
              <p:cNvSpPr txBox="1"/>
              <p:nvPr/>
            </p:nvSpPr>
            <p:spPr>
              <a:xfrm>
                <a:off x="7759960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Counterfactuals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44DF905F-D3A1-4FD5-B979-6E405669B5A0}"/>
                </a:ext>
              </a:extLst>
            </p:cNvPr>
            <p:cNvGrpSpPr/>
            <p:nvPr/>
          </p:nvGrpSpPr>
          <p:grpSpPr>
            <a:xfrm>
              <a:off x="9454227" y="1349580"/>
              <a:ext cx="1698788" cy="3005096"/>
              <a:chOff x="9454227" y="1349580"/>
              <a:chExt cx="1698788" cy="3005096"/>
            </a:xfrm>
          </p:grpSpPr>
          <p:pic>
            <p:nvPicPr>
              <p:cNvPr id="127" name="Graphic 126">
                <a:extLst>
                  <a:ext uri="{FF2B5EF4-FFF2-40B4-BE49-F238E27FC236}">
                    <a16:creationId xmlns:a16="http://schemas.microsoft.com/office/drawing/2014/main" id="{3FE957ED-4E4C-EFCC-3B97-2B55171D3A8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 t="12321" b="13057"/>
              <a:stretch/>
            </p:blipFill>
            <p:spPr>
              <a:xfrm>
                <a:off x="9454227" y="1614810"/>
                <a:ext cx="1630322" cy="1216589"/>
              </a:xfrm>
              <a:prstGeom prst="rect">
                <a:avLst/>
              </a:prstGeom>
            </p:spPr>
          </p:pic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2C94301-9EFA-C916-8445-A8D784F80786}"/>
                  </a:ext>
                </a:extLst>
              </p:cNvPr>
              <p:cNvSpPr txBox="1"/>
              <p:nvPr/>
            </p:nvSpPr>
            <p:spPr>
              <a:xfrm>
                <a:off x="9743895" y="1349580"/>
                <a:ext cx="105098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MolAnchor</a:t>
                </a:r>
                <a:endParaRPr lang="en-US" sz="1400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4FCF618-49AF-DF82-8B0D-58D9D04FA886}"/>
                  </a:ext>
                </a:extLst>
              </p:cNvPr>
              <p:cNvSpPr txBox="1"/>
              <p:nvPr/>
            </p:nvSpPr>
            <p:spPr>
              <a:xfrm>
                <a:off x="9518951" y="2907557"/>
                <a:ext cx="15008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 err="1"/>
                  <a:t>MolCE</a:t>
                </a:r>
                <a:endParaRPr lang="en-US" sz="1400" dirty="0"/>
              </a:p>
            </p:txBody>
          </p:sp>
          <p:pic>
            <p:nvPicPr>
              <p:cNvPr id="140" name="Graphic 139">
                <a:extLst>
                  <a:ext uri="{FF2B5EF4-FFF2-40B4-BE49-F238E27FC236}">
                    <a16:creationId xmlns:a16="http://schemas.microsoft.com/office/drawing/2014/main" id="{A92B0211-A93B-9038-C90D-1361227781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p:blipFill>
            <p:spPr>
              <a:xfrm>
                <a:off x="9493338" y="3313376"/>
                <a:ext cx="1659677" cy="7267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/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l-GR" sz="1400" smtClean="0"/>
                                <m:t>δ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800" dirty="0" smtClean="0"/>
                                <m:t> 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𝑐𝑜𝑛𝑡𝑟</m:t>
                              </m:r>
                            </m:sup>
                          </m:sSub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2B95AB89-8A8A-1216-8C19-F08323741F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88952" y="4046899"/>
                    <a:ext cx="1268448" cy="30777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157379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86EE5E3-FE9F-4121-B9A5-B37A7ABDE94A}"/>
              </a:ext>
            </a:extLst>
          </p:cNvPr>
          <p:cNvGrpSpPr/>
          <p:nvPr/>
        </p:nvGrpSpPr>
        <p:grpSpPr>
          <a:xfrm>
            <a:off x="85665" y="58758"/>
            <a:ext cx="11264427" cy="4786059"/>
            <a:chOff x="85665" y="58758"/>
            <a:chExt cx="11264427" cy="478605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0EBE845-DF25-4DC2-8967-4CA69A85C48A}"/>
                </a:ext>
              </a:extLst>
            </p:cNvPr>
            <p:cNvGrpSpPr/>
            <p:nvPr/>
          </p:nvGrpSpPr>
          <p:grpSpPr>
            <a:xfrm>
              <a:off x="85665" y="58758"/>
              <a:ext cx="11264427" cy="4786059"/>
              <a:chOff x="85665" y="58758"/>
              <a:chExt cx="11264427" cy="47860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D392176-39B0-E02A-04FB-B50681B4ED59}"/>
                  </a:ext>
                </a:extLst>
              </p:cNvPr>
              <p:cNvSpPr/>
              <p:nvPr/>
            </p:nvSpPr>
            <p:spPr>
              <a:xfrm>
                <a:off x="4987051" y="1660358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" name="Graphic 5" descr="Customer review with solid fill">
                <a:extLst>
                  <a:ext uri="{FF2B5EF4-FFF2-40B4-BE49-F238E27FC236}">
                    <a16:creationId xmlns:a16="http://schemas.microsoft.com/office/drawing/2014/main" id="{666CD9FA-4187-BB20-E80C-92067F3EC8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396586" y="2849635"/>
                <a:ext cx="965534" cy="965534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3E178F-D3AC-AB26-D0BF-0CF30E4C6B37}"/>
                  </a:ext>
                </a:extLst>
              </p:cNvPr>
              <p:cNvSpPr txBox="1"/>
              <p:nvPr/>
            </p:nvSpPr>
            <p:spPr>
              <a:xfrm>
                <a:off x="4987052" y="95650"/>
                <a:ext cx="17746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Datasets</a:t>
                </a:r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71AF7729-382A-AE37-20A5-F8D46546E3DE}"/>
                  </a:ext>
                </a:extLst>
              </p:cNvPr>
              <p:cNvGrpSpPr/>
              <p:nvPr/>
            </p:nvGrpSpPr>
            <p:grpSpPr>
              <a:xfrm>
                <a:off x="5257760" y="511677"/>
                <a:ext cx="1233240" cy="545260"/>
                <a:chOff x="5251780" y="511677"/>
                <a:chExt cx="1233240" cy="545260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56F12FBD-72D5-CE43-8873-59AC5E183FE8}"/>
                    </a:ext>
                  </a:extLst>
                </p:cNvPr>
                <p:cNvGrpSpPr/>
                <p:nvPr/>
              </p:nvGrpSpPr>
              <p:grpSpPr>
                <a:xfrm>
                  <a:off x="5991724" y="511677"/>
                  <a:ext cx="493296" cy="545260"/>
                  <a:chOff x="5565105" y="592750"/>
                  <a:chExt cx="493296" cy="545260"/>
                </a:xfrm>
              </p:grpSpPr>
              <p:sp>
                <p:nvSpPr>
                  <p:cNvPr id="8" name="Flowchart: Magnetic Disk 7">
                    <a:extLst>
                      <a:ext uri="{FF2B5EF4-FFF2-40B4-BE49-F238E27FC236}">
                        <a16:creationId xmlns:a16="http://schemas.microsoft.com/office/drawing/2014/main" id="{F818552A-9D01-3E7F-E7DD-AF7044B0581F}"/>
                      </a:ext>
                    </a:extLst>
                  </p:cNvPr>
                  <p:cNvSpPr/>
                  <p:nvPr/>
                </p:nvSpPr>
                <p:spPr>
                  <a:xfrm>
                    <a:off x="5565105" y="888992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" name="Flowchart: Magnetic Disk 8">
                    <a:extLst>
                      <a:ext uri="{FF2B5EF4-FFF2-40B4-BE49-F238E27FC236}">
                        <a16:creationId xmlns:a16="http://schemas.microsoft.com/office/drawing/2014/main" id="{A5F9C9D8-5DBC-0B39-BC5F-8233EE7EB83F}"/>
                      </a:ext>
                    </a:extLst>
                  </p:cNvPr>
                  <p:cNvSpPr/>
                  <p:nvPr/>
                </p:nvSpPr>
                <p:spPr>
                  <a:xfrm>
                    <a:off x="5565106" y="740871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" name="Flowchart: Magnetic Disk 9">
                    <a:extLst>
                      <a:ext uri="{FF2B5EF4-FFF2-40B4-BE49-F238E27FC236}">
                        <a16:creationId xmlns:a16="http://schemas.microsoft.com/office/drawing/2014/main" id="{B95A12D0-EE62-C91F-1764-CDDE07080691}"/>
                      </a:ext>
                    </a:extLst>
                  </p:cNvPr>
                  <p:cNvSpPr/>
                  <p:nvPr/>
                </p:nvSpPr>
                <p:spPr>
                  <a:xfrm>
                    <a:off x="5565105" y="592750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0555C311-E9A9-8735-0F97-E6BDC20CC19B}"/>
                    </a:ext>
                  </a:extLst>
                </p:cNvPr>
                <p:cNvGrpSpPr/>
                <p:nvPr/>
              </p:nvGrpSpPr>
              <p:grpSpPr>
                <a:xfrm>
                  <a:off x="5251780" y="511677"/>
                  <a:ext cx="493296" cy="545260"/>
                  <a:chOff x="5565105" y="592750"/>
                  <a:chExt cx="493296" cy="545260"/>
                </a:xfrm>
              </p:grpSpPr>
              <p:sp>
                <p:nvSpPr>
                  <p:cNvPr id="17" name="Flowchart: Magnetic Disk 16">
                    <a:extLst>
                      <a:ext uri="{FF2B5EF4-FFF2-40B4-BE49-F238E27FC236}">
                        <a16:creationId xmlns:a16="http://schemas.microsoft.com/office/drawing/2014/main" id="{162A01B2-EB49-FC3A-E1CB-402E2E50A460}"/>
                      </a:ext>
                    </a:extLst>
                  </p:cNvPr>
                  <p:cNvSpPr/>
                  <p:nvPr/>
                </p:nvSpPr>
                <p:spPr>
                  <a:xfrm>
                    <a:off x="5565105" y="888992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" name="Flowchart: Magnetic Disk 17">
                    <a:extLst>
                      <a:ext uri="{FF2B5EF4-FFF2-40B4-BE49-F238E27FC236}">
                        <a16:creationId xmlns:a16="http://schemas.microsoft.com/office/drawing/2014/main" id="{42DAC98C-6C59-726F-5967-36FD55D3CBFC}"/>
                      </a:ext>
                    </a:extLst>
                  </p:cNvPr>
                  <p:cNvSpPr/>
                  <p:nvPr/>
                </p:nvSpPr>
                <p:spPr>
                  <a:xfrm>
                    <a:off x="5565106" y="740871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" name="Flowchart: Magnetic Disk 18">
                    <a:extLst>
                      <a:ext uri="{FF2B5EF4-FFF2-40B4-BE49-F238E27FC236}">
                        <a16:creationId xmlns:a16="http://schemas.microsoft.com/office/drawing/2014/main" id="{3A3B0FA4-C5CD-08DD-41A6-DFAC15A2F9EB}"/>
                      </a:ext>
                    </a:extLst>
                  </p:cNvPr>
                  <p:cNvSpPr/>
                  <p:nvPr/>
                </p:nvSpPr>
                <p:spPr>
                  <a:xfrm>
                    <a:off x="5565105" y="592750"/>
                    <a:ext cx="493295" cy="249018"/>
                  </a:xfrm>
                  <a:prstGeom prst="flowChartMagneticDisk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69D09C75-5D39-3B2F-2841-3698D1D7ED86}"/>
                  </a:ext>
                </a:extLst>
              </p:cNvPr>
              <p:cNvGrpSpPr/>
              <p:nvPr/>
            </p:nvGrpSpPr>
            <p:grpSpPr>
              <a:xfrm>
                <a:off x="421375" y="3441021"/>
                <a:ext cx="3690026" cy="1096019"/>
                <a:chOff x="635457" y="3850101"/>
                <a:chExt cx="3690026" cy="1096019"/>
              </a:xfrm>
            </p:grpSpPr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BDAB9E77-45E3-5E01-5BBF-A35CA60111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35457" y="3850101"/>
                  <a:ext cx="1526251" cy="1034629"/>
                </a:xfrm>
                <a:prstGeom prst="rect">
                  <a:avLst/>
                </a:prstGeom>
              </p:spPr>
            </p:pic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1F40B101-77A3-9EFD-8791-6FE55BA0AA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55707" y="3850101"/>
                  <a:ext cx="1769776" cy="1096019"/>
                </a:xfrm>
                <a:prstGeom prst="rect">
                  <a:avLst/>
                </a:prstGeom>
              </p:spPr>
            </p:pic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6C9A29-C3EE-6B30-4036-34D183A20D0D}"/>
                  </a:ext>
                </a:extLst>
              </p:cNvPr>
              <p:cNvSpPr txBox="1"/>
              <p:nvPr/>
            </p:nvSpPr>
            <p:spPr>
              <a:xfrm>
                <a:off x="5866822" y="4537040"/>
                <a:ext cx="6657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MCP </a:t>
                </a:r>
              </a:p>
            </p:txBody>
          </p: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DA76D348-328D-8751-7E8E-5543CDE7DAEB}"/>
                  </a:ext>
                </a:extLst>
              </p:cNvPr>
              <p:cNvGrpSpPr/>
              <p:nvPr/>
            </p:nvGrpSpPr>
            <p:grpSpPr>
              <a:xfrm>
                <a:off x="195368" y="1251278"/>
                <a:ext cx="4142040" cy="1166284"/>
                <a:chOff x="326821" y="1660358"/>
                <a:chExt cx="4142040" cy="1166284"/>
              </a:xfrm>
            </p:grpSpPr>
            <p:pic>
              <p:nvPicPr>
                <p:cNvPr id="55" name="Picture 54" descr="A diagram of a molecule&#10;&#10;AI-generated content may be incorrect.">
                  <a:extLst>
                    <a:ext uri="{FF2B5EF4-FFF2-40B4-BE49-F238E27FC236}">
                      <a16:creationId xmlns:a16="http://schemas.microsoft.com/office/drawing/2014/main" id="{4DD92605-1A72-FFE6-AA59-B3EC76A7D9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26734" r="52237"/>
                <a:stretch/>
              </p:blipFill>
              <p:spPr>
                <a:xfrm>
                  <a:off x="326821" y="1660358"/>
                  <a:ext cx="1876999" cy="1166284"/>
                </a:xfrm>
                <a:prstGeom prst="rect">
                  <a:avLst/>
                </a:prstGeom>
              </p:spPr>
            </p:pic>
            <p:pic>
              <p:nvPicPr>
                <p:cNvPr id="57" name="Picture 56" descr="A diagram of a molecule">
                  <a:extLst>
                    <a:ext uri="{FF2B5EF4-FFF2-40B4-BE49-F238E27FC236}">
                      <a16:creationId xmlns:a16="http://schemas.microsoft.com/office/drawing/2014/main" id="{2DD5B78F-1513-F8F3-6CCC-353F805FFE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96553" y="1690622"/>
                  <a:ext cx="1972308" cy="1105756"/>
                </a:xfrm>
                <a:prstGeom prst="rect">
                  <a:avLst/>
                </a:prstGeom>
              </p:spPr>
            </p:pic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4B222FD-2AE9-5090-6600-BB53084CF4DC}"/>
                  </a:ext>
                </a:extLst>
              </p:cNvPr>
              <p:cNvSpPr txBox="1"/>
              <p:nvPr/>
            </p:nvSpPr>
            <p:spPr>
              <a:xfrm>
                <a:off x="1127120" y="743037"/>
                <a:ext cx="22785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Molecular representations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B9031DA-0043-88F7-7C95-18CDD0584227}"/>
                  </a:ext>
                </a:extLst>
              </p:cNvPr>
              <p:cNvSpPr txBox="1"/>
              <p:nvPr/>
            </p:nvSpPr>
            <p:spPr>
              <a:xfrm>
                <a:off x="7789691" y="793314"/>
                <a:ext cx="32190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Explainable artificial intelligence</a:t>
                </a:r>
              </a:p>
            </p:txBody>
          </p:sp>
          <p:pic>
            <p:nvPicPr>
              <p:cNvPr id="80" name="Graphic 79" descr="Tools with solid fill">
                <a:extLst>
                  <a:ext uri="{FF2B5EF4-FFF2-40B4-BE49-F238E27FC236}">
                    <a16:creationId xmlns:a16="http://schemas.microsoft.com/office/drawing/2014/main" id="{193B9AB7-7969-856E-04C5-5266CAC9B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05949" y="719047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412B1C2A-33EB-E6E8-F8CB-CA5D832461C6}"/>
                  </a:ext>
                </a:extLst>
              </p:cNvPr>
              <p:cNvSpPr/>
              <p:nvPr/>
            </p:nvSpPr>
            <p:spPr>
              <a:xfrm>
                <a:off x="85665" y="1082242"/>
                <a:ext cx="4361446" cy="152774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: Rounded Corners 81">
                <a:extLst>
                  <a:ext uri="{FF2B5EF4-FFF2-40B4-BE49-F238E27FC236}">
                    <a16:creationId xmlns:a16="http://schemas.microsoft.com/office/drawing/2014/main" id="{A645FB63-98DA-4E1F-F442-325D00E7C85A}"/>
                  </a:ext>
                </a:extLst>
              </p:cNvPr>
              <p:cNvSpPr/>
              <p:nvPr/>
            </p:nvSpPr>
            <p:spPr>
              <a:xfrm>
                <a:off x="85665" y="3194461"/>
                <a:ext cx="4361446" cy="152774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3" name="Graphic 82" descr="Tools with solid fill">
                <a:extLst>
                  <a:ext uri="{FF2B5EF4-FFF2-40B4-BE49-F238E27FC236}">
                    <a16:creationId xmlns:a16="http://schemas.microsoft.com/office/drawing/2014/main" id="{0BC38390-B918-24F5-9960-807CB70606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482163" y="2849635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4DE51773-4931-FB10-5E13-BD494E15FA04}"/>
                  </a:ext>
                </a:extLst>
              </p:cNvPr>
              <p:cNvSpPr/>
              <p:nvPr/>
            </p:nvSpPr>
            <p:spPr>
              <a:xfrm>
                <a:off x="5059167" y="439628"/>
                <a:ext cx="1630426" cy="73658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87" name="Graphic 86" descr="Tools with solid fill">
                <a:extLst>
                  <a:ext uri="{FF2B5EF4-FFF2-40B4-BE49-F238E27FC236}">
                    <a16:creationId xmlns:a16="http://schemas.microsoft.com/office/drawing/2014/main" id="{12AEA7F0-EE2A-4873-CE5E-5D0B74AB2D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818643" y="58758"/>
                <a:ext cx="304798" cy="304798"/>
              </a:xfrm>
              <a:prstGeom prst="rect">
                <a:avLst/>
              </a:prstGeom>
            </p:spPr>
          </p:pic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D0310145-6AB5-47A3-75AD-527C96C4A9B7}"/>
                  </a:ext>
                </a:extLst>
              </p:cNvPr>
              <p:cNvSpPr/>
              <p:nvPr/>
            </p:nvSpPr>
            <p:spPr>
              <a:xfrm>
                <a:off x="7390170" y="1098112"/>
                <a:ext cx="3959922" cy="3682133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93" name="Connector: Elbow 92">
                <a:extLst>
                  <a:ext uri="{FF2B5EF4-FFF2-40B4-BE49-F238E27FC236}">
                    <a16:creationId xmlns:a16="http://schemas.microsoft.com/office/drawing/2014/main" id="{C18DE19B-00D0-3255-6751-EB1E1B5AA1E4}"/>
                  </a:ext>
                </a:extLst>
              </p:cNvPr>
              <p:cNvCxnSpPr>
                <a:cxnSpLocks/>
                <a:stCxn id="81" idx="3"/>
                <a:endCxn id="4" idx="1"/>
              </p:cNvCxnSpPr>
              <p:nvPr/>
            </p:nvCxnSpPr>
            <p:spPr>
              <a:xfrm>
                <a:off x="4447111" y="1846116"/>
                <a:ext cx="539940" cy="969274"/>
              </a:xfrm>
              <a:prstGeom prst="bentConnector3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Connector: Elbow 93">
                <a:extLst>
                  <a:ext uri="{FF2B5EF4-FFF2-40B4-BE49-F238E27FC236}">
                    <a16:creationId xmlns:a16="http://schemas.microsoft.com/office/drawing/2014/main" id="{80A6894E-3F86-946A-C66A-589AF24D32B4}"/>
                  </a:ext>
                </a:extLst>
              </p:cNvPr>
              <p:cNvCxnSpPr>
                <a:cxnSpLocks/>
                <a:stCxn id="82" idx="3"/>
                <a:endCxn id="4" idx="1"/>
              </p:cNvCxnSpPr>
              <p:nvPr/>
            </p:nvCxnSpPr>
            <p:spPr>
              <a:xfrm flipV="1">
                <a:off x="4447111" y="2815390"/>
                <a:ext cx="539940" cy="1142945"/>
              </a:xfrm>
              <a:prstGeom prst="bentConnector3">
                <a:avLst>
                  <a:gd name="adj1" fmla="val 50000"/>
                </a:avLst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F5DCA819-9EE4-88CB-8B3F-0629FC7D5F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74380" y="1176209"/>
                <a:ext cx="0" cy="484149"/>
              </a:xfrm>
              <a:prstGeom prst="straightConnector1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102" name="Graphic 101" descr="Tools with solid fill">
                <a:extLst>
                  <a:ext uri="{FF2B5EF4-FFF2-40B4-BE49-F238E27FC236}">
                    <a16:creationId xmlns:a16="http://schemas.microsoft.com/office/drawing/2014/main" id="{CCCB513C-C8D7-ABE5-81B9-2AF2530D8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805585" y="759229"/>
                <a:ext cx="304798" cy="304798"/>
              </a:xfrm>
              <a:prstGeom prst="rect">
                <a:avLst/>
              </a:prstGeom>
            </p:spPr>
          </p:pic>
          <p:cxnSp>
            <p:nvCxnSpPr>
              <p:cNvPr id="104" name="Straight Arrow Connector 103">
                <a:extLst>
                  <a:ext uri="{FF2B5EF4-FFF2-40B4-BE49-F238E27FC236}">
                    <a16:creationId xmlns:a16="http://schemas.microsoft.com/office/drawing/2014/main" id="{6B3F3325-FDD8-6A72-2639-464C7F3D7314}"/>
                  </a:ext>
                </a:extLst>
              </p:cNvPr>
              <p:cNvCxnSpPr>
                <a:cxnSpLocks/>
                <a:stCxn id="4" idx="3"/>
              </p:cNvCxnSpPr>
              <p:nvPr/>
            </p:nvCxnSpPr>
            <p:spPr>
              <a:xfrm flipV="1">
                <a:off x="6761709" y="2815389"/>
                <a:ext cx="624611" cy="1"/>
              </a:xfrm>
              <a:prstGeom prst="straightConnector1">
                <a:avLst/>
              </a:prstGeom>
              <a:ln>
                <a:prstDash val="sys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A2511C1E-D50D-B67C-E30D-211C6B1BC2A0}"/>
                  </a:ext>
                </a:extLst>
              </p:cNvPr>
              <p:cNvCxnSpPr/>
              <p:nvPr/>
            </p:nvCxnSpPr>
            <p:spPr>
              <a:xfrm>
                <a:off x="5460701" y="4690929"/>
                <a:ext cx="517356" cy="0"/>
              </a:xfrm>
              <a:prstGeom prst="line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BF180E4-DC1E-5A10-CFFC-92CDA30B4A69}"/>
                  </a:ext>
                </a:extLst>
              </p:cNvPr>
              <p:cNvSpPr txBox="1"/>
              <p:nvPr/>
            </p:nvSpPr>
            <p:spPr>
              <a:xfrm>
                <a:off x="1454296" y="2856549"/>
                <a:ext cx="177465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ML models</a:t>
                </a:r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29B5869D-89AA-074F-A57C-6183A17CB9BA}"/>
                  </a:ext>
                </a:extLst>
              </p:cNvPr>
              <p:cNvGrpSpPr/>
              <p:nvPr/>
            </p:nvGrpSpPr>
            <p:grpSpPr>
              <a:xfrm>
                <a:off x="7673015" y="1156395"/>
                <a:ext cx="3293924" cy="2842506"/>
                <a:chOff x="7673015" y="1156395"/>
                <a:chExt cx="3293924" cy="2842506"/>
              </a:xfrm>
            </p:grpSpPr>
            <p:grpSp>
              <p:nvGrpSpPr>
                <p:cNvPr id="142" name="Group 141">
                  <a:extLst>
                    <a:ext uri="{FF2B5EF4-FFF2-40B4-BE49-F238E27FC236}">
                      <a16:creationId xmlns:a16="http://schemas.microsoft.com/office/drawing/2014/main" id="{10981DF9-3B88-6642-A38A-F557DBD8A271}"/>
                    </a:ext>
                  </a:extLst>
                </p:cNvPr>
                <p:cNvGrpSpPr/>
                <p:nvPr/>
              </p:nvGrpSpPr>
              <p:grpSpPr>
                <a:xfrm>
                  <a:off x="7673015" y="1156395"/>
                  <a:ext cx="1587496" cy="2817506"/>
                  <a:chOff x="7673015" y="1156395"/>
                  <a:chExt cx="1587496" cy="2817506"/>
                </a:xfrm>
              </p:grpSpPr>
              <p:pic>
                <p:nvPicPr>
                  <p:cNvPr id="125" name="Graphic 124">
                    <a:extLst>
                      <a:ext uri="{FF2B5EF4-FFF2-40B4-BE49-F238E27FC236}">
                        <a16:creationId xmlns:a16="http://schemas.microsoft.com/office/drawing/2014/main" id="{C79B781B-3EC9-8D56-5649-7E84B7805E5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1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73015" y="2971047"/>
                    <a:ext cx="1587496" cy="1002854"/>
                  </a:xfrm>
                  <a:prstGeom prst="rect">
                    <a:avLst/>
                  </a:prstGeom>
                </p:spPr>
              </p:pic>
              <p:pic>
                <p:nvPicPr>
                  <p:cNvPr id="126" name="Picture 125">
                    <a:extLst>
                      <a:ext uri="{FF2B5EF4-FFF2-40B4-BE49-F238E27FC236}">
                        <a16:creationId xmlns:a16="http://schemas.microsoft.com/office/drawing/2014/main" id="{818766DF-CDB2-59A5-14AE-55EEA959C11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11108" t="19807" r="13646" b="22794"/>
                  <a:stretch/>
                </p:blipFill>
                <p:spPr>
                  <a:xfrm>
                    <a:off x="7689054" y="1403389"/>
                    <a:ext cx="1449076" cy="1105371"/>
                  </a:xfrm>
                  <a:prstGeom prst="rect">
                    <a:avLst/>
                  </a:prstGeom>
                </p:spPr>
              </p:pic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30B447AA-6E7A-E938-36FB-3B18BDD86AA9}"/>
                      </a:ext>
                    </a:extLst>
                  </p:cNvPr>
                  <p:cNvSpPr txBox="1"/>
                  <p:nvPr/>
                </p:nvSpPr>
                <p:spPr>
                  <a:xfrm>
                    <a:off x="8141530" y="1156395"/>
                    <a:ext cx="737734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SHAP</a:t>
                    </a:r>
                  </a:p>
                </p:txBody>
              </p:sp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2EA89C04-883D-8AC3-FC42-C45F07A23A14}"/>
                      </a:ext>
                    </a:extLst>
                  </p:cNvPr>
                  <p:cNvSpPr txBox="1"/>
                  <p:nvPr/>
                </p:nvSpPr>
                <p:spPr>
                  <a:xfrm>
                    <a:off x="7673015" y="2676841"/>
                    <a:ext cx="15008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/>
                      <a:t>Counterfactuals</a:t>
                    </a:r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44DF905F-D3A1-4FD5-B979-6E405669B5A0}"/>
                    </a:ext>
                  </a:extLst>
                </p:cNvPr>
                <p:cNvGrpSpPr/>
                <p:nvPr/>
              </p:nvGrpSpPr>
              <p:grpSpPr>
                <a:xfrm>
                  <a:off x="9399204" y="1156395"/>
                  <a:ext cx="1567735" cy="2842506"/>
                  <a:chOff x="9399204" y="1156395"/>
                  <a:chExt cx="1567735" cy="2842506"/>
                </a:xfrm>
              </p:grpSpPr>
              <p:pic>
                <p:nvPicPr>
                  <p:cNvPr id="127" name="Graphic 126">
                    <a:extLst>
                      <a:ext uri="{FF2B5EF4-FFF2-40B4-BE49-F238E27FC236}">
                        <a16:creationId xmlns:a16="http://schemas.microsoft.com/office/drawing/2014/main" id="{3FE957ED-4E4C-EFCC-3B97-2B55171D3A8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3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4"/>
                      </a:ext>
                    </a:extLst>
                  </a:blip>
                  <a:srcRect t="12321" b="13057"/>
                  <a:stretch/>
                </p:blipFill>
                <p:spPr>
                  <a:xfrm>
                    <a:off x="9454227" y="1421626"/>
                    <a:ext cx="1438167" cy="1073198"/>
                  </a:xfrm>
                  <a:prstGeom prst="rect">
                    <a:avLst/>
                  </a:prstGeom>
                </p:spPr>
              </p:pic>
              <p:sp>
                <p:nvSpPr>
                  <p:cNvPr id="132" name="TextBox 131">
                    <a:extLst>
                      <a:ext uri="{FF2B5EF4-FFF2-40B4-BE49-F238E27FC236}">
                        <a16:creationId xmlns:a16="http://schemas.microsoft.com/office/drawing/2014/main" id="{42C94301-9EFA-C916-8445-A8D784F80786}"/>
                      </a:ext>
                    </a:extLst>
                  </p:cNvPr>
                  <p:cNvSpPr txBox="1"/>
                  <p:nvPr/>
                </p:nvSpPr>
                <p:spPr>
                  <a:xfrm>
                    <a:off x="9743895" y="1156395"/>
                    <a:ext cx="1050987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 err="1"/>
                      <a:t>MolAnchor</a:t>
                    </a:r>
                    <a:endParaRPr lang="en-US" sz="1400" dirty="0"/>
                  </a:p>
                </p:txBody>
              </p:sp>
              <p:sp>
                <p:nvSpPr>
                  <p:cNvPr id="135" name="TextBox 134">
                    <a:extLst>
                      <a:ext uri="{FF2B5EF4-FFF2-40B4-BE49-F238E27FC236}">
                        <a16:creationId xmlns:a16="http://schemas.microsoft.com/office/drawing/2014/main" id="{C4FCF618-49AF-DF82-8B0D-58D9D04FA886}"/>
                      </a:ext>
                    </a:extLst>
                  </p:cNvPr>
                  <p:cNvSpPr txBox="1"/>
                  <p:nvPr/>
                </p:nvSpPr>
                <p:spPr>
                  <a:xfrm>
                    <a:off x="9435847" y="2707027"/>
                    <a:ext cx="1500875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dirty="0" err="1"/>
                      <a:t>MolCE</a:t>
                    </a:r>
                    <a:endParaRPr lang="en-US" sz="1400" dirty="0"/>
                  </a:p>
                </p:txBody>
              </p:sp>
              <p:pic>
                <p:nvPicPr>
                  <p:cNvPr id="140" name="Graphic 139">
                    <a:extLst>
                      <a:ext uri="{FF2B5EF4-FFF2-40B4-BE49-F238E27FC236}">
                        <a16:creationId xmlns:a16="http://schemas.microsoft.com/office/drawing/2014/main" id="{A92B0211-A93B-9038-C90D-1361227781B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399204" y="3014804"/>
                    <a:ext cx="1464062" cy="641095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1" name="TextBox 140">
                        <a:extLst>
                          <a:ext uri="{FF2B5EF4-FFF2-40B4-BE49-F238E27FC236}">
                            <a16:creationId xmlns:a16="http://schemas.microsoft.com/office/drawing/2014/main" id="{2B95AB89-8A8A-1216-8C19-F08323741F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98491" y="3691124"/>
                        <a:ext cx="1268448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l-GR" sz="1400" smtClean="0"/>
                                    <m:t>δ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lang="en-US" sz="800" dirty="0" smtClean="0"/>
                                    <m:t> 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𝑐𝑜𝑛𝑡𝑟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141" name="TextBox 140">
                        <a:extLst>
                          <a:ext uri="{FF2B5EF4-FFF2-40B4-BE49-F238E27FC236}">
                            <a16:creationId xmlns:a16="http://schemas.microsoft.com/office/drawing/2014/main" id="{2B95AB89-8A8A-1216-8C19-F08323741F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98491" y="3691124"/>
                        <a:ext cx="1268448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de-D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716AA7E-D6D5-43DC-A9E9-105AEBC18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123441" y="1756561"/>
                <a:ext cx="1525117" cy="996871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88C76C0-4242-4020-844A-12112F9941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107" t="29142" r="12113" b="31110"/>
            <a:stretch/>
          </p:blipFill>
          <p:spPr>
            <a:xfrm>
              <a:off x="8260538" y="4119574"/>
              <a:ext cx="1999946" cy="614383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DBDCDA9-B27F-456F-B5FC-D553171D0EF8}"/>
                </a:ext>
              </a:extLst>
            </p:cNvPr>
            <p:cNvSpPr txBox="1"/>
            <p:nvPr/>
          </p:nvSpPr>
          <p:spPr>
            <a:xfrm>
              <a:off x="8537436" y="3923115"/>
              <a:ext cx="1500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EdgeSHAPer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45047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and red molecule&#10;&#10;AI-generated content may be incorrect.">
            <a:extLst>
              <a:ext uri="{FF2B5EF4-FFF2-40B4-BE49-F238E27FC236}">
                <a16:creationId xmlns:a16="http://schemas.microsoft.com/office/drawing/2014/main" id="{8FC2BF9A-F7F8-CCEB-C058-91D5B327DF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68"/>
          <a:stretch/>
        </p:blipFill>
        <p:spPr>
          <a:xfrm>
            <a:off x="2992653" y="1923962"/>
            <a:ext cx="4438368" cy="1959829"/>
          </a:xfrm>
          <a:prstGeom prst="rect">
            <a:avLst/>
          </a:prstGeom>
        </p:spPr>
      </p:pic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47BDDA66-D9F4-8B02-9F65-D6099C12712B}"/>
              </a:ext>
            </a:extLst>
          </p:cNvPr>
          <p:cNvSpPr/>
          <p:nvPr/>
        </p:nvSpPr>
        <p:spPr>
          <a:xfrm>
            <a:off x="2708177" y="251329"/>
            <a:ext cx="6978205" cy="988598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 reproducibility study for compound selectivity prediction. The goal is to train a Balanced Random Forest Classifier to distinguish PI3K-delta (</a:t>
            </a:r>
            <a:r>
              <a:rPr lang="en-US" sz="1200" dirty="0" err="1"/>
              <a:t>UniProt</a:t>
            </a:r>
            <a:r>
              <a:rPr lang="en-US" sz="1200" dirty="0"/>
              <a:t> O00329) vs PI3K-gamma (</a:t>
            </a:r>
            <a:r>
              <a:rPr lang="en-US" sz="1200" dirty="0" err="1"/>
              <a:t>UniProt</a:t>
            </a:r>
            <a:r>
              <a:rPr lang="en-US" sz="1200" dirty="0"/>
              <a:t>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306102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pic>
        <p:nvPicPr>
          <p:cNvPr id="28" name="Picture 27" descr="A black and red molecule&#10;&#10;AI-generated content may be incorrect.">
            <a:extLst>
              <a:ext uri="{FF2B5EF4-FFF2-40B4-BE49-F238E27FC236}">
                <a16:creationId xmlns:a16="http://schemas.microsoft.com/office/drawing/2014/main" id="{0317F5F2-831A-7853-1EEC-DF205C4DAA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04"/>
          <a:stretch/>
        </p:blipFill>
        <p:spPr>
          <a:xfrm>
            <a:off x="7322746" y="1924049"/>
            <a:ext cx="4441990" cy="1958229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2181397" y="3219061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19E08A-F8F7-F1C2-289E-BEE6ADEC6D96}"/>
              </a:ext>
            </a:extLst>
          </p:cNvPr>
          <p:cNvSpPr txBox="1"/>
          <p:nvPr/>
        </p:nvSpPr>
        <p:spPr>
          <a:xfrm>
            <a:off x="3276685" y="3964749"/>
            <a:ext cx="4154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Class 1 (PI3K-delta Selective):</a:t>
            </a:r>
          </a:p>
          <a:p>
            <a:r>
              <a:rPr lang="en-US" sz="1200" dirty="0"/>
              <a:t>The model identifies cyano-pyrimidine derivatives as key anchors.</a:t>
            </a:r>
          </a:p>
          <a:p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Top Fragment: </a:t>
            </a:r>
            <a:r>
              <a:rPr lang="en-US" sz="1200" dirty="0"/>
              <a:t>[*]c1ncnc(N)c1C#N (2-amino-4-cyanopyrimidine core)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D10174-F2DB-6196-3F7D-453B201E636A}"/>
              </a:ext>
            </a:extLst>
          </p:cNvPr>
          <p:cNvSpPr txBox="1"/>
          <p:nvPr/>
        </p:nvSpPr>
        <p:spPr>
          <a:xfrm>
            <a:off x="7466573" y="3958812"/>
            <a:ext cx="41543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 dirty="0">
                <a:solidFill>
                  <a:srgbClr val="0F0F0F"/>
                </a:solidFill>
                <a:effectLst/>
                <a:latin typeface="ui-sans-serif"/>
              </a:rPr>
              <a:t>Class 1 (gamma Selective):</a:t>
            </a:r>
          </a:p>
          <a:p>
            <a:r>
              <a:rPr lang="en-US" sz="1200" dirty="0"/>
              <a:t>The model identifies purine and tetrahydroisoquinoline-3-one cores as key anchors.</a:t>
            </a:r>
          </a:p>
          <a:p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/>
              <a:t>Top Fragments: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[*]c1ccn2nc(N)c([*])c2n1 (Purine-like core)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[*]N1Cc2cc([*])cc([*])c2C1=O (Tetrahydroisoquinoline-3-one derivative)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178BF8-9CBE-7AE5-98D4-55D1FF6F4255}"/>
              </a:ext>
            </a:extLst>
          </p:cNvPr>
          <p:cNvSpPr txBox="1"/>
          <p:nvPr/>
        </p:nvSpPr>
        <p:spPr>
          <a:xfrm>
            <a:off x="3276685" y="5165078"/>
            <a:ext cx="38861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Insight: </a:t>
            </a:r>
            <a:r>
              <a:rPr lang="en-US" sz="1200" dirty="0"/>
              <a:t>This motif is highly characteristic of PI3K-delta selective inhibitors. The presence of the </a:t>
            </a:r>
            <a:r>
              <a:rPr lang="en-US" sz="1200" dirty="0" err="1"/>
              <a:t>cyano</a:t>
            </a:r>
            <a:r>
              <a:rPr lang="en-US" sz="1200" dirty="0"/>
              <a:t> group (-CN) at the 4-position and an amino group (-NH2) at the 2-position of the pyrimidine ring appears to be a critical pharmacophore for delta selectivity. This aligns with known medicinal chemistry strategies where pyrimidine cores are tuned for PI3K-delta by exploiting specific sub-pocket interactions in the ATP-binding site.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CC6E9-EEE6-1DB8-E462-BC37AA80DE8E}"/>
              </a:ext>
            </a:extLst>
          </p:cNvPr>
          <p:cNvSpPr txBox="1"/>
          <p:nvPr/>
        </p:nvSpPr>
        <p:spPr>
          <a:xfrm>
            <a:off x="7466573" y="5541969"/>
            <a:ext cx="444198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Insight: </a:t>
            </a:r>
            <a:r>
              <a:rPr lang="en-US" sz="1200" dirty="0"/>
              <a:t>The identification of tetrahydroisoquinoline-3-one scaffolds is particularly interesting. These structures are often found in PI3K-gamma selective inhibitors (e.g., IPI-549 analogues). The purine core also suggests a common heterocyclic motif adapted for gamma selectivity, possibly through extended interactions with the hinge region.</a:t>
            </a:r>
          </a:p>
        </p:txBody>
      </p:sp>
    </p:spTree>
    <p:extLst>
      <p:ext uri="{BB962C8B-B14F-4D97-AF65-F5344CB8AC3E}">
        <p14:creationId xmlns:p14="http://schemas.microsoft.com/office/powerpoint/2010/main" val="158870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A molecule of a chemical structure&#10;&#10;AI-generated content may be incorrect.">
            <a:extLst>
              <a:ext uri="{FF2B5EF4-FFF2-40B4-BE49-F238E27FC236}">
                <a16:creationId xmlns:a16="http://schemas.microsoft.com/office/drawing/2014/main" id="{391CFD35-0761-F05E-873D-E1FD7681F8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1" t="21936" r="4499" b="21811"/>
          <a:stretch/>
        </p:blipFill>
        <p:spPr>
          <a:xfrm>
            <a:off x="4625700" y="1979987"/>
            <a:ext cx="3342891" cy="20574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3474ED7-8B1C-A7CA-4B57-5BD7E484107E}"/>
              </a:ext>
            </a:extLst>
          </p:cNvPr>
          <p:cNvGrpSpPr/>
          <p:nvPr/>
        </p:nvGrpSpPr>
        <p:grpSpPr>
          <a:xfrm>
            <a:off x="829977" y="2273968"/>
            <a:ext cx="1774658" cy="2310063"/>
            <a:chOff x="990492" y="2511372"/>
            <a:chExt cx="1774658" cy="23100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C11FFD-9BC3-9E76-E6A1-CB29619ABACF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" name="Graphic 22" descr="Customer review with solid fill">
              <a:extLst>
                <a:ext uri="{FF2B5EF4-FFF2-40B4-BE49-F238E27FC236}">
                  <a16:creationId xmlns:a16="http://schemas.microsoft.com/office/drawing/2014/main" id="{EF58B09A-9C24-1ECA-3231-0C704AF99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0947EFEA-9CFB-4E92-FC85-01152E5CB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7" name="Arrow: Right 6">
            <a:extLst>
              <a:ext uri="{FF2B5EF4-FFF2-40B4-BE49-F238E27FC236}">
                <a16:creationId xmlns:a16="http://schemas.microsoft.com/office/drawing/2014/main" id="{253C9BC8-562F-6E75-D860-36BBDA1C4DD5}"/>
              </a:ext>
            </a:extLst>
          </p:cNvPr>
          <p:cNvSpPr/>
          <p:nvPr/>
        </p:nvSpPr>
        <p:spPr>
          <a:xfrm>
            <a:off x="3108401" y="324154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D2717664-5F69-8B93-F9F8-7B5A0DC3C2A2}"/>
              </a:ext>
            </a:extLst>
          </p:cNvPr>
          <p:cNvSpPr/>
          <p:nvPr/>
        </p:nvSpPr>
        <p:spPr>
          <a:xfrm>
            <a:off x="3232053" y="251328"/>
            <a:ext cx="7426422" cy="1258999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pic>
        <p:nvPicPr>
          <p:cNvPr id="45" name="Picture 44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558C3E86-A5D2-0697-2A3B-5481E2DDCB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8" t="25207" r="11064" b="25192"/>
          <a:stretch/>
        </p:blipFill>
        <p:spPr>
          <a:xfrm>
            <a:off x="8132320" y="1888547"/>
            <a:ext cx="3353529" cy="214884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4970063" y="4507047"/>
            <a:ext cx="651578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Agreement: </a:t>
            </a:r>
            <a:r>
              <a:rPr lang="en-US" sz="1200" dirty="0"/>
              <a:t>Both methods converge on the morpholine-like ring as the critical pharmacophore. </a:t>
            </a:r>
            <a:r>
              <a:rPr lang="en-US" sz="1200" dirty="0" err="1"/>
              <a:t>MolAnchor</a:t>
            </a:r>
            <a:r>
              <a:rPr lang="en-US" sz="1200" dirty="0"/>
              <a:t> identifies the ring as a cohesive unit, while SHAP confirms that the atoms comprising this ring are indeed the most influential.</a:t>
            </a:r>
          </a:p>
          <a:p>
            <a:pPr algn="just"/>
            <a:endParaRPr lang="en-US" sz="12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Disagreement: </a:t>
            </a:r>
            <a:r>
              <a:rPr lang="en-US" sz="1200" dirty="0" err="1"/>
              <a:t>MolAnchor</a:t>
            </a:r>
            <a:r>
              <a:rPr lang="en-US" sz="1200" dirty="0"/>
              <a:t> focuses strictly on the highest-precision fragment, potentially downplaying the contribution of the aromatic substituents (benzyl/thiophene) that SHAP would assign non-zero values to. </a:t>
            </a:r>
            <a:r>
              <a:rPr lang="en-US" sz="1200" dirty="0" err="1"/>
              <a:t>MolAnchor</a:t>
            </a:r>
            <a:r>
              <a:rPr lang="en-US" sz="1200" dirty="0"/>
              <a:t> is more "binary" (is this fragment present?), while SHAP is more "continuous" (how much does each atom contribute?).</a:t>
            </a:r>
          </a:p>
        </p:txBody>
      </p:sp>
    </p:spTree>
    <p:extLst>
      <p:ext uri="{BB962C8B-B14F-4D97-AF65-F5344CB8AC3E}">
        <p14:creationId xmlns:p14="http://schemas.microsoft.com/office/powerpoint/2010/main" val="180485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E5CCB7DC-7BE9-E070-5374-2C22E86612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35" t="24006" r="53731" b="44988"/>
          <a:stretch/>
        </p:blipFill>
        <p:spPr>
          <a:xfrm>
            <a:off x="3436044" y="2054607"/>
            <a:ext cx="2222549" cy="239279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3769575" y="5114195"/>
            <a:ext cx="651578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Agreement: </a:t>
            </a:r>
            <a:r>
              <a:rPr lang="en-US" sz="1200" dirty="0"/>
              <a:t>Both methods highlight that modifications to the R-groups attached to the morpholine ring are the most sensitive levers for changing bioactivity.</a:t>
            </a:r>
          </a:p>
          <a:p>
            <a:pPr algn="just"/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b="1" dirty="0"/>
              <a:t>Disagreement: </a:t>
            </a:r>
            <a:r>
              <a:rPr lang="en-US" sz="1200" dirty="0" err="1"/>
              <a:t>MolCE</a:t>
            </a:r>
            <a:r>
              <a:rPr lang="en-US" sz="1200" dirty="0"/>
              <a:t> provides a theoretical contrastive feature (a specific R-group that is "anti-activating"). Counterfactuals provides concrete examples of inactive molecules. </a:t>
            </a:r>
            <a:r>
              <a:rPr lang="en-US" sz="1200" dirty="0" err="1"/>
              <a:t>MolCE</a:t>
            </a:r>
            <a:r>
              <a:rPr lang="en-US" sz="1200" dirty="0"/>
              <a:t> might suggest an R-group not present in the immediate neighborhood of the query, whereas Counterfactuals are constrained by the available library of R-groups for substitution.</a:t>
            </a:r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635294F4-DE55-F52A-0F65-840B513A2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62" t="23416" r="29209" b="43925"/>
          <a:stretch/>
        </p:blipFill>
        <p:spPr>
          <a:xfrm>
            <a:off x="5620740" y="1990807"/>
            <a:ext cx="2105025" cy="2520397"/>
          </a:xfrm>
          <a:prstGeom prst="rect">
            <a:avLst/>
          </a:prstGeom>
        </p:spPr>
      </p:pic>
      <p:pic>
        <p:nvPicPr>
          <p:cNvPr id="13" name="Picture 12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7E80FD93-EC36-7292-D41F-2AB7B9A867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84" t="14586" r="25463" b="34325"/>
          <a:stretch/>
        </p:blipFill>
        <p:spPr>
          <a:xfrm>
            <a:off x="7951035" y="3350221"/>
            <a:ext cx="2894617" cy="1385206"/>
          </a:xfrm>
          <a:prstGeom prst="rect">
            <a:avLst/>
          </a:prstGeom>
        </p:spPr>
      </p:pic>
      <p:pic>
        <p:nvPicPr>
          <p:cNvPr id="15" name="Picture 14" descr="A screenshot of a graph&#10;&#10;AI-generated content may be incorrect.">
            <a:extLst>
              <a:ext uri="{FF2B5EF4-FFF2-40B4-BE49-F238E27FC236}">
                <a16:creationId xmlns:a16="http://schemas.microsoft.com/office/drawing/2014/main" id="{413DC958-3438-AD99-8ED3-9413D987A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70" t="17838" r="53596" b="76213"/>
          <a:stretch/>
        </p:blipFill>
        <p:spPr>
          <a:xfrm>
            <a:off x="3701051" y="4438366"/>
            <a:ext cx="2222549" cy="459058"/>
          </a:xfrm>
          <a:prstGeom prst="rect">
            <a:avLst/>
          </a:prstGeom>
        </p:spPr>
      </p:pic>
      <p:pic>
        <p:nvPicPr>
          <p:cNvPr id="16" name="Picture 15" descr="A screenshot of a graph&#10;&#10;AI-generated content may be incorrect.">
            <a:extLst>
              <a:ext uri="{FF2B5EF4-FFF2-40B4-BE49-F238E27FC236}">
                <a16:creationId xmlns:a16="http://schemas.microsoft.com/office/drawing/2014/main" id="{65A8E5C2-6215-DED8-8284-904D83645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62" t="18606" r="29209" b="76905"/>
          <a:stretch/>
        </p:blipFill>
        <p:spPr>
          <a:xfrm>
            <a:off x="5885795" y="4506979"/>
            <a:ext cx="2105025" cy="346430"/>
          </a:xfrm>
          <a:prstGeom prst="rect">
            <a:avLst/>
          </a:prstGeom>
        </p:spPr>
      </p:pic>
      <p:pic>
        <p:nvPicPr>
          <p:cNvPr id="4" name="Picture 3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9B8DE2D9-50FB-48E1-3766-F90DC4B43C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31" t="13384" r="50592" b="35527"/>
          <a:stretch/>
        </p:blipFill>
        <p:spPr>
          <a:xfrm>
            <a:off x="7955797" y="1713756"/>
            <a:ext cx="2885092" cy="1385205"/>
          </a:xfrm>
          <a:prstGeom prst="rect">
            <a:avLst/>
          </a:prstGeom>
        </p:spPr>
      </p:pic>
      <p:pic>
        <p:nvPicPr>
          <p:cNvPr id="17" name="Picture 16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9A57B164-6AA0-9A5C-969C-361475D72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8" t="87643" r="59329" b="4628"/>
          <a:stretch/>
        </p:blipFill>
        <p:spPr>
          <a:xfrm>
            <a:off x="8883993" y="3231955"/>
            <a:ext cx="1028700" cy="266228"/>
          </a:xfrm>
          <a:prstGeom prst="rect">
            <a:avLst/>
          </a:prstGeom>
        </p:spPr>
      </p:pic>
      <p:pic>
        <p:nvPicPr>
          <p:cNvPr id="18" name="Picture 17" descr="A black and red chemical structure&#10;&#10;AI-generated content may be incorrect.">
            <a:extLst>
              <a:ext uri="{FF2B5EF4-FFF2-40B4-BE49-F238E27FC236}">
                <a16:creationId xmlns:a16="http://schemas.microsoft.com/office/drawing/2014/main" id="{721B14D9-308B-88B5-4785-360A6C5060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97" t="85098" r="34125" b="3309"/>
          <a:stretch/>
        </p:blipFill>
        <p:spPr>
          <a:xfrm>
            <a:off x="8926807" y="4709945"/>
            <a:ext cx="943073" cy="374957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01327" y="2273968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479751" y="324154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E517CFDC-D9A8-D4E8-460B-065D935D90F7}"/>
              </a:ext>
            </a:extLst>
          </p:cNvPr>
          <p:cNvSpPr/>
          <p:nvPr/>
        </p:nvSpPr>
        <p:spPr>
          <a:xfrm>
            <a:off x="2603403" y="251328"/>
            <a:ext cx="7426422" cy="1258999"/>
          </a:xfrm>
          <a:prstGeom prst="wedgeRoundRectCallout">
            <a:avLst>
              <a:gd name="adj1" fmla="val -58761"/>
              <a:gd name="adj2" fmla="val 15848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</p:spTree>
    <p:extLst>
      <p:ext uri="{BB962C8B-B14F-4D97-AF65-F5344CB8AC3E}">
        <p14:creationId xmlns:p14="http://schemas.microsoft.com/office/powerpoint/2010/main" val="3017132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32995" y="835775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327498" y="1803354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8285A-EC5F-953B-2AA0-843EC3F5127C}"/>
              </a:ext>
            </a:extLst>
          </p:cNvPr>
          <p:cNvSpPr txBox="1"/>
          <p:nvPr/>
        </p:nvSpPr>
        <p:spPr>
          <a:xfrm>
            <a:off x="3983351" y="406630"/>
            <a:ext cx="2789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Class </a:t>
            </a:r>
            <a:r>
              <a:rPr lang="en-US" sz="1800" b="1" i="0" dirty="0">
                <a:solidFill>
                  <a:srgbClr val="0F0F0F"/>
                </a:solidFill>
                <a:effectLst/>
                <a:latin typeface="ui-sans-serif"/>
              </a:rPr>
              <a:t>PI3K-delta</a:t>
            </a:r>
            <a:endParaRPr lang="de-DE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E8493-13A8-D084-AAF5-76892DBCDE12}"/>
              </a:ext>
            </a:extLst>
          </p:cNvPr>
          <p:cNvSpPr txBox="1"/>
          <p:nvPr/>
        </p:nvSpPr>
        <p:spPr>
          <a:xfrm>
            <a:off x="8311383" y="40663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Class </a:t>
            </a:r>
            <a:r>
              <a:rPr lang="en-US" sz="1800" b="1" i="0" dirty="0">
                <a:solidFill>
                  <a:srgbClr val="0F0F0F"/>
                </a:solidFill>
                <a:effectLst/>
                <a:latin typeface="ui-sans-serif"/>
              </a:rPr>
              <a:t>PI3K-gamma</a:t>
            </a:r>
            <a:endParaRPr lang="de-DE" b="1" dirty="0"/>
          </a:p>
        </p:txBody>
      </p:sp>
      <p:pic>
        <p:nvPicPr>
          <p:cNvPr id="2" name="Picture 1" descr="A black and red molecule&#10;&#10;AI-generated content may be incorrect.">
            <a:extLst>
              <a:ext uri="{FF2B5EF4-FFF2-40B4-BE49-F238E27FC236}">
                <a16:creationId xmlns:a16="http://schemas.microsoft.com/office/drawing/2014/main" id="{009BB816-3CB1-11F0-349B-5754B7DE95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68"/>
          <a:stretch/>
        </p:blipFill>
        <p:spPr>
          <a:xfrm>
            <a:off x="3158908" y="1172606"/>
            <a:ext cx="4438368" cy="1959829"/>
          </a:xfrm>
          <a:prstGeom prst="rect">
            <a:avLst/>
          </a:prstGeom>
        </p:spPr>
      </p:pic>
      <p:pic>
        <p:nvPicPr>
          <p:cNvPr id="3" name="Picture 2" descr="A black and red molecule&#10;&#10;AI-generated content may be incorrect.">
            <a:extLst>
              <a:ext uri="{FF2B5EF4-FFF2-40B4-BE49-F238E27FC236}">
                <a16:creationId xmlns:a16="http://schemas.microsoft.com/office/drawing/2014/main" id="{8D7B2186-999B-65D7-929D-2E963456D9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304"/>
          <a:stretch/>
        </p:blipFill>
        <p:spPr>
          <a:xfrm>
            <a:off x="7643507" y="1172606"/>
            <a:ext cx="4441990" cy="19582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E404A95-E54E-B3BB-3960-2906EAA6D7A6}"/>
              </a:ext>
            </a:extLst>
          </p:cNvPr>
          <p:cNvSpPr txBox="1"/>
          <p:nvPr/>
        </p:nvSpPr>
        <p:spPr>
          <a:xfrm>
            <a:off x="3077296" y="3322926"/>
            <a:ext cx="4603033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The model identifies </a:t>
            </a:r>
            <a:r>
              <a:rPr lang="en-US" sz="1100" b="1" dirty="0"/>
              <a:t>cyano-pyrimidine</a:t>
            </a:r>
            <a:r>
              <a:rPr lang="en-US" sz="1100" dirty="0"/>
              <a:t> derivatives as key anchors.</a:t>
            </a:r>
          </a:p>
          <a:p>
            <a:endParaRPr lang="en-US" sz="1100" dirty="0"/>
          </a:p>
          <a:p>
            <a:endParaRPr lang="en-US" sz="1100" dirty="0"/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Top Fragment: </a:t>
            </a:r>
            <a:r>
              <a:rPr lang="en-US" sz="1100" dirty="0"/>
              <a:t>[*]c1ncnc(N)c1C#N (2-amino-4-cyanopyrimidine core)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Insight: </a:t>
            </a:r>
            <a:r>
              <a:rPr lang="en-US" sz="1100" dirty="0"/>
              <a:t>This motif is highly characteristic of PI3K-delta selective inhibitors. The presence of the </a:t>
            </a:r>
            <a:r>
              <a:rPr lang="en-US" sz="1100" dirty="0" err="1"/>
              <a:t>cyano</a:t>
            </a:r>
            <a:r>
              <a:rPr lang="en-US" sz="1100" dirty="0"/>
              <a:t> group (-CN) at the 4-position and an amino group (-NH2) at the 2-position of the pyrimidine ring appears to be a critical pharmacophore for delta selectivity. This aligns with known medicinal chemistry strategies where pyrimidine cores are tuned for PI3K-delta by exploiting specific sub-pocket interactions in the ATP-binding site.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D7569-CE35-8372-955F-0E824345FF03}"/>
              </a:ext>
            </a:extLst>
          </p:cNvPr>
          <p:cNvSpPr txBox="1"/>
          <p:nvPr/>
        </p:nvSpPr>
        <p:spPr>
          <a:xfrm>
            <a:off x="7898633" y="3316803"/>
            <a:ext cx="4154336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The model identifies </a:t>
            </a:r>
            <a:r>
              <a:rPr lang="en-US" sz="1100" b="1" dirty="0"/>
              <a:t>purine</a:t>
            </a:r>
            <a:r>
              <a:rPr lang="en-US" sz="1100" dirty="0"/>
              <a:t> and </a:t>
            </a:r>
            <a:r>
              <a:rPr lang="en-US" sz="1100" b="1" dirty="0"/>
              <a:t>tetrahydroisoquinoline-3-one</a:t>
            </a:r>
            <a:r>
              <a:rPr lang="en-US" sz="1100" dirty="0"/>
              <a:t> cores as key anchors.</a:t>
            </a:r>
          </a:p>
          <a:p>
            <a:endParaRPr lang="en-US" sz="1100" dirty="0"/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Top Fragments: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dirty="0"/>
              <a:t>[*]c1ccn2nc(N)c([*])c2n1 (Purine-like core)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dirty="0"/>
              <a:t>[*]N1Cc2cc([*])cc([*])c2C1=O (Tetrahydroisoquinoline-3-one derivative)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100" b="1" dirty="0"/>
              <a:t>Insight: </a:t>
            </a:r>
            <a:r>
              <a:rPr lang="en-US" sz="1100" dirty="0"/>
              <a:t>The identification of tetrahydroisoquinoline-3-one scaffolds is particularly interesting. These structures are often found in PI3K-gamma selective inhibitors (e.g., IPI-549 analogues). The purine core also suggests a common heterocyclic motif adapted for gamma selectivity, possibly through extended interactions with the hinge region.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10313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232995" y="4144987"/>
            <a:ext cx="4168792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dirty="0"/>
              <a:t>Comparing XAI methods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Agreement: </a:t>
            </a:r>
            <a:r>
              <a:rPr lang="en-US" sz="1100" dirty="0"/>
              <a:t>Both methods converge on the morpholine-like ring as the critical pharmacophore. </a:t>
            </a:r>
            <a:r>
              <a:rPr lang="en-US" sz="1100" dirty="0" err="1"/>
              <a:t>MolAnchor</a:t>
            </a:r>
            <a:r>
              <a:rPr lang="en-US" sz="1100" dirty="0"/>
              <a:t> identifies the ring as a cohesive unit, while SHAP confirms that the atoms comprising this ring are indeed the most influential.</a:t>
            </a:r>
          </a:p>
          <a:p>
            <a:pPr algn="just"/>
            <a:endParaRPr lang="en-US" sz="11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Disagreement: </a:t>
            </a:r>
            <a:r>
              <a:rPr lang="en-US" sz="1100" dirty="0" err="1"/>
              <a:t>MolAnchor</a:t>
            </a:r>
            <a:r>
              <a:rPr lang="en-US" sz="1100" dirty="0"/>
              <a:t> focuses strictly on the highest-precision fragment, potentially downplaying the contribution of the aromatic substituents (benzyl/thiophene) that SHAP would assign non-zero values to. </a:t>
            </a:r>
            <a:r>
              <a:rPr lang="en-US" sz="1100" dirty="0" err="1"/>
              <a:t>MolAnchor</a:t>
            </a:r>
            <a:r>
              <a:rPr lang="en-US" sz="1100" dirty="0"/>
              <a:t> is more "binary" (is this fragment present?), while SHAP is more "continuous" (how much does each atom contribute?).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32995" y="835775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327498" y="1803354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88285A-EC5F-953B-2AA0-843EC3F5127C}"/>
              </a:ext>
            </a:extLst>
          </p:cNvPr>
          <p:cNvSpPr txBox="1"/>
          <p:nvPr/>
        </p:nvSpPr>
        <p:spPr>
          <a:xfrm>
            <a:off x="4038831" y="40663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MolAnchor</a:t>
            </a:r>
            <a:endParaRPr lang="de-DE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E8493-13A8-D084-AAF5-76892DBCDE12}"/>
              </a:ext>
            </a:extLst>
          </p:cNvPr>
          <p:cNvSpPr txBox="1"/>
          <p:nvPr/>
        </p:nvSpPr>
        <p:spPr>
          <a:xfrm>
            <a:off x="8311383" y="406630"/>
            <a:ext cx="2444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/>
              <a:t>SHAP</a:t>
            </a:r>
            <a:endParaRPr lang="de-DE" b="1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C3DB96C-E7DA-1AD3-B9F5-7FDA8BA9B3AD}"/>
              </a:ext>
            </a:extLst>
          </p:cNvPr>
          <p:cNvSpPr/>
          <p:nvPr/>
        </p:nvSpPr>
        <p:spPr>
          <a:xfrm rot="5400000">
            <a:off x="786951" y="355888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EC2A3B4-5B0E-882B-8458-F75AA108A5E6}"/>
              </a:ext>
            </a:extLst>
          </p:cNvPr>
          <p:cNvGrpSpPr/>
          <p:nvPr/>
        </p:nvGrpSpPr>
        <p:grpSpPr>
          <a:xfrm>
            <a:off x="4841173" y="4522527"/>
            <a:ext cx="6165816" cy="573974"/>
            <a:chOff x="4841173" y="4193969"/>
            <a:chExt cx="6165816" cy="573974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FDCAFC5-B9FC-083C-56A5-5CB45102C9FB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4480956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B927D80-0780-203A-8CD6-2AFA89094D43}"/>
                </a:ext>
              </a:extLst>
            </p:cNvPr>
            <p:cNvSpPr/>
            <p:nvPr/>
          </p:nvSpPr>
          <p:spPr>
            <a:xfrm>
              <a:off x="7278137" y="4193969"/>
              <a:ext cx="3728852" cy="57397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Morpholine-like ring as the critical pharmacophore 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4E61FAA-489A-631D-A169-A21283220D66}"/>
              </a:ext>
            </a:extLst>
          </p:cNvPr>
          <p:cNvGrpSpPr/>
          <p:nvPr/>
        </p:nvGrpSpPr>
        <p:grpSpPr>
          <a:xfrm>
            <a:off x="4841173" y="5396256"/>
            <a:ext cx="6165816" cy="1111401"/>
            <a:chOff x="4841173" y="5067698"/>
            <a:chExt cx="6165816" cy="1111401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BA7A5D6-C7CD-4C58-39DD-3212C8919ED5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5623398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0D4C90D-2A3D-51FF-63CF-89B19440DDFB}"/>
                </a:ext>
              </a:extLst>
            </p:cNvPr>
            <p:cNvSpPr/>
            <p:nvPr/>
          </p:nvSpPr>
          <p:spPr>
            <a:xfrm>
              <a:off x="7278137" y="5067698"/>
              <a:ext cx="3728852" cy="111140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b="1" dirty="0" err="1">
                  <a:solidFill>
                    <a:schemeClr val="tx1"/>
                  </a:solidFill>
                </a:rPr>
                <a:t>MolAnchor</a:t>
              </a:r>
              <a:r>
                <a:rPr lang="en-US" sz="1400" b="1" dirty="0">
                  <a:solidFill>
                    <a:schemeClr val="tx1"/>
                  </a:solidFill>
                </a:rPr>
                <a:t> </a:t>
              </a:r>
              <a:r>
                <a:rPr lang="en-US" sz="1400" dirty="0">
                  <a:solidFill>
                    <a:schemeClr val="tx1"/>
                  </a:solidFill>
                </a:rPr>
                <a:t>- focus on the highest-precision fragment</a:t>
              </a:r>
            </a:p>
            <a:p>
              <a:endParaRPr lang="en-US" sz="1400" dirty="0">
                <a:solidFill>
                  <a:schemeClr val="tx1"/>
                </a:solidFill>
              </a:endParaRPr>
            </a:p>
            <a:p>
              <a:r>
                <a:rPr lang="en-US" sz="1400" b="1" dirty="0">
                  <a:solidFill>
                    <a:schemeClr val="tx1"/>
                  </a:solidFill>
                </a:rPr>
                <a:t>SHAP</a:t>
              </a:r>
              <a:r>
                <a:rPr lang="en-US" sz="1400" dirty="0">
                  <a:solidFill>
                    <a:schemeClr val="tx1"/>
                  </a:solidFill>
                </a:rPr>
                <a:t> – focus on atom contribution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Picture 7" descr="A molecule of a chemical structure&#10;&#10;AI-generated content may be incorrect.">
            <a:extLst>
              <a:ext uri="{FF2B5EF4-FFF2-40B4-BE49-F238E27FC236}">
                <a16:creationId xmlns:a16="http://schemas.microsoft.com/office/drawing/2014/main" id="{A34E11FB-A19D-87A2-8358-029E83B1B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01" t="21936" r="4499" b="21811"/>
          <a:stretch/>
        </p:blipFill>
        <p:spPr>
          <a:xfrm>
            <a:off x="3605250" y="1065529"/>
            <a:ext cx="3312000" cy="2038388"/>
          </a:xfrm>
          <a:prstGeom prst="rect">
            <a:avLst/>
          </a:prstGeom>
        </p:spPr>
      </p:pic>
      <p:pic>
        <p:nvPicPr>
          <p:cNvPr id="23" name="Picture 22" descr="A structure of a chemical formula&#10;&#10;AI-generated content may be incorrect.">
            <a:extLst>
              <a:ext uri="{FF2B5EF4-FFF2-40B4-BE49-F238E27FC236}">
                <a16:creationId xmlns:a16="http://schemas.microsoft.com/office/drawing/2014/main" id="{A2289CF0-0B79-FB00-8B39-2130F1B172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8" t="25207" r="11064" b="25192"/>
          <a:stretch/>
        </p:blipFill>
        <p:spPr>
          <a:xfrm>
            <a:off x="7877802" y="1023609"/>
            <a:ext cx="3312000" cy="212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832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C02F4519-6E55-F26A-E1A3-2105A25F6A50}"/>
              </a:ext>
            </a:extLst>
          </p:cNvPr>
          <p:cNvSpPr txBox="1"/>
          <p:nvPr/>
        </p:nvSpPr>
        <p:spPr>
          <a:xfrm>
            <a:off x="232995" y="4144987"/>
            <a:ext cx="4168792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1" dirty="0"/>
              <a:t>Comparing XAI methods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12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Agreement: </a:t>
            </a:r>
            <a:r>
              <a:rPr lang="en-US" sz="1100" dirty="0"/>
              <a:t>Both methods highlight that modifications to the R-groups attached to the morpholine ring are the most sensitive levers for changing bioactivity.</a:t>
            </a:r>
          </a:p>
          <a:p>
            <a:pPr algn="just"/>
            <a:endParaRPr lang="en-US" sz="1100" b="1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100" b="1" dirty="0"/>
              <a:t>Disagreement: </a:t>
            </a:r>
            <a:r>
              <a:rPr lang="en-US" sz="1100" dirty="0" err="1"/>
              <a:t>MolCE</a:t>
            </a:r>
            <a:r>
              <a:rPr lang="en-US" sz="1100" dirty="0"/>
              <a:t> provides a theoretical contrastive feature (a specific R-group that is "anti-activating"). Counterfactuals provides concrete examples of inactive molecules. </a:t>
            </a:r>
            <a:r>
              <a:rPr lang="en-US" sz="1100" dirty="0" err="1"/>
              <a:t>MolCE</a:t>
            </a:r>
            <a:r>
              <a:rPr lang="en-US" sz="1100" dirty="0"/>
              <a:t> might suggest an R-group not present in the immediate neighborhood of the query, whereas Counterfactuals are constrained by the available library of R-groups for substitution.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E3C0CE0-F9D7-0B88-458B-B30D6DB941D5}"/>
              </a:ext>
            </a:extLst>
          </p:cNvPr>
          <p:cNvGrpSpPr/>
          <p:nvPr/>
        </p:nvGrpSpPr>
        <p:grpSpPr>
          <a:xfrm>
            <a:off x="232995" y="835775"/>
            <a:ext cx="1774658" cy="2310063"/>
            <a:chOff x="990492" y="2511372"/>
            <a:chExt cx="1774658" cy="2310063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E9712B8-35C2-9D0B-5448-8B73757EC2F0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1" name="Graphic 20" descr="Customer review with solid fill">
              <a:extLst>
                <a:ext uri="{FF2B5EF4-FFF2-40B4-BE49-F238E27FC236}">
                  <a16:creationId xmlns:a16="http://schemas.microsoft.com/office/drawing/2014/main" id="{F3BE275F-DAC2-8C41-2B3A-FD5002884F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FD0F25F4-DE18-9E33-120A-923A478A8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6EB3E60-57A2-3048-A916-245D3EEE448E}"/>
              </a:ext>
            </a:extLst>
          </p:cNvPr>
          <p:cNvSpPr/>
          <p:nvPr/>
        </p:nvSpPr>
        <p:spPr>
          <a:xfrm>
            <a:off x="2327498" y="1803354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A01BAF4-359C-BB38-4616-17928143767D}"/>
              </a:ext>
            </a:extLst>
          </p:cNvPr>
          <p:cNvGrpSpPr/>
          <p:nvPr/>
        </p:nvGrpSpPr>
        <p:grpSpPr>
          <a:xfrm>
            <a:off x="3100852" y="406630"/>
            <a:ext cx="4177285" cy="3044438"/>
            <a:chOff x="2837001" y="180836"/>
            <a:chExt cx="4177285" cy="304443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615D10-25D2-1F41-F5FD-4EFD3DB0596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837001" y="756337"/>
              <a:ext cx="2160399" cy="2468937"/>
              <a:chOff x="3436044" y="2054607"/>
              <a:chExt cx="2487556" cy="2842817"/>
            </a:xfrm>
          </p:grpSpPr>
          <p:pic>
            <p:nvPicPr>
              <p:cNvPr id="10" name="Picture 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E5CCB7DC-7BE9-E070-5374-2C22E8661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035" t="24006" r="53731" b="44988"/>
              <a:stretch/>
            </p:blipFill>
            <p:spPr>
              <a:xfrm>
                <a:off x="3436044" y="2054607"/>
                <a:ext cx="2222549" cy="2392796"/>
              </a:xfrm>
              <a:prstGeom prst="rect">
                <a:avLst/>
              </a:prstGeom>
            </p:spPr>
          </p:pic>
          <p:pic>
            <p:nvPicPr>
              <p:cNvPr id="15" name="Picture 14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413DC958-3438-AD99-8ED3-9413D987A5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170" t="17838" r="53596" b="76213"/>
              <a:stretch/>
            </p:blipFill>
            <p:spPr>
              <a:xfrm>
                <a:off x="3701051" y="4438366"/>
                <a:ext cx="2222549" cy="459058"/>
              </a:xfrm>
              <a:prstGeom prst="rect">
                <a:avLst/>
              </a:prstGeom>
            </p:spPr>
          </p:pic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2A6B30B-7C85-BDCD-D535-21D074298F5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025516" y="794440"/>
              <a:ext cx="1988770" cy="2392732"/>
              <a:chOff x="5620740" y="1990807"/>
              <a:chExt cx="2369090" cy="2850303"/>
            </a:xfrm>
          </p:grpSpPr>
          <p:pic>
            <p:nvPicPr>
              <p:cNvPr id="12" name="Picture 11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635294F4-DE55-F52A-0F65-840B513A24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6362" t="23416" r="29209" b="43925"/>
              <a:stretch/>
            </p:blipFill>
            <p:spPr>
              <a:xfrm>
                <a:off x="5620740" y="1990807"/>
                <a:ext cx="2105025" cy="2520397"/>
              </a:xfrm>
              <a:prstGeom prst="rect">
                <a:avLst/>
              </a:prstGeom>
            </p:spPr>
          </p:pic>
          <p:pic>
            <p:nvPicPr>
              <p:cNvPr id="16" name="Picture 15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65A8E5C2-6215-DED8-8284-904D83645C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6362" t="18606" r="29209" b="76905"/>
              <a:stretch/>
            </p:blipFill>
            <p:spPr>
              <a:xfrm>
                <a:off x="5884805" y="4494680"/>
                <a:ext cx="2105025" cy="346430"/>
              </a:xfrm>
              <a:prstGeom prst="rect">
                <a:avLst/>
              </a:prstGeom>
            </p:spPr>
          </p:pic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88285A-EC5F-953B-2AA0-843EC3F5127C}"/>
                </a:ext>
              </a:extLst>
            </p:cNvPr>
            <p:cNvSpPr txBox="1"/>
            <p:nvPr/>
          </p:nvSpPr>
          <p:spPr>
            <a:xfrm>
              <a:off x="3774980" y="180836"/>
              <a:ext cx="244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Counterfactuals</a:t>
              </a:r>
              <a:endParaRPr lang="de-DE" b="1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A32F1FE-2AD1-7279-C420-23D2BBBE4114}"/>
              </a:ext>
            </a:extLst>
          </p:cNvPr>
          <p:cNvGrpSpPr/>
          <p:nvPr/>
        </p:nvGrpSpPr>
        <p:grpSpPr>
          <a:xfrm>
            <a:off x="7476422" y="406630"/>
            <a:ext cx="4305800" cy="2445525"/>
            <a:chOff x="7484339" y="181744"/>
            <a:chExt cx="4305800" cy="244552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B0B536-979D-AF86-E1AA-3EDC1D09F71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39" y="1329135"/>
              <a:ext cx="2052000" cy="1269160"/>
              <a:chOff x="7955797" y="1713756"/>
              <a:chExt cx="2885092" cy="1784427"/>
            </a:xfrm>
          </p:grpSpPr>
          <p:pic>
            <p:nvPicPr>
              <p:cNvPr id="4" name="Picture 3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9B8DE2D9-50FB-48E1-3766-F90DC4B43C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131" t="13384" r="50592" b="35527"/>
              <a:stretch/>
            </p:blipFill>
            <p:spPr>
              <a:xfrm>
                <a:off x="7955797" y="1713756"/>
                <a:ext cx="2885092" cy="1385205"/>
              </a:xfrm>
              <a:prstGeom prst="rect">
                <a:avLst/>
              </a:prstGeom>
            </p:spPr>
          </p:pic>
          <p:pic>
            <p:nvPicPr>
              <p:cNvPr id="17" name="Picture 16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9A57B164-6AA0-9A5C-969C-361475D72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138" t="87643" r="59329" b="4628"/>
              <a:stretch/>
            </p:blipFill>
            <p:spPr>
              <a:xfrm>
                <a:off x="8883993" y="3231955"/>
                <a:ext cx="1028700" cy="266228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AA3631B-3F0D-3733-0FDC-BBD18F86BED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738139" y="1397550"/>
              <a:ext cx="2052000" cy="1229719"/>
              <a:chOff x="7951035" y="3350221"/>
              <a:chExt cx="2894617" cy="1734681"/>
            </a:xfrm>
          </p:grpSpPr>
          <p:pic>
            <p:nvPicPr>
              <p:cNvPr id="13" name="Picture 12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7E80FD93-EC36-7292-D41F-2AB7B9A867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1184" t="14586" r="25463" b="34325"/>
              <a:stretch/>
            </p:blipFill>
            <p:spPr>
              <a:xfrm>
                <a:off x="7951035" y="3350221"/>
                <a:ext cx="2894617" cy="1385206"/>
              </a:xfrm>
              <a:prstGeom prst="rect">
                <a:avLst/>
              </a:prstGeom>
            </p:spPr>
          </p:pic>
          <p:pic>
            <p:nvPicPr>
              <p:cNvPr id="18" name="Picture 17" descr="A black and red chemical structure&#10;&#10;AI-generated content may be incorrect.">
                <a:extLst>
                  <a:ext uri="{FF2B5EF4-FFF2-40B4-BE49-F238E27FC236}">
                    <a16:creationId xmlns:a16="http://schemas.microsoft.com/office/drawing/2014/main" id="{721B14D9-308B-88B5-4785-360A6C5060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9497" t="85098" r="34125" b="3309"/>
              <a:stretch/>
            </p:blipFill>
            <p:spPr>
              <a:xfrm>
                <a:off x="8926807" y="4709945"/>
                <a:ext cx="943073" cy="374957"/>
              </a:xfrm>
              <a:prstGeom prst="rect">
                <a:avLst/>
              </a:prstGeom>
            </p:spPr>
          </p:pic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41E8493-13A8-D084-AAF5-76892DBCDE12}"/>
                </a:ext>
              </a:extLst>
            </p:cNvPr>
            <p:cNvSpPr txBox="1"/>
            <p:nvPr/>
          </p:nvSpPr>
          <p:spPr>
            <a:xfrm>
              <a:off x="8319300" y="181744"/>
              <a:ext cx="244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800" b="1" dirty="0" err="1"/>
                <a:t>MolCE</a:t>
              </a:r>
              <a:endParaRPr lang="de-DE" b="1" dirty="0"/>
            </a:p>
          </p:txBody>
        </p: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C3DB96C-E7DA-1AD3-B9F5-7FDA8BA9B3AD}"/>
              </a:ext>
            </a:extLst>
          </p:cNvPr>
          <p:cNvSpPr/>
          <p:nvPr/>
        </p:nvSpPr>
        <p:spPr>
          <a:xfrm rot="5400000">
            <a:off x="786951" y="3558887"/>
            <a:ext cx="666746" cy="37490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EC2A3B4-5B0E-882B-8458-F75AA108A5E6}"/>
              </a:ext>
            </a:extLst>
          </p:cNvPr>
          <p:cNvGrpSpPr/>
          <p:nvPr/>
        </p:nvGrpSpPr>
        <p:grpSpPr>
          <a:xfrm>
            <a:off x="4841173" y="4522527"/>
            <a:ext cx="6165816" cy="573974"/>
            <a:chOff x="4841173" y="4193969"/>
            <a:chExt cx="6165816" cy="573974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FDCAFC5-B9FC-083C-56A5-5CB45102C9FB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4480956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B927D80-0780-203A-8CD6-2AFA89094D43}"/>
                </a:ext>
              </a:extLst>
            </p:cNvPr>
            <p:cNvSpPr/>
            <p:nvPr/>
          </p:nvSpPr>
          <p:spPr>
            <a:xfrm>
              <a:off x="7278137" y="4193969"/>
              <a:ext cx="3728852" cy="57397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R-groups attached to the morpholine ring 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4E61FAA-489A-631D-A169-A21283220D66}"/>
              </a:ext>
            </a:extLst>
          </p:cNvPr>
          <p:cNvGrpSpPr/>
          <p:nvPr/>
        </p:nvGrpSpPr>
        <p:grpSpPr>
          <a:xfrm>
            <a:off x="4841173" y="5396256"/>
            <a:ext cx="6165816" cy="1111401"/>
            <a:chOff x="4841173" y="5067698"/>
            <a:chExt cx="6165816" cy="1111401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BA7A5D6-C7CD-4C58-39DD-3212C8919ED5}"/>
                </a:ext>
              </a:extLst>
            </p:cNvPr>
            <p:cNvCxnSpPr>
              <a:cxnSpLocks/>
            </p:cNvCxnSpPr>
            <p:nvPr/>
          </p:nvCxnSpPr>
          <p:spPr>
            <a:xfrm>
              <a:off x="4841173" y="5623398"/>
              <a:ext cx="180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B0D4C90D-2A3D-51FF-63CF-89B19440DDFB}"/>
                </a:ext>
              </a:extLst>
            </p:cNvPr>
            <p:cNvSpPr/>
            <p:nvPr/>
          </p:nvSpPr>
          <p:spPr>
            <a:xfrm>
              <a:off x="7278137" y="5067698"/>
              <a:ext cx="3728852" cy="111140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dirty="0">
                <a:solidFill>
                  <a:schemeClr val="tx1"/>
                </a:solidFill>
              </a:endParaRPr>
            </a:p>
            <a:p>
              <a:r>
                <a:rPr lang="en-US" sz="1400" b="1" dirty="0" err="1">
                  <a:solidFill>
                    <a:schemeClr val="tx1"/>
                  </a:solidFill>
                </a:rPr>
                <a:t>MolCE</a:t>
              </a:r>
              <a:r>
                <a:rPr lang="en-US" sz="1400" dirty="0">
                  <a:solidFill>
                    <a:schemeClr val="tx1"/>
                  </a:solidFill>
                </a:rPr>
                <a:t> - R-group that is “anti-activating”</a:t>
              </a:r>
            </a:p>
            <a:p>
              <a:endParaRPr lang="en-US" sz="1400" dirty="0">
                <a:solidFill>
                  <a:schemeClr val="tx1"/>
                </a:solidFill>
              </a:endParaRPr>
            </a:p>
            <a:p>
              <a:r>
                <a:rPr lang="en-US" sz="1400" b="1" dirty="0">
                  <a:solidFill>
                    <a:schemeClr val="tx1"/>
                  </a:solidFill>
                </a:rPr>
                <a:t>Counterfactuals</a:t>
              </a:r>
              <a:r>
                <a:rPr lang="en-US" sz="1400" dirty="0">
                  <a:solidFill>
                    <a:schemeClr val="tx1"/>
                  </a:solidFill>
                </a:rPr>
                <a:t> - concrete examples of inactive molecules</a:t>
              </a:r>
            </a:p>
            <a:p>
              <a:r>
                <a:rPr lang="en-US" sz="1400" dirty="0">
                  <a:solidFill>
                    <a:schemeClr val="tx1"/>
                  </a:solidFill>
                </a:rPr>
                <a:t>   </a:t>
              </a:r>
              <a:endParaRPr lang="de-DE" sz="14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92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1064</Words>
  <Application>Microsoft Office PowerPoint</Application>
  <PresentationFormat>Widescreen</PresentationFormat>
  <Paragraphs>80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Alec Lamens</dc:creator>
  <cp:lastModifiedBy>Tiago Janela</cp:lastModifiedBy>
  <cp:revision>27</cp:revision>
  <dcterms:created xsi:type="dcterms:W3CDTF">2026-03-16T15:57:23Z</dcterms:created>
  <dcterms:modified xsi:type="dcterms:W3CDTF">2026-04-29T15:59:25Z</dcterms:modified>
</cp:coreProperties>
</file>